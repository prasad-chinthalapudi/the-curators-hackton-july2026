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7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18" r:id="rId4"/>
    <p:sldMasterId id="2147484062" r:id="rId5"/>
    <p:sldMasterId id="2147484106" r:id="rId6"/>
    <p:sldMasterId id="2147484150" r:id="rId7"/>
    <p:sldMasterId id="2147484194" r:id="rId8"/>
    <p:sldMasterId id="2147484238" r:id="rId9"/>
    <p:sldMasterId id="2147484282" r:id="rId10"/>
    <p:sldMasterId id="2147484326" r:id="rId11"/>
  </p:sldMasterIdLst>
  <p:notesMasterIdLst>
    <p:notesMasterId r:id="rId21"/>
  </p:notesMasterIdLst>
  <p:sldIdLst>
    <p:sldId id="256" r:id="rId12"/>
    <p:sldId id="2147483598" r:id="rId13"/>
    <p:sldId id="2147483596" r:id="rId14"/>
    <p:sldId id="2147483595" r:id="rId15"/>
    <p:sldId id="2147483597" r:id="rId16"/>
    <p:sldId id="2147483590" r:id="rId17"/>
    <p:sldId id="2147483592" r:id="rId18"/>
    <p:sldId id="2147483591" r:id="rId19"/>
    <p:sldId id="214748359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s" id="{C4D00B0F-55F3-DC44-9154-27BB8FE4AA55}">
          <p14:sldIdLst>
            <p14:sldId id="256"/>
            <p14:sldId id="2147483598"/>
            <p14:sldId id="2147483596"/>
            <p14:sldId id="2147483595"/>
            <p14:sldId id="2147483597"/>
            <p14:sldId id="2147483590"/>
            <p14:sldId id="2147483592"/>
            <p14:sldId id="2147483591"/>
            <p14:sldId id="2147483593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2E6948-299B-FAE4-13D9-BA40DF3D7D65}" name="Victoria Gkazarian" initials="" userId="S::Victoria.Gkazarian@blend360.com::feb6f3c1-a629-42c3-8226-e93ab6f9b9ad" providerId="AD"/>
  <p188:author id="{F398B557-28B1-CFA9-9DAC-01F175D01032}" name="Sofia Garcia" initials="" userId="S::Sofia.Garcia@blend360.com::d30aa5a0-b227-4b77-9dd2-fdb87332a94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3F0"/>
    <a:srgbClr val="0072D7"/>
    <a:srgbClr val="000000"/>
    <a:srgbClr val="053057"/>
    <a:srgbClr val="43A047"/>
    <a:srgbClr val="00EDED"/>
    <a:srgbClr val="537689"/>
    <a:srgbClr val="0B0D0E"/>
    <a:srgbClr val="A2F3F3"/>
    <a:srgbClr val="3145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15C27-EBE8-CA01-5CEB-99A246E3D417}" v="2" dt="2026-04-14T13:33:35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5.xml" Id="rId8" /><Relationship Type="http://schemas.openxmlformats.org/officeDocument/2006/relationships/slide" Target="slides/slide2.xml" Id="rId13" /><Relationship Type="http://schemas.openxmlformats.org/officeDocument/2006/relationships/slide" Target="slides/slide7.xml" Id="rId18" /><Relationship Type="http://schemas.openxmlformats.org/officeDocument/2006/relationships/customXml" Target="../customXml/item3.xml" Id="rId3" /><Relationship Type="http://schemas.openxmlformats.org/officeDocument/2006/relationships/notesMaster" Target="notesMasters/notesMaster1.xml" Id="rId21" /><Relationship Type="http://schemas.openxmlformats.org/officeDocument/2006/relationships/slideMaster" Target="slideMasters/slideMaster4.xml" Id="rId7" /><Relationship Type="http://schemas.openxmlformats.org/officeDocument/2006/relationships/slide" Target="slides/slide1.xml" Id="rId12" /><Relationship Type="http://schemas.openxmlformats.org/officeDocument/2006/relationships/slide" Target="slides/slide6.xml" Id="rId17" /><Relationship Type="http://schemas.openxmlformats.org/officeDocument/2006/relationships/tableStyles" Target="tableStyles.xml" Id="rId25" /><Relationship Type="http://schemas.openxmlformats.org/officeDocument/2006/relationships/customXml" Target="../customXml/item2.xml" Id="rId2" /><Relationship Type="http://schemas.openxmlformats.org/officeDocument/2006/relationships/slide" Target="slides/slide5.xml" Id="rId16" /><Relationship Type="http://schemas.openxmlformats.org/officeDocument/2006/relationships/slide" Target="slides/slide9.xml" Id="rId20" /><Relationship Type="http://schemas.openxmlformats.org/officeDocument/2006/relationships/customXml" Target="../customXml/item1.xml" Id="rId1" /><Relationship Type="http://schemas.openxmlformats.org/officeDocument/2006/relationships/slideMaster" Target="slideMasters/slideMaster3.xml" Id="rId6" /><Relationship Type="http://schemas.openxmlformats.org/officeDocument/2006/relationships/slideMaster" Target="slideMasters/slideMaster8.xml" Id="rId11" /><Relationship Type="http://schemas.openxmlformats.org/officeDocument/2006/relationships/theme" Target="theme/theme1.xml" Id="rId24" /><Relationship Type="http://schemas.openxmlformats.org/officeDocument/2006/relationships/slideMaster" Target="slideMasters/slideMaster2.xml" Id="rId5" /><Relationship Type="http://schemas.openxmlformats.org/officeDocument/2006/relationships/slide" Target="slides/slide4.xml" Id="rId15" /><Relationship Type="http://schemas.openxmlformats.org/officeDocument/2006/relationships/viewProps" Target="viewProps.xml" Id="rId23" /><Relationship Type="http://schemas.microsoft.com/office/2018/10/relationships/authors" Target="authors.xml" Id="rId28" /><Relationship Type="http://schemas.openxmlformats.org/officeDocument/2006/relationships/slideMaster" Target="slideMasters/slideMaster7.xml" Id="rId10" /><Relationship Type="http://schemas.openxmlformats.org/officeDocument/2006/relationships/slide" Target="slides/slide8.xml" Id="rId19" /><Relationship Type="http://schemas.openxmlformats.org/officeDocument/2006/relationships/slideMaster" Target="slideMasters/slideMaster1.xml" Id="rId4" /><Relationship Type="http://schemas.openxmlformats.org/officeDocument/2006/relationships/slideMaster" Target="slideMasters/slideMaster6.xml" Id="rId9" /><Relationship Type="http://schemas.openxmlformats.org/officeDocument/2006/relationships/slide" Target="slides/slide3.xml" Id="rId14" /><Relationship Type="http://schemas.openxmlformats.org/officeDocument/2006/relationships/presProps" Target="presProps.xml" Id="rId22" /><Relationship Type="http://schemas.microsoft.com/office/2015/10/relationships/revisionInfo" Target="revisionInfo.xml" Id="rId27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8F43C-8AC6-324A-AE14-5664D0717700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542AA-6AEA-2945-9E92-C40FFBC9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09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1B36-2D3B-9575-6D00-B094145C8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DE373-2643-7DDD-C378-A6EF9F4EF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DD85D-6D4C-9C61-0663-D7CDADDDD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C79B3-A5DF-7C14-6C40-C579556444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2BDF5-E750-CF2E-12B5-6C128B324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E7763-7AA7-4511-95D0-0DC176BB7E31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2885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65FC-B6EF-B98A-0580-869E72D46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953C5-A0C0-FD8C-B877-AFBAC13CF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EDAB2-CE91-7975-BDB7-478B093E6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597E89-F399-AA40-AA5C-D3B4D17EE1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219B3-33A8-84C3-07D3-3127423E0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E7763-7AA7-4511-95D0-0DC176BB7E31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135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8296-BDE1-EAEC-9503-40B52A169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B49F5-1D03-1481-AB0B-F07444A65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6A3CD-A00E-7E1A-DCBB-46B5E1098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938BA-56CF-298E-A5EB-91C8B5B1BBA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8658BF-6F67-0258-679B-71A5F92BE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E7763-7AA7-4511-95D0-0DC176BB7E31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903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95B23-371A-44FC-5385-76B063ABE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6E634-587E-1CF2-0553-5C3B557D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69BF3-9BCD-68AF-69AA-4CCB6F8F8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AC423-40F5-4C73-9719-E88527BC2F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EC86B-FCF5-DC51-E1B7-DC6F03F7C0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E7763-7AA7-4511-95D0-0DC176BB7E31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0758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897E5-1CE1-73A6-4881-02423D21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BA3E2-4ACA-E57C-6CBC-1291C1605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B9CAB-49C3-CB66-C184-239E3CFEC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AAB47-3665-579E-30F1-2DF0EF4A7C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AA497C-6333-B6ED-B186-F6BD0F784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E7763-7AA7-4511-95D0-0DC176BB7E31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392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A90DF-5A42-6205-5D3F-3F73B2211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C47AF-AA2B-3A85-32C0-936D86C82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F6A79-E8C2-9687-7CA0-08E4CFC10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30B297-912D-391B-3977-85A4224A9B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FD5EF-D54E-D654-0A22-03959D6F0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E7763-7AA7-4511-95D0-0DC176BB7E31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4966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E1807-F9F9-4C94-D14F-3DEF5712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01E7F-44E1-56DD-9670-BCC87BF57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4601F-8D7C-93AA-B170-12C36EFF4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DE37C-5743-E718-63D8-3D54B0DD25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FF231-4083-8FAA-C7E3-1FDC6002D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E7763-7AA7-4511-95D0-0DC176BB7E31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639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19732-D5E4-9A10-A954-F4C21C32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E3337-B6DA-EBA4-CCD0-183D0E1B1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87F7F-96FA-7CC7-C8FB-A31BEAD45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21E1C-AE28-093C-6D32-D78AAA557A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6821B-C9F7-B517-C39A-D09C3D533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E7763-7AA7-4511-95D0-0DC176BB7E31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3599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7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7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5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6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6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svg"/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svg"/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tanding in a room&#10;&#10;Description automatically generated">
            <a:extLst>
              <a:ext uri="{FF2B5EF4-FFF2-40B4-BE49-F238E27FC236}">
                <a16:creationId xmlns:a16="http://schemas.microsoft.com/office/drawing/2014/main" id="{02568DE0-2EFE-5681-F61E-7A21E8E9DF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6" t="27297" r="8576" b="39293"/>
          <a:stretch/>
        </p:blipFill>
        <p:spPr>
          <a:xfrm>
            <a:off x="-3227" y="1282"/>
            <a:ext cx="12190392" cy="685671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9824B4D0-3F04-527C-43B1-68125C8FEC97}"/>
              </a:ext>
            </a:extLst>
          </p:cNvPr>
          <p:cNvSpPr/>
          <p:nvPr userDrawn="1"/>
        </p:nvSpPr>
        <p:spPr>
          <a:xfrm>
            <a:off x="0" y="-2871"/>
            <a:ext cx="5705115" cy="6860871"/>
          </a:xfrm>
          <a:custGeom>
            <a:avLst/>
            <a:gdLst>
              <a:gd name="connsiteX0" fmla="*/ 0 w 5705115"/>
              <a:gd name="connsiteY0" fmla="*/ 0 h 6858000"/>
              <a:gd name="connsiteX1" fmla="*/ 2409340 w 5705115"/>
              <a:gd name="connsiteY1" fmla="*/ 0 h 6858000"/>
              <a:gd name="connsiteX2" fmla="*/ 2718032 w 5705115"/>
              <a:gd name="connsiteY2" fmla="*/ 71374 h 6858000"/>
              <a:gd name="connsiteX3" fmla="*/ 3654066 w 5705115"/>
              <a:gd name="connsiteY3" fmla="*/ 365294 h 6858000"/>
              <a:gd name="connsiteX4" fmla="*/ 5064928 w 5705115"/>
              <a:gd name="connsiteY4" fmla="*/ 1165627 h 6858000"/>
              <a:gd name="connsiteX5" fmla="*/ 5654627 w 5705115"/>
              <a:gd name="connsiteY5" fmla="*/ 2311318 h 6858000"/>
              <a:gd name="connsiteX6" fmla="*/ 5654627 w 5705115"/>
              <a:gd name="connsiteY6" fmla="*/ 2311689 h 6858000"/>
              <a:gd name="connsiteX7" fmla="*/ 5705115 w 5705115"/>
              <a:gd name="connsiteY7" fmla="*/ 4538896 h 6858000"/>
              <a:gd name="connsiteX8" fmla="*/ 5705115 w 5705115"/>
              <a:gd name="connsiteY8" fmla="*/ 4542605 h 6858000"/>
              <a:gd name="connsiteX9" fmla="*/ 5115415 w 5705115"/>
              <a:gd name="connsiteY9" fmla="*/ 5692933 h 6858000"/>
              <a:gd name="connsiteX10" fmla="*/ 3704553 w 5705115"/>
              <a:gd name="connsiteY10" fmla="*/ 6493266 h 6858000"/>
              <a:gd name="connsiteX11" fmla="*/ 2768519 w 5705115"/>
              <a:gd name="connsiteY11" fmla="*/ 6787021 h 6858000"/>
              <a:gd name="connsiteX12" fmla="*/ 2461298 w 5705115"/>
              <a:gd name="connsiteY12" fmla="*/ 6858000 h 6858000"/>
              <a:gd name="connsiteX13" fmla="*/ 0 w 5705115"/>
              <a:gd name="connsiteY13" fmla="*/ 6858000 h 6858000"/>
              <a:gd name="connsiteX14" fmla="*/ 0 w 5705115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05115" h="6858000">
                <a:moveTo>
                  <a:pt x="0" y="0"/>
                </a:moveTo>
                <a:lnTo>
                  <a:pt x="2409340" y="0"/>
                </a:lnTo>
                <a:lnTo>
                  <a:pt x="2718032" y="71374"/>
                </a:lnTo>
                <a:cubicBezTo>
                  <a:pt x="3053230" y="157560"/>
                  <a:pt x="3366641" y="256002"/>
                  <a:pt x="3654066" y="365294"/>
                </a:cubicBezTo>
                <a:cubicBezTo>
                  <a:pt x="4227802" y="583415"/>
                  <a:pt x="4715043" y="851243"/>
                  <a:pt x="5064928" y="1165627"/>
                </a:cubicBezTo>
                <a:cubicBezTo>
                  <a:pt x="5413513" y="1478897"/>
                  <a:pt x="5653143" y="1865431"/>
                  <a:pt x="5654627" y="2311318"/>
                </a:cubicBezTo>
                <a:lnTo>
                  <a:pt x="5654627" y="2311689"/>
                </a:lnTo>
                <a:lnTo>
                  <a:pt x="5705115" y="4538896"/>
                </a:lnTo>
                <a:lnTo>
                  <a:pt x="5705115" y="4542605"/>
                </a:lnTo>
                <a:cubicBezTo>
                  <a:pt x="5705115" y="4990532"/>
                  <a:pt x="5465115" y="5378549"/>
                  <a:pt x="5115415" y="5692933"/>
                </a:cubicBezTo>
                <a:cubicBezTo>
                  <a:pt x="4765531" y="6007316"/>
                  <a:pt x="4278290" y="6275145"/>
                  <a:pt x="3704553" y="6493266"/>
                </a:cubicBezTo>
                <a:cubicBezTo>
                  <a:pt x="3417128" y="6602512"/>
                  <a:pt x="3103717" y="6700896"/>
                  <a:pt x="2768519" y="6787021"/>
                </a:cubicBezTo>
                <a:lnTo>
                  <a:pt x="2461298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4F3F0"/>
          </a:solidFill>
          <a:ln w="1855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4813871-4B64-2E2B-1726-57D9E85038EB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2403843" y="-63667"/>
            <a:ext cx="7850722" cy="6985334"/>
          </a:xfrm>
          <a:custGeom>
            <a:avLst/>
            <a:gdLst>
              <a:gd name="connsiteX0" fmla="*/ 0 w 7850722"/>
              <a:gd name="connsiteY0" fmla="*/ 1939075 h 6985334"/>
              <a:gd name="connsiteX1" fmla="*/ 375594 w 7850722"/>
              <a:gd name="connsiteY1" fmla="*/ 1939075 h 6985334"/>
              <a:gd name="connsiteX2" fmla="*/ 375594 w 7850722"/>
              <a:gd name="connsiteY2" fmla="*/ 5414924 h 6985334"/>
              <a:gd name="connsiteX3" fmla="*/ 0 w 7850722"/>
              <a:gd name="connsiteY3" fmla="*/ 5414924 h 6985334"/>
              <a:gd name="connsiteX4" fmla="*/ 2400615 w 7850722"/>
              <a:gd name="connsiteY4" fmla="*/ 0 h 6985334"/>
              <a:gd name="connsiteX5" fmla="*/ 7850722 w 7850722"/>
              <a:gd name="connsiteY5" fmla="*/ 0 h 6985334"/>
              <a:gd name="connsiteX6" fmla="*/ 7850722 w 7850722"/>
              <a:gd name="connsiteY6" fmla="*/ 6985334 h 6985334"/>
              <a:gd name="connsiteX7" fmla="*/ 2400615 w 7850722"/>
              <a:gd name="connsiteY7" fmla="*/ 6985334 h 698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50722" h="6985334">
                <a:moveTo>
                  <a:pt x="0" y="1939075"/>
                </a:moveTo>
                <a:lnTo>
                  <a:pt x="375594" y="1939075"/>
                </a:lnTo>
                <a:lnTo>
                  <a:pt x="375594" y="5414924"/>
                </a:lnTo>
                <a:lnTo>
                  <a:pt x="0" y="5414924"/>
                </a:lnTo>
                <a:close/>
                <a:moveTo>
                  <a:pt x="2400615" y="0"/>
                </a:moveTo>
                <a:lnTo>
                  <a:pt x="7850722" y="0"/>
                </a:lnTo>
                <a:lnTo>
                  <a:pt x="7850722" y="6985334"/>
                </a:lnTo>
                <a:lnTo>
                  <a:pt x="2400615" y="6985334"/>
                </a:lnTo>
                <a:close/>
              </a:path>
            </a:pathLst>
          </a:cu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DDC5D70-8B52-7642-4FF8-A49BF00C7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7759" r="85778" b="22482"/>
          <a:stretch>
            <a:fillRect/>
          </a:stretch>
        </p:blipFill>
        <p:spPr>
          <a:xfrm>
            <a:off x="-1712916" y="1875409"/>
            <a:ext cx="1116568" cy="3475849"/>
          </a:xfrm>
          <a:custGeom>
            <a:avLst/>
            <a:gdLst>
              <a:gd name="connsiteX0" fmla="*/ 0 w 1116568"/>
              <a:gd name="connsiteY0" fmla="*/ 0 h 3475849"/>
              <a:gd name="connsiteX1" fmla="*/ 1116568 w 1116568"/>
              <a:gd name="connsiteY1" fmla="*/ 0 h 3475849"/>
              <a:gd name="connsiteX2" fmla="*/ 1116568 w 1116568"/>
              <a:gd name="connsiteY2" fmla="*/ 3475849 h 3475849"/>
              <a:gd name="connsiteX3" fmla="*/ 0 w 1116568"/>
              <a:gd name="connsiteY3" fmla="*/ 3475849 h 3475849"/>
              <a:gd name="connsiteX4" fmla="*/ 0 w 1116568"/>
              <a:gd name="connsiteY4" fmla="*/ 0 h 347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68" h="3475849">
                <a:moveTo>
                  <a:pt x="0" y="0"/>
                </a:moveTo>
                <a:lnTo>
                  <a:pt x="1116568" y="0"/>
                </a:lnTo>
                <a:lnTo>
                  <a:pt x="1116568" y="3475849"/>
                </a:lnTo>
                <a:lnTo>
                  <a:pt x="0" y="347584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45A8390-3C53-AD0A-5BF0-0037A2F28F61}"/>
              </a:ext>
            </a:extLst>
          </p:cNvPr>
          <p:cNvSpPr/>
          <p:nvPr userDrawn="1"/>
        </p:nvSpPr>
        <p:spPr>
          <a:xfrm>
            <a:off x="804132" y="5972428"/>
            <a:ext cx="1522535" cy="24622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id-ID" sz="1000" b="0" i="0">
                <a:solidFill>
                  <a:schemeClr val="bg2"/>
                </a:solidFill>
                <a:latin typeface="Montserrat" pitchFamily="2" charset="77"/>
                <a:cs typeface="Calibri"/>
              </a:rPr>
              <a:t>Blend360.com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AF0CC83D-63AE-2502-5128-2F717942A2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784" y="2591531"/>
            <a:ext cx="3892505" cy="1325563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Add Title</a:t>
            </a:r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1FFE1526-E410-439E-E218-F6B43F9975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0474" y="4069625"/>
            <a:ext cx="3892580" cy="7127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456985" indent="0"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Version No. | Date here</a:t>
            </a:r>
          </a:p>
        </p:txBody>
      </p:sp>
      <p:sp>
        <p:nvSpPr>
          <p:cNvPr id="14" name="Picture Placeholder 1">
            <a:extLst>
              <a:ext uri="{FF2B5EF4-FFF2-40B4-BE49-F238E27FC236}">
                <a16:creationId xmlns:a16="http://schemas.microsoft.com/office/drawing/2014/main" id="{F8A4B0EB-F0B3-9B89-8AE7-CC98DCEE6AD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09340" y="-2871"/>
            <a:ext cx="9782660" cy="6859589"/>
          </a:xfrm>
          <a:custGeom>
            <a:avLst/>
            <a:gdLst>
              <a:gd name="connsiteX0" fmla="*/ 0 w 9782660"/>
              <a:gd name="connsiteY0" fmla="*/ 0 h 6857999"/>
              <a:gd name="connsiteX1" fmla="*/ 9782660 w 9782660"/>
              <a:gd name="connsiteY1" fmla="*/ 0 h 6857999"/>
              <a:gd name="connsiteX2" fmla="*/ 9782660 w 9782660"/>
              <a:gd name="connsiteY2" fmla="*/ 6857999 h 6857999"/>
              <a:gd name="connsiteX3" fmla="*/ 64384 w 9782660"/>
              <a:gd name="connsiteY3" fmla="*/ 6857999 h 6857999"/>
              <a:gd name="connsiteX4" fmla="*/ 359179 w 9782660"/>
              <a:gd name="connsiteY4" fmla="*/ 6789863 h 6857999"/>
              <a:gd name="connsiteX5" fmla="*/ 1295213 w 9782660"/>
              <a:gd name="connsiteY5" fmla="*/ 6495985 h 6857999"/>
              <a:gd name="connsiteX6" fmla="*/ 2706075 w 9782660"/>
              <a:gd name="connsiteY6" fmla="*/ 5695317 h 6857999"/>
              <a:gd name="connsiteX7" fmla="*/ 3295775 w 9782660"/>
              <a:gd name="connsiteY7" fmla="*/ 4544507 h 6857999"/>
              <a:gd name="connsiteX8" fmla="*/ 3295775 w 9782660"/>
              <a:gd name="connsiteY8" fmla="*/ 4540796 h 6857999"/>
              <a:gd name="connsiteX9" fmla="*/ 3245287 w 9782660"/>
              <a:gd name="connsiteY9" fmla="*/ 2312657 h 6857999"/>
              <a:gd name="connsiteX10" fmla="*/ 3245287 w 9782660"/>
              <a:gd name="connsiteY10" fmla="*/ 2312286 h 6857999"/>
              <a:gd name="connsiteX11" fmla="*/ 2655588 w 9782660"/>
              <a:gd name="connsiteY11" fmla="*/ 1166115 h 6857999"/>
              <a:gd name="connsiteX12" fmla="*/ 1244726 w 9782660"/>
              <a:gd name="connsiteY12" fmla="*/ 365447 h 6857999"/>
              <a:gd name="connsiteX13" fmla="*/ 308692 w 9782660"/>
              <a:gd name="connsiteY13" fmla="*/ 7140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782660" h="6857999">
                <a:moveTo>
                  <a:pt x="0" y="0"/>
                </a:moveTo>
                <a:lnTo>
                  <a:pt x="9782660" y="0"/>
                </a:lnTo>
                <a:lnTo>
                  <a:pt x="9782660" y="6857999"/>
                </a:lnTo>
                <a:lnTo>
                  <a:pt x="64384" y="6857999"/>
                </a:lnTo>
                <a:lnTo>
                  <a:pt x="359179" y="6789863"/>
                </a:lnTo>
                <a:cubicBezTo>
                  <a:pt x="694377" y="6703701"/>
                  <a:pt x="1007788" y="6605276"/>
                  <a:pt x="1295213" y="6495985"/>
                </a:cubicBezTo>
                <a:cubicBezTo>
                  <a:pt x="1868950" y="6277772"/>
                  <a:pt x="2356191" y="6009831"/>
                  <a:pt x="2706075" y="5695317"/>
                </a:cubicBezTo>
                <a:cubicBezTo>
                  <a:pt x="3055775" y="5380801"/>
                  <a:pt x="3295775" y="4992621"/>
                  <a:pt x="3295775" y="4544507"/>
                </a:cubicBezTo>
                <a:lnTo>
                  <a:pt x="3295775" y="4540796"/>
                </a:lnTo>
                <a:lnTo>
                  <a:pt x="3245287" y="2312657"/>
                </a:lnTo>
                <a:lnTo>
                  <a:pt x="3245287" y="2312286"/>
                </a:lnTo>
                <a:cubicBezTo>
                  <a:pt x="3243803" y="1866212"/>
                  <a:pt x="3004173" y="1479516"/>
                  <a:pt x="2655588" y="1166115"/>
                </a:cubicBezTo>
                <a:cubicBezTo>
                  <a:pt x="2305703" y="851599"/>
                  <a:pt x="1818463" y="583659"/>
                  <a:pt x="1244726" y="365447"/>
                </a:cubicBezTo>
                <a:cubicBezTo>
                  <a:pt x="957301" y="256109"/>
                  <a:pt x="643890" y="157626"/>
                  <a:pt x="308692" y="71404"/>
                </a:cubicBezTo>
                <a:close/>
              </a:path>
            </a:pathLst>
          </a:custGeom>
          <a:solidFill>
            <a:schemeClr val="tx1">
              <a:alpha val="30000"/>
            </a:schemeClr>
          </a:solidFill>
        </p:spPr>
        <p:txBody>
          <a:bodyPr wrap="square" tIns="182880" rIns="274320">
            <a:no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Change Image</a:t>
            </a:r>
          </a:p>
        </p:txBody>
      </p:sp>
    </p:spTree>
    <p:extLst>
      <p:ext uri="{BB962C8B-B14F-4D97-AF65-F5344CB8AC3E}">
        <p14:creationId xmlns:p14="http://schemas.microsoft.com/office/powerpoint/2010/main" val="3401530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tanding in a room&#10;&#10;Description automatically generated">
            <a:extLst>
              <a:ext uri="{FF2B5EF4-FFF2-40B4-BE49-F238E27FC236}">
                <a16:creationId xmlns:a16="http://schemas.microsoft.com/office/drawing/2014/main" id="{02568DE0-2EFE-5681-F61E-7A21E8E9DF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6" t="27297" r="8576" b="39293"/>
          <a:stretch/>
        </p:blipFill>
        <p:spPr>
          <a:xfrm>
            <a:off x="-3227" y="1282"/>
            <a:ext cx="12190392" cy="6856718"/>
          </a:xfrm>
          <a:prstGeom prst="rect">
            <a:avLst/>
          </a:prstGeom>
        </p:spPr>
      </p:pic>
      <p:pic>
        <p:nvPicPr>
          <p:cNvPr id="4" name="Picture Placeholder 14">
            <a:extLst>
              <a:ext uri="{FF2B5EF4-FFF2-40B4-BE49-F238E27FC236}">
                <a16:creationId xmlns:a16="http://schemas.microsoft.com/office/drawing/2014/main" id="{CD5DAB76-97E3-F0D4-BBD6-829CC34706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03" t="8656" r="12569" b="8301"/>
          <a:stretch/>
        </p:blipFill>
        <p:spPr>
          <a:xfrm>
            <a:off x="2397125" y="-3176"/>
            <a:ext cx="9794875" cy="6861175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4F0ECEDF-D9DE-7592-0B71-357D70E3A878}"/>
              </a:ext>
            </a:extLst>
          </p:cNvPr>
          <p:cNvSpPr/>
          <p:nvPr userDrawn="1"/>
        </p:nvSpPr>
        <p:spPr>
          <a:xfrm>
            <a:off x="0" y="-2871"/>
            <a:ext cx="5705115" cy="6860871"/>
          </a:xfrm>
          <a:custGeom>
            <a:avLst/>
            <a:gdLst>
              <a:gd name="connsiteX0" fmla="*/ 0 w 5705115"/>
              <a:gd name="connsiteY0" fmla="*/ 0 h 6858000"/>
              <a:gd name="connsiteX1" fmla="*/ 2409340 w 5705115"/>
              <a:gd name="connsiteY1" fmla="*/ 0 h 6858000"/>
              <a:gd name="connsiteX2" fmla="*/ 2718032 w 5705115"/>
              <a:gd name="connsiteY2" fmla="*/ 71374 h 6858000"/>
              <a:gd name="connsiteX3" fmla="*/ 3654066 w 5705115"/>
              <a:gd name="connsiteY3" fmla="*/ 365294 h 6858000"/>
              <a:gd name="connsiteX4" fmla="*/ 5064928 w 5705115"/>
              <a:gd name="connsiteY4" fmla="*/ 1165627 h 6858000"/>
              <a:gd name="connsiteX5" fmla="*/ 5654627 w 5705115"/>
              <a:gd name="connsiteY5" fmla="*/ 2311318 h 6858000"/>
              <a:gd name="connsiteX6" fmla="*/ 5654627 w 5705115"/>
              <a:gd name="connsiteY6" fmla="*/ 2311689 h 6858000"/>
              <a:gd name="connsiteX7" fmla="*/ 5705115 w 5705115"/>
              <a:gd name="connsiteY7" fmla="*/ 4538896 h 6858000"/>
              <a:gd name="connsiteX8" fmla="*/ 5705115 w 5705115"/>
              <a:gd name="connsiteY8" fmla="*/ 4542605 h 6858000"/>
              <a:gd name="connsiteX9" fmla="*/ 5115415 w 5705115"/>
              <a:gd name="connsiteY9" fmla="*/ 5692933 h 6858000"/>
              <a:gd name="connsiteX10" fmla="*/ 3704553 w 5705115"/>
              <a:gd name="connsiteY10" fmla="*/ 6493266 h 6858000"/>
              <a:gd name="connsiteX11" fmla="*/ 2768519 w 5705115"/>
              <a:gd name="connsiteY11" fmla="*/ 6787021 h 6858000"/>
              <a:gd name="connsiteX12" fmla="*/ 2461298 w 5705115"/>
              <a:gd name="connsiteY12" fmla="*/ 6858000 h 6858000"/>
              <a:gd name="connsiteX13" fmla="*/ 0 w 5705115"/>
              <a:gd name="connsiteY13" fmla="*/ 6858000 h 6858000"/>
              <a:gd name="connsiteX14" fmla="*/ 0 w 5705115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05115" h="6858000">
                <a:moveTo>
                  <a:pt x="0" y="0"/>
                </a:moveTo>
                <a:lnTo>
                  <a:pt x="2409340" y="0"/>
                </a:lnTo>
                <a:lnTo>
                  <a:pt x="2718032" y="71374"/>
                </a:lnTo>
                <a:cubicBezTo>
                  <a:pt x="3053230" y="157560"/>
                  <a:pt x="3366641" y="256002"/>
                  <a:pt x="3654066" y="365294"/>
                </a:cubicBezTo>
                <a:cubicBezTo>
                  <a:pt x="4227802" y="583415"/>
                  <a:pt x="4715043" y="851243"/>
                  <a:pt x="5064928" y="1165627"/>
                </a:cubicBezTo>
                <a:cubicBezTo>
                  <a:pt x="5413513" y="1478897"/>
                  <a:pt x="5653143" y="1865431"/>
                  <a:pt x="5654627" y="2311318"/>
                </a:cubicBezTo>
                <a:lnTo>
                  <a:pt x="5654627" y="2311689"/>
                </a:lnTo>
                <a:lnTo>
                  <a:pt x="5705115" y="4538896"/>
                </a:lnTo>
                <a:lnTo>
                  <a:pt x="5705115" y="4542605"/>
                </a:lnTo>
                <a:cubicBezTo>
                  <a:pt x="5705115" y="4990532"/>
                  <a:pt x="5465115" y="5378549"/>
                  <a:pt x="5115415" y="5692933"/>
                </a:cubicBezTo>
                <a:cubicBezTo>
                  <a:pt x="4765531" y="6007316"/>
                  <a:pt x="4278290" y="6275145"/>
                  <a:pt x="3704553" y="6493266"/>
                </a:cubicBezTo>
                <a:cubicBezTo>
                  <a:pt x="3417128" y="6602512"/>
                  <a:pt x="3103717" y="6700896"/>
                  <a:pt x="2768519" y="6787021"/>
                </a:cubicBezTo>
                <a:lnTo>
                  <a:pt x="2461298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855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F8C957-9870-23A2-6547-7A2EF8BBBD34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2403843" y="-63667"/>
            <a:ext cx="7850722" cy="6985334"/>
          </a:xfrm>
          <a:custGeom>
            <a:avLst/>
            <a:gdLst>
              <a:gd name="connsiteX0" fmla="*/ 0 w 7850722"/>
              <a:gd name="connsiteY0" fmla="*/ 1939075 h 6985334"/>
              <a:gd name="connsiteX1" fmla="*/ 375594 w 7850722"/>
              <a:gd name="connsiteY1" fmla="*/ 1939075 h 6985334"/>
              <a:gd name="connsiteX2" fmla="*/ 375594 w 7850722"/>
              <a:gd name="connsiteY2" fmla="*/ 5414924 h 6985334"/>
              <a:gd name="connsiteX3" fmla="*/ 0 w 7850722"/>
              <a:gd name="connsiteY3" fmla="*/ 5414924 h 6985334"/>
              <a:gd name="connsiteX4" fmla="*/ 2400615 w 7850722"/>
              <a:gd name="connsiteY4" fmla="*/ 0 h 6985334"/>
              <a:gd name="connsiteX5" fmla="*/ 7850722 w 7850722"/>
              <a:gd name="connsiteY5" fmla="*/ 0 h 6985334"/>
              <a:gd name="connsiteX6" fmla="*/ 7850722 w 7850722"/>
              <a:gd name="connsiteY6" fmla="*/ 6985334 h 6985334"/>
              <a:gd name="connsiteX7" fmla="*/ 2400615 w 7850722"/>
              <a:gd name="connsiteY7" fmla="*/ 6985334 h 698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50722" h="6985334">
                <a:moveTo>
                  <a:pt x="0" y="1939075"/>
                </a:moveTo>
                <a:lnTo>
                  <a:pt x="375594" y="1939075"/>
                </a:lnTo>
                <a:lnTo>
                  <a:pt x="375594" y="5414924"/>
                </a:lnTo>
                <a:lnTo>
                  <a:pt x="0" y="5414924"/>
                </a:lnTo>
                <a:close/>
                <a:moveTo>
                  <a:pt x="2400615" y="0"/>
                </a:moveTo>
                <a:lnTo>
                  <a:pt x="7850722" y="0"/>
                </a:lnTo>
                <a:lnTo>
                  <a:pt x="7850722" y="6985334"/>
                </a:lnTo>
                <a:lnTo>
                  <a:pt x="2400615" y="6985334"/>
                </a:lnTo>
                <a:close/>
              </a:path>
            </a:pathLst>
          </a:cu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E27D6B-61FE-5F68-1547-0B40A6BC1C37}"/>
              </a:ext>
            </a:extLst>
          </p:cNvPr>
          <p:cNvSpPr/>
          <p:nvPr userDrawn="1"/>
        </p:nvSpPr>
        <p:spPr>
          <a:xfrm>
            <a:off x="804132" y="5972428"/>
            <a:ext cx="1522535" cy="24622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id-ID" sz="1000" b="0" i="0">
                <a:solidFill>
                  <a:schemeClr val="accent2"/>
                </a:solidFill>
                <a:latin typeface="Montserrat" pitchFamily="2" charset="77"/>
                <a:cs typeface="Calibri"/>
              </a:rPr>
              <a:t>Blend360.com</a:t>
            </a:r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942BD3F2-20FE-A752-BB0F-C3D3EE77AB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784" y="2591531"/>
            <a:ext cx="3892505" cy="1325563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Add Title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393A01BC-161A-DC05-237F-91FE8D6F1B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0474" y="4069625"/>
            <a:ext cx="3892580" cy="7127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accent2"/>
                </a:solidFill>
                <a:latin typeface="+mn-lt"/>
              </a:defRPr>
            </a:lvl1pPr>
            <a:lvl2pPr marL="456985" indent="0"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Version no | Date here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A40F679D-95A9-C697-E711-F2455CB627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397125" y="-2871"/>
            <a:ext cx="9782660" cy="6859589"/>
          </a:xfrm>
          <a:custGeom>
            <a:avLst/>
            <a:gdLst>
              <a:gd name="connsiteX0" fmla="*/ 0 w 9782660"/>
              <a:gd name="connsiteY0" fmla="*/ 0 h 6857999"/>
              <a:gd name="connsiteX1" fmla="*/ 9782660 w 9782660"/>
              <a:gd name="connsiteY1" fmla="*/ 0 h 6857999"/>
              <a:gd name="connsiteX2" fmla="*/ 9782660 w 9782660"/>
              <a:gd name="connsiteY2" fmla="*/ 6857999 h 6857999"/>
              <a:gd name="connsiteX3" fmla="*/ 64384 w 9782660"/>
              <a:gd name="connsiteY3" fmla="*/ 6857999 h 6857999"/>
              <a:gd name="connsiteX4" fmla="*/ 359179 w 9782660"/>
              <a:gd name="connsiteY4" fmla="*/ 6789863 h 6857999"/>
              <a:gd name="connsiteX5" fmla="*/ 1295213 w 9782660"/>
              <a:gd name="connsiteY5" fmla="*/ 6495985 h 6857999"/>
              <a:gd name="connsiteX6" fmla="*/ 2706075 w 9782660"/>
              <a:gd name="connsiteY6" fmla="*/ 5695317 h 6857999"/>
              <a:gd name="connsiteX7" fmla="*/ 3295775 w 9782660"/>
              <a:gd name="connsiteY7" fmla="*/ 4544507 h 6857999"/>
              <a:gd name="connsiteX8" fmla="*/ 3295775 w 9782660"/>
              <a:gd name="connsiteY8" fmla="*/ 4540796 h 6857999"/>
              <a:gd name="connsiteX9" fmla="*/ 3245287 w 9782660"/>
              <a:gd name="connsiteY9" fmla="*/ 2312657 h 6857999"/>
              <a:gd name="connsiteX10" fmla="*/ 3245287 w 9782660"/>
              <a:gd name="connsiteY10" fmla="*/ 2312286 h 6857999"/>
              <a:gd name="connsiteX11" fmla="*/ 2655588 w 9782660"/>
              <a:gd name="connsiteY11" fmla="*/ 1166115 h 6857999"/>
              <a:gd name="connsiteX12" fmla="*/ 1244726 w 9782660"/>
              <a:gd name="connsiteY12" fmla="*/ 365447 h 6857999"/>
              <a:gd name="connsiteX13" fmla="*/ 308692 w 9782660"/>
              <a:gd name="connsiteY13" fmla="*/ 7140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782660" h="6857999">
                <a:moveTo>
                  <a:pt x="0" y="0"/>
                </a:moveTo>
                <a:lnTo>
                  <a:pt x="9782660" y="0"/>
                </a:lnTo>
                <a:lnTo>
                  <a:pt x="9782660" y="6857999"/>
                </a:lnTo>
                <a:lnTo>
                  <a:pt x="64384" y="6857999"/>
                </a:lnTo>
                <a:lnTo>
                  <a:pt x="359179" y="6789863"/>
                </a:lnTo>
                <a:cubicBezTo>
                  <a:pt x="694377" y="6703701"/>
                  <a:pt x="1007788" y="6605276"/>
                  <a:pt x="1295213" y="6495985"/>
                </a:cubicBezTo>
                <a:cubicBezTo>
                  <a:pt x="1868950" y="6277772"/>
                  <a:pt x="2356191" y="6009831"/>
                  <a:pt x="2706075" y="5695317"/>
                </a:cubicBezTo>
                <a:cubicBezTo>
                  <a:pt x="3055775" y="5380801"/>
                  <a:pt x="3295775" y="4992621"/>
                  <a:pt x="3295775" y="4544507"/>
                </a:cubicBezTo>
                <a:lnTo>
                  <a:pt x="3295775" y="4540796"/>
                </a:lnTo>
                <a:lnTo>
                  <a:pt x="3245287" y="2312657"/>
                </a:lnTo>
                <a:lnTo>
                  <a:pt x="3245287" y="2312286"/>
                </a:lnTo>
                <a:cubicBezTo>
                  <a:pt x="3243803" y="1866212"/>
                  <a:pt x="3004173" y="1479516"/>
                  <a:pt x="2655588" y="1166115"/>
                </a:cubicBezTo>
                <a:cubicBezTo>
                  <a:pt x="2305703" y="851599"/>
                  <a:pt x="1818463" y="583659"/>
                  <a:pt x="1244726" y="365447"/>
                </a:cubicBezTo>
                <a:cubicBezTo>
                  <a:pt x="957301" y="256109"/>
                  <a:pt x="643890" y="157626"/>
                  <a:pt x="308692" y="71404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 wrap="square" tIns="182880" rIns="274320">
            <a:noAutofit/>
          </a:bodyPr>
          <a:lstStyle>
            <a:lvl1pPr marL="0" indent="0" algn="r">
              <a:buNone/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Icon to Change Image</a:t>
            </a:r>
          </a:p>
        </p:txBody>
      </p:sp>
    </p:spTree>
    <p:extLst>
      <p:ext uri="{BB962C8B-B14F-4D97-AF65-F5344CB8AC3E}">
        <p14:creationId xmlns:p14="http://schemas.microsoft.com/office/powerpoint/2010/main" val="178831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tanding in a room&#10;&#10;Description automatically generated">
            <a:extLst>
              <a:ext uri="{FF2B5EF4-FFF2-40B4-BE49-F238E27FC236}">
                <a16:creationId xmlns:a16="http://schemas.microsoft.com/office/drawing/2014/main" id="{02568DE0-2EFE-5681-F61E-7A21E8E9DF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6" t="27297" r="8576" b="39293"/>
          <a:stretch/>
        </p:blipFill>
        <p:spPr>
          <a:xfrm>
            <a:off x="-3227" y="1282"/>
            <a:ext cx="12190392" cy="6856718"/>
          </a:xfrm>
          <a:prstGeom prst="rect">
            <a:avLst/>
          </a:prstGeom>
        </p:spPr>
      </p:pic>
      <p:pic>
        <p:nvPicPr>
          <p:cNvPr id="5" name="Picture Placeholder 9" descr="A silhouette of a person&#10;&#10;AI-generated content may be incorrect.">
            <a:extLst>
              <a:ext uri="{FF2B5EF4-FFF2-40B4-BE49-F238E27FC236}">
                <a16:creationId xmlns:a16="http://schemas.microsoft.com/office/drawing/2014/main" id="{93867D1A-D104-D4EA-9830-F10058F0A1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0030" r="10030"/>
          <a:stretch>
            <a:fillRect/>
          </a:stretch>
        </p:blipFill>
        <p:spPr>
          <a:xfrm>
            <a:off x="2409340" y="-2871"/>
            <a:ext cx="9782660" cy="6857999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CAC9F694-333A-C16E-CF57-6D7A716C8CB3}"/>
              </a:ext>
            </a:extLst>
          </p:cNvPr>
          <p:cNvSpPr/>
          <p:nvPr userDrawn="1"/>
        </p:nvSpPr>
        <p:spPr>
          <a:xfrm>
            <a:off x="0" y="-2871"/>
            <a:ext cx="5705115" cy="6860871"/>
          </a:xfrm>
          <a:custGeom>
            <a:avLst/>
            <a:gdLst>
              <a:gd name="connsiteX0" fmla="*/ 0 w 5705115"/>
              <a:gd name="connsiteY0" fmla="*/ 0 h 6858000"/>
              <a:gd name="connsiteX1" fmla="*/ 2409340 w 5705115"/>
              <a:gd name="connsiteY1" fmla="*/ 0 h 6858000"/>
              <a:gd name="connsiteX2" fmla="*/ 2718032 w 5705115"/>
              <a:gd name="connsiteY2" fmla="*/ 71374 h 6858000"/>
              <a:gd name="connsiteX3" fmla="*/ 3654066 w 5705115"/>
              <a:gd name="connsiteY3" fmla="*/ 365294 h 6858000"/>
              <a:gd name="connsiteX4" fmla="*/ 5064928 w 5705115"/>
              <a:gd name="connsiteY4" fmla="*/ 1165627 h 6858000"/>
              <a:gd name="connsiteX5" fmla="*/ 5654627 w 5705115"/>
              <a:gd name="connsiteY5" fmla="*/ 2311318 h 6858000"/>
              <a:gd name="connsiteX6" fmla="*/ 5654627 w 5705115"/>
              <a:gd name="connsiteY6" fmla="*/ 2311689 h 6858000"/>
              <a:gd name="connsiteX7" fmla="*/ 5705115 w 5705115"/>
              <a:gd name="connsiteY7" fmla="*/ 4538896 h 6858000"/>
              <a:gd name="connsiteX8" fmla="*/ 5705115 w 5705115"/>
              <a:gd name="connsiteY8" fmla="*/ 4542605 h 6858000"/>
              <a:gd name="connsiteX9" fmla="*/ 5115415 w 5705115"/>
              <a:gd name="connsiteY9" fmla="*/ 5692933 h 6858000"/>
              <a:gd name="connsiteX10" fmla="*/ 3704553 w 5705115"/>
              <a:gd name="connsiteY10" fmla="*/ 6493266 h 6858000"/>
              <a:gd name="connsiteX11" fmla="*/ 2768519 w 5705115"/>
              <a:gd name="connsiteY11" fmla="*/ 6787021 h 6858000"/>
              <a:gd name="connsiteX12" fmla="*/ 2461298 w 5705115"/>
              <a:gd name="connsiteY12" fmla="*/ 6858000 h 6858000"/>
              <a:gd name="connsiteX13" fmla="*/ 0 w 5705115"/>
              <a:gd name="connsiteY13" fmla="*/ 6858000 h 6858000"/>
              <a:gd name="connsiteX14" fmla="*/ 0 w 5705115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05115" h="6858000">
                <a:moveTo>
                  <a:pt x="0" y="0"/>
                </a:moveTo>
                <a:lnTo>
                  <a:pt x="2409340" y="0"/>
                </a:lnTo>
                <a:lnTo>
                  <a:pt x="2718032" y="71374"/>
                </a:lnTo>
                <a:cubicBezTo>
                  <a:pt x="3053230" y="157560"/>
                  <a:pt x="3366641" y="256002"/>
                  <a:pt x="3654066" y="365294"/>
                </a:cubicBezTo>
                <a:cubicBezTo>
                  <a:pt x="4227802" y="583415"/>
                  <a:pt x="4715043" y="851243"/>
                  <a:pt x="5064928" y="1165627"/>
                </a:cubicBezTo>
                <a:cubicBezTo>
                  <a:pt x="5413513" y="1478897"/>
                  <a:pt x="5653143" y="1865431"/>
                  <a:pt x="5654627" y="2311318"/>
                </a:cubicBezTo>
                <a:lnTo>
                  <a:pt x="5654627" y="2311689"/>
                </a:lnTo>
                <a:lnTo>
                  <a:pt x="5705115" y="4538896"/>
                </a:lnTo>
                <a:lnTo>
                  <a:pt x="5705115" y="4542605"/>
                </a:lnTo>
                <a:cubicBezTo>
                  <a:pt x="5705115" y="4990532"/>
                  <a:pt x="5465115" y="5378549"/>
                  <a:pt x="5115415" y="5692933"/>
                </a:cubicBezTo>
                <a:cubicBezTo>
                  <a:pt x="4765531" y="6007316"/>
                  <a:pt x="4278290" y="6275145"/>
                  <a:pt x="3704553" y="6493266"/>
                </a:cubicBezTo>
                <a:cubicBezTo>
                  <a:pt x="3417128" y="6602512"/>
                  <a:pt x="3103717" y="6700896"/>
                  <a:pt x="2768519" y="6787021"/>
                </a:cubicBezTo>
                <a:lnTo>
                  <a:pt x="2461298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855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4DC2324-9991-A207-6E60-CF2B3506C527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2403843" y="-63667"/>
            <a:ext cx="7850722" cy="6985334"/>
          </a:xfrm>
          <a:custGeom>
            <a:avLst/>
            <a:gdLst>
              <a:gd name="connsiteX0" fmla="*/ 0 w 7850722"/>
              <a:gd name="connsiteY0" fmla="*/ 1939075 h 6985334"/>
              <a:gd name="connsiteX1" fmla="*/ 375594 w 7850722"/>
              <a:gd name="connsiteY1" fmla="*/ 1939075 h 6985334"/>
              <a:gd name="connsiteX2" fmla="*/ 375594 w 7850722"/>
              <a:gd name="connsiteY2" fmla="*/ 5414924 h 6985334"/>
              <a:gd name="connsiteX3" fmla="*/ 0 w 7850722"/>
              <a:gd name="connsiteY3" fmla="*/ 5414924 h 6985334"/>
              <a:gd name="connsiteX4" fmla="*/ 2400615 w 7850722"/>
              <a:gd name="connsiteY4" fmla="*/ 0 h 6985334"/>
              <a:gd name="connsiteX5" fmla="*/ 7850722 w 7850722"/>
              <a:gd name="connsiteY5" fmla="*/ 0 h 6985334"/>
              <a:gd name="connsiteX6" fmla="*/ 7850722 w 7850722"/>
              <a:gd name="connsiteY6" fmla="*/ 6985334 h 6985334"/>
              <a:gd name="connsiteX7" fmla="*/ 2400615 w 7850722"/>
              <a:gd name="connsiteY7" fmla="*/ 6985334 h 698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50722" h="6985334">
                <a:moveTo>
                  <a:pt x="0" y="1939075"/>
                </a:moveTo>
                <a:lnTo>
                  <a:pt x="375594" y="1939075"/>
                </a:lnTo>
                <a:lnTo>
                  <a:pt x="375594" y="5414924"/>
                </a:lnTo>
                <a:lnTo>
                  <a:pt x="0" y="5414924"/>
                </a:lnTo>
                <a:close/>
                <a:moveTo>
                  <a:pt x="2400615" y="0"/>
                </a:moveTo>
                <a:lnTo>
                  <a:pt x="7850722" y="0"/>
                </a:lnTo>
                <a:lnTo>
                  <a:pt x="7850722" y="6985334"/>
                </a:lnTo>
                <a:lnTo>
                  <a:pt x="2400615" y="6985334"/>
                </a:lnTo>
                <a:close/>
              </a:path>
            </a:pathLst>
          </a:cu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6800973-7376-3714-5B15-81DFB3BB791D}"/>
              </a:ext>
            </a:extLst>
          </p:cNvPr>
          <p:cNvSpPr/>
          <p:nvPr userDrawn="1"/>
        </p:nvSpPr>
        <p:spPr>
          <a:xfrm>
            <a:off x="804132" y="5972428"/>
            <a:ext cx="1522535" cy="24622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id-ID" sz="1000" b="0" i="0">
                <a:solidFill>
                  <a:schemeClr val="accent2"/>
                </a:solidFill>
                <a:latin typeface="Montserrat" pitchFamily="2" charset="77"/>
                <a:cs typeface="Calibri"/>
              </a:rPr>
              <a:t>Blend360.com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89E49884-BEA7-81F4-EF24-446EB02A8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784" y="2591531"/>
            <a:ext cx="3892505" cy="1325563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Add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9DC3F139-E3F5-F8D8-514D-D7634CA97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0474" y="4069625"/>
            <a:ext cx="3892580" cy="7127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accent2"/>
                </a:solidFill>
                <a:latin typeface="+mn-lt"/>
              </a:defRPr>
            </a:lvl1pPr>
            <a:lvl2pPr marL="456985" indent="0"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Version No. | Date here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ADA5E31-D0C1-D5C6-9294-ECAE05D04CD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09340" y="-2871"/>
            <a:ext cx="9782660" cy="6857999"/>
          </a:xfrm>
          <a:custGeom>
            <a:avLst/>
            <a:gdLst>
              <a:gd name="connsiteX0" fmla="*/ 0 w 9782660"/>
              <a:gd name="connsiteY0" fmla="*/ 0 h 6857999"/>
              <a:gd name="connsiteX1" fmla="*/ 9782660 w 9782660"/>
              <a:gd name="connsiteY1" fmla="*/ 0 h 6857999"/>
              <a:gd name="connsiteX2" fmla="*/ 9782660 w 9782660"/>
              <a:gd name="connsiteY2" fmla="*/ 6857999 h 6857999"/>
              <a:gd name="connsiteX3" fmla="*/ 64384 w 9782660"/>
              <a:gd name="connsiteY3" fmla="*/ 6857999 h 6857999"/>
              <a:gd name="connsiteX4" fmla="*/ 359179 w 9782660"/>
              <a:gd name="connsiteY4" fmla="*/ 6789863 h 6857999"/>
              <a:gd name="connsiteX5" fmla="*/ 1295213 w 9782660"/>
              <a:gd name="connsiteY5" fmla="*/ 6495985 h 6857999"/>
              <a:gd name="connsiteX6" fmla="*/ 2706075 w 9782660"/>
              <a:gd name="connsiteY6" fmla="*/ 5695317 h 6857999"/>
              <a:gd name="connsiteX7" fmla="*/ 3295775 w 9782660"/>
              <a:gd name="connsiteY7" fmla="*/ 4544507 h 6857999"/>
              <a:gd name="connsiteX8" fmla="*/ 3295775 w 9782660"/>
              <a:gd name="connsiteY8" fmla="*/ 4540796 h 6857999"/>
              <a:gd name="connsiteX9" fmla="*/ 3245287 w 9782660"/>
              <a:gd name="connsiteY9" fmla="*/ 2312657 h 6857999"/>
              <a:gd name="connsiteX10" fmla="*/ 3245287 w 9782660"/>
              <a:gd name="connsiteY10" fmla="*/ 2312286 h 6857999"/>
              <a:gd name="connsiteX11" fmla="*/ 2655588 w 9782660"/>
              <a:gd name="connsiteY11" fmla="*/ 1166115 h 6857999"/>
              <a:gd name="connsiteX12" fmla="*/ 1244726 w 9782660"/>
              <a:gd name="connsiteY12" fmla="*/ 365447 h 6857999"/>
              <a:gd name="connsiteX13" fmla="*/ 308692 w 9782660"/>
              <a:gd name="connsiteY13" fmla="*/ 7140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782660" h="6857999">
                <a:moveTo>
                  <a:pt x="0" y="0"/>
                </a:moveTo>
                <a:lnTo>
                  <a:pt x="9782660" y="0"/>
                </a:lnTo>
                <a:lnTo>
                  <a:pt x="9782660" y="6857999"/>
                </a:lnTo>
                <a:lnTo>
                  <a:pt x="64384" y="6857999"/>
                </a:lnTo>
                <a:lnTo>
                  <a:pt x="359179" y="6789863"/>
                </a:lnTo>
                <a:cubicBezTo>
                  <a:pt x="694377" y="6703701"/>
                  <a:pt x="1007788" y="6605276"/>
                  <a:pt x="1295213" y="6495985"/>
                </a:cubicBezTo>
                <a:cubicBezTo>
                  <a:pt x="1868950" y="6277772"/>
                  <a:pt x="2356191" y="6009831"/>
                  <a:pt x="2706075" y="5695317"/>
                </a:cubicBezTo>
                <a:cubicBezTo>
                  <a:pt x="3055775" y="5380801"/>
                  <a:pt x="3295775" y="4992621"/>
                  <a:pt x="3295775" y="4544507"/>
                </a:cubicBezTo>
                <a:lnTo>
                  <a:pt x="3295775" y="4540796"/>
                </a:lnTo>
                <a:lnTo>
                  <a:pt x="3245287" y="2312657"/>
                </a:lnTo>
                <a:lnTo>
                  <a:pt x="3245287" y="2312286"/>
                </a:lnTo>
                <a:cubicBezTo>
                  <a:pt x="3243803" y="1866212"/>
                  <a:pt x="3004173" y="1479516"/>
                  <a:pt x="2655588" y="1166115"/>
                </a:cubicBezTo>
                <a:cubicBezTo>
                  <a:pt x="2305703" y="851599"/>
                  <a:pt x="1818463" y="583659"/>
                  <a:pt x="1244726" y="365447"/>
                </a:cubicBezTo>
                <a:cubicBezTo>
                  <a:pt x="957301" y="256109"/>
                  <a:pt x="643890" y="157626"/>
                  <a:pt x="308692" y="71404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</p:spPr>
        <p:txBody>
          <a:bodyPr wrap="square" tIns="182880" rIns="274320">
            <a:noAutofit/>
          </a:bodyPr>
          <a:lstStyle>
            <a:lvl1pPr marL="0" indent="0" algn="r">
              <a:buNone/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Icon to Change Image</a:t>
            </a:r>
          </a:p>
        </p:txBody>
      </p:sp>
    </p:spTree>
    <p:extLst>
      <p:ext uri="{BB962C8B-B14F-4D97-AF65-F5344CB8AC3E}">
        <p14:creationId xmlns:p14="http://schemas.microsoft.com/office/powerpoint/2010/main" val="2539151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Blank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0465" y="1363287"/>
            <a:ext cx="10857999" cy="4743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6AFA6A86-5F2A-DFD3-7EAE-FC438CB90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465" y="453195"/>
            <a:ext cx="10857999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A5931942-4E4F-1287-DEDC-1B1F0009EE4B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bg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64326-0508-82DF-EAC6-B2CBFD88EA66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B0D719-90E6-1EFB-11AF-723AA9E634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69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7B7E63E0-B48F-BECD-7BC6-6D7A41F799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81434" y="-387514"/>
            <a:ext cx="4349396" cy="7648285"/>
          </a:xfrm>
          <a:prstGeom prst="rect">
            <a:avLst/>
          </a:prstGeom>
        </p:spPr>
      </p:pic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44F33A51-D43A-54E0-9402-76225503AFEF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003059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BD224E-47D3-997E-653F-7A790D4B3C4E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3059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A38A6A13-2E8D-59C7-CB00-54479F0171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7672" y="2789242"/>
            <a:ext cx="3851285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95EE9690-BE00-5D83-A0E4-309D45CFC7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3874" y="2789242"/>
            <a:ext cx="3851285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2763355E-5B50-B717-4E8E-54D1CE32B9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7672" y="3854975"/>
            <a:ext cx="3851285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0CD4C95E-5427-0CEA-1DA0-58FBE0709E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3874" y="3854975"/>
            <a:ext cx="3851285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itle 16">
            <a:extLst>
              <a:ext uri="{FF2B5EF4-FFF2-40B4-BE49-F238E27FC236}">
                <a16:creationId xmlns:a16="http://schemas.microsoft.com/office/drawing/2014/main" id="{9EE6308B-5993-BBDD-3100-A9CCF3E57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1170" y="1709878"/>
            <a:ext cx="9043990" cy="662998"/>
          </a:xfrm>
        </p:spPr>
        <p:txBody>
          <a:bodyPr>
            <a:normAutofit/>
          </a:bodyPr>
          <a:lstStyle>
            <a:lvl1pPr>
              <a:defRPr sz="36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9758CE89-E76D-78CE-43C1-E37C21036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E70A585D-2D1A-3071-0EA0-EF693EF8F6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9579" y="2789242"/>
            <a:ext cx="506421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EE0C1B1F-DC94-46DA-B805-79C66C7CEF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89578" y="3854975"/>
            <a:ext cx="506421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A4ED2495-ECAD-3EAC-25ED-D34F52D451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1170" y="2789242"/>
            <a:ext cx="506421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A11F73AA-F52C-94CB-14DD-1032E21D5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1169" y="3854975"/>
            <a:ext cx="506421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2669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3D3C8C8-FECB-72DE-F578-BCF57C71F9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81434" y="-387514"/>
            <a:ext cx="4349396" cy="764828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977049C-1A0C-EB44-9043-F0D0A48A9A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  <p:sp>
        <p:nvSpPr>
          <p:cNvPr id="7" name="Title 16">
            <a:extLst>
              <a:ext uri="{FF2B5EF4-FFF2-40B4-BE49-F238E27FC236}">
                <a16:creationId xmlns:a16="http://schemas.microsoft.com/office/drawing/2014/main" id="{9454C451-BC89-F5C8-9E09-0B8A282A2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1170" y="1709878"/>
            <a:ext cx="9043990" cy="662998"/>
          </a:xfrm>
        </p:spPr>
        <p:txBody>
          <a:bodyPr>
            <a:normAutofit/>
          </a:bodyPr>
          <a:lstStyle>
            <a:lvl1pPr>
              <a:defRPr sz="3600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Slide Number Placeholder 13">
            <a:extLst>
              <a:ext uri="{FF2B5EF4-FFF2-40B4-BE49-F238E27FC236}">
                <a16:creationId xmlns:a16="http://schemas.microsoft.com/office/drawing/2014/main" id="{2E13FECC-BBAB-48EC-C0CD-5955A555E8E1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DC6328-B0EB-05CF-AE19-7852F17088C7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3717CAA2-F6E9-2944-FEF0-0AC5B78B52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7672" y="2789242"/>
            <a:ext cx="3851285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4B192409-E23E-38D9-7FF6-48CA9303DA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3874" y="2789242"/>
            <a:ext cx="3851285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35E92378-0A35-30F2-F088-98E510A9AB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7672" y="3854975"/>
            <a:ext cx="3851285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024AE8F5-DCAA-5558-5BB8-C9AB1D2638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3874" y="3854975"/>
            <a:ext cx="3851285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01BA461-B168-1D28-B367-AFDF78BD56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9579" y="2789242"/>
            <a:ext cx="506421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981D0613-DDB6-55E2-7F29-377A323B1B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89578" y="3854975"/>
            <a:ext cx="506421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52C8DF-3903-4D37-1043-B46F2171C7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1170" y="2789242"/>
            <a:ext cx="506421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D96C6EA5-BD3A-40B9-E370-25C066EAB0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1169" y="3854975"/>
            <a:ext cx="506421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81359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15860EC-EBD5-1284-5AD1-779762250C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81434" y="-387514"/>
            <a:ext cx="4349396" cy="7648285"/>
          </a:xfrm>
          <a:prstGeom prst="rect">
            <a:avLst/>
          </a:prstGeom>
        </p:spPr>
      </p:pic>
      <p:sp>
        <p:nvSpPr>
          <p:cNvPr id="37" name="Title 16">
            <a:extLst>
              <a:ext uri="{FF2B5EF4-FFF2-40B4-BE49-F238E27FC236}">
                <a16:creationId xmlns:a16="http://schemas.microsoft.com/office/drawing/2014/main" id="{9E3AD48C-57BF-0EF6-D32F-A560B6D73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1170" y="1709878"/>
            <a:ext cx="9043990" cy="662998"/>
          </a:xfrm>
        </p:spPr>
        <p:txBody>
          <a:bodyPr>
            <a:normAutofit/>
          </a:bodyPr>
          <a:lstStyle>
            <a:lvl1pPr>
              <a:defRPr sz="3600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F7118C1-7699-267F-B078-51E1BB4BED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5B0C2EDA-8A2B-FFDF-090C-18B85505521C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92686-74AE-215C-78FD-D667A2DDF257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E1319FC9-9B94-7A4C-A90C-4901B76F36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7672" y="2789242"/>
            <a:ext cx="3851285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36990E72-146E-061F-DECA-E864D245F3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3874" y="2789242"/>
            <a:ext cx="3851285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33EB482E-038E-4A46-5F2E-5AFD8821A7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7672" y="3854975"/>
            <a:ext cx="3851285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E8B7BE48-D402-FA6D-B9C7-85F6AA7CC3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3874" y="3854975"/>
            <a:ext cx="3851285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772E9D82-C44F-F1EA-8EDD-F9535228AB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9579" y="2789242"/>
            <a:ext cx="506421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D7CB2A0E-1176-0C27-A8D9-3CBFF25740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89578" y="3854975"/>
            <a:ext cx="506421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5A007A47-92DC-2854-A61A-9CB5A57BB1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1170" y="2789242"/>
            <a:ext cx="506421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ABE79067-AFC0-01F6-700C-E96DCAECD4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1169" y="3854975"/>
            <a:ext cx="506421" cy="764935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43053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50F09B-A494-5D08-27B1-32290FA096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178" y="168672"/>
            <a:ext cx="6091866" cy="6520656"/>
          </a:xfrm>
          <a:prstGeom prst="rect">
            <a:avLst/>
          </a:prstGeom>
        </p:spPr>
      </p:pic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3978187-75CD-0F5C-BE91-98349E736F23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27177" y="168672"/>
            <a:ext cx="6091867" cy="6520656"/>
          </a:xfrm>
          <a:solidFill>
            <a:srgbClr val="F4F3F0">
              <a:alpha val="68000"/>
            </a:srgbClr>
          </a:solidFill>
        </p:spPr>
        <p:txBody>
          <a:bodyPr lIns="91440" tIns="182880"/>
          <a:lstStyle>
            <a:lvl1pPr marL="0" indent="0">
              <a:buNone/>
              <a:defRPr>
                <a:solidFill>
                  <a:srgbClr val="003059"/>
                </a:solidFill>
                <a:latin typeface="Montserra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Change Image</a:t>
            </a:r>
            <a:endParaRPr lang="en-US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E03995F-B8EA-233A-3299-941489AC32DC}"/>
              </a:ext>
            </a:extLst>
          </p:cNvPr>
          <p:cNvSpPr>
            <a:spLocks/>
          </p:cNvSpPr>
          <p:nvPr userDrawn="1"/>
        </p:nvSpPr>
        <p:spPr>
          <a:xfrm rot="10800000">
            <a:off x="7725141" y="7124"/>
            <a:ext cx="4466860" cy="6837604"/>
          </a:xfrm>
          <a:custGeom>
            <a:avLst/>
            <a:gdLst>
              <a:gd name="connsiteX0" fmla="*/ 0 w 4467442"/>
              <a:gd name="connsiteY0" fmla="*/ 6837604 h 6837604"/>
              <a:gd name="connsiteX1" fmla="*/ 0 w 4467442"/>
              <a:gd name="connsiteY1" fmla="*/ 6212686 h 6837604"/>
              <a:gd name="connsiteX2" fmla="*/ 139678 w 4467442"/>
              <a:gd name="connsiteY2" fmla="*/ 6199024 h 6837604"/>
              <a:gd name="connsiteX3" fmla="*/ 2385725 w 4467442"/>
              <a:gd name="connsiteY3" fmla="*/ 5683531 h 6837604"/>
              <a:gd name="connsiteX4" fmla="*/ 3502074 w 4467442"/>
              <a:gd name="connsiteY4" fmla="*/ 5058530 h 6837604"/>
              <a:gd name="connsiteX5" fmla="*/ 3844214 w 4467442"/>
              <a:gd name="connsiteY5" fmla="*/ 4451257 h 6837604"/>
              <a:gd name="connsiteX6" fmla="*/ 3502074 w 4467442"/>
              <a:gd name="connsiteY6" fmla="*/ 3843984 h 6837604"/>
              <a:gd name="connsiteX7" fmla="*/ 3425541 w 4467442"/>
              <a:gd name="connsiteY7" fmla="*/ 3778807 h 6837604"/>
              <a:gd name="connsiteX8" fmla="*/ 2560535 w 4467442"/>
              <a:gd name="connsiteY8" fmla="*/ 4194200 h 6837604"/>
              <a:gd name="connsiteX9" fmla="*/ 164563 w 4467442"/>
              <a:gd name="connsiteY9" fmla="*/ 4746248 h 6837604"/>
              <a:gd name="connsiteX10" fmla="*/ 0 w 4467442"/>
              <a:gd name="connsiteY10" fmla="*/ 4762318 h 6837604"/>
              <a:gd name="connsiteX11" fmla="*/ 0 w 4467442"/>
              <a:gd name="connsiteY11" fmla="*/ 4138088 h 6837604"/>
              <a:gd name="connsiteX12" fmla="*/ 92781 w 4467442"/>
              <a:gd name="connsiteY12" fmla="*/ 4129013 h 6837604"/>
              <a:gd name="connsiteX13" fmla="*/ 2338587 w 4467442"/>
              <a:gd name="connsiteY13" fmla="*/ 3613519 h 6837604"/>
              <a:gd name="connsiteX14" fmla="*/ 2817793 w 4467442"/>
              <a:gd name="connsiteY14" fmla="*/ 3404954 h 6837604"/>
              <a:gd name="connsiteX15" fmla="*/ 2817966 w 4467442"/>
              <a:gd name="connsiteY15" fmla="*/ 3404780 h 6837604"/>
              <a:gd name="connsiteX16" fmla="*/ 2385725 w 4467442"/>
              <a:gd name="connsiteY16" fmla="*/ 3219331 h 6837604"/>
              <a:gd name="connsiteX17" fmla="*/ 139800 w 4467442"/>
              <a:gd name="connsiteY17" fmla="*/ 2703837 h 6837604"/>
              <a:gd name="connsiteX18" fmla="*/ 0 w 4467442"/>
              <a:gd name="connsiteY18" fmla="*/ 2690164 h 6837604"/>
              <a:gd name="connsiteX19" fmla="*/ 0 w 4467442"/>
              <a:gd name="connsiteY19" fmla="*/ 2065401 h 6837604"/>
              <a:gd name="connsiteX20" fmla="*/ 211777 w 4467442"/>
              <a:gd name="connsiteY20" fmla="*/ 2086081 h 6837604"/>
              <a:gd name="connsiteX21" fmla="*/ 2607673 w 4467442"/>
              <a:gd name="connsiteY21" fmla="*/ 2638129 h 6837604"/>
              <a:gd name="connsiteX22" fmla="*/ 3418234 w 4467442"/>
              <a:gd name="connsiteY22" fmla="*/ 3020846 h 6837604"/>
              <a:gd name="connsiteX23" fmla="*/ 3455284 w 4467442"/>
              <a:gd name="connsiteY23" fmla="*/ 2988345 h 6837604"/>
              <a:gd name="connsiteX24" fmla="*/ 3797424 w 4467442"/>
              <a:gd name="connsiteY24" fmla="*/ 2381072 h 6837604"/>
              <a:gd name="connsiteX25" fmla="*/ 3455284 w 4467442"/>
              <a:gd name="connsiteY25" fmla="*/ 1773799 h 6837604"/>
              <a:gd name="connsiteX26" fmla="*/ 2338761 w 4467442"/>
              <a:gd name="connsiteY26" fmla="*/ 1148798 h 6837604"/>
              <a:gd name="connsiteX27" fmla="*/ 92879 w 4467442"/>
              <a:gd name="connsiteY27" fmla="*/ 633305 h 6837604"/>
              <a:gd name="connsiteX28" fmla="*/ 0 w 4467442"/>
              <a:gd name="connsiteY28" fmla="*/ 624220 h 6837604"/>
              <a:gd name="connsiteX29" fmla="*/ 0 w 4467442"/>
              <a:gd name="connsiteY29" fmla="*/ 0 h 6837604"/>
              <a:gd name="connsiteX30" fmla="*/ 164563 w 4467442"/>
              <a:gd name="connsiteY30" fmla="*/ 16070 h 6837604"/>
              <a:gd name="connsiteX31" fmla="*/ 2560535 w 4467442"/>
              <a:gd name="connsiteY31" fmla="*/ 568118 h 6837604"/>
              <a:gd name="connsiteX32" fmla="*/ 3872045 w 4467442"/>
              <a:gd name="connsiteY32" fmla="*/ 1312001 h 6837604"/>
              <a:gd name="connsiteX33" fmla="*/ 4420304 w 4467442"/>
              <a:gd name="connsiteY33" fmla="*/ 2381246 h 6837604"/>
              <a:gd name="connsiteX34" fmla="*/ 3932402 w 4467442"/>
              <a:gd name="connsiteY34" fmla="*/ 3394352 h 6837604"/>
              <a:gd name="connsiteX35" fmla="*/ 3932576 w 4467442"/>
              <a:gd name="connsiteY35" fmla="*/ 3394526 h 6837604"/>
              <a:gd name="connsiteX36" fmla="*/ 4467442 w 4467442"/>
              <a:gd name="connsiteY36" fmla="*/ 4451605 h 6837604"/>
              <a:gd name="connsiteX37" fmla="*/ 3919182 w 4467442"/>
              <a:gd name="connsiteY37" fmla="*/ 5520849 h 6837604"/>
              <a:gd name="connsiteX38" fmla="*/ 2607499 w 4467442"/>
              <a:gd name="connsiteY38" fmla="*/ 6264732 h 6837604"/>
              <a:gd name="connsiteX39" fmla="*/ 211527 w 4467442"/>
              <a:gd name="connsiteY39" fmla="*/ 6816945 h 683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467442" h="6837604">
                <a:moveTo>
                  <a:pt x="0" y="6837604"/>
                </a:moveTo>
                <a:lnTo>
                  <a:pt x="0" y="6212686"/>
                </a:lnTo>
                <a:lnTo>
                  <a:pt x="139678" y="6199024"/>
                </a:lnTo>
                <a:cubicBezTo>
                  <a:pt x="1004355" y="6096737"/>
                  <a:pt x="1772260" y="5916646"/>
                  <a:pt x="2385725" y="5683531"/>
                </a:cubicBezTo>
                <a:cubicBezTo>
                  <a:pt x="2877455" y="5496517"/>
                  <a:pt x="3254035" y="5281521"/>
                  <a:pt x="3502074" y="5058530"/>
                </a:cubicBezTo>
                <a:cubicBezTo>
                  <a:pt x="3750287" y="4835539"/>
                  <a:pt x="3844214" y="4629754"/>
                  <a:pt x="3844214" y="4451257"/>
                </a:cubicBezTo>
                <a:cubicBezTo>
                  <a:pt x="3844214" y="4272760"/>
                  <a:pt x="3750287" y="4067149"/>
                  <a:pt x="3502074" y="3843984"/>
                </a:cubicBezTo>
                <a:cubicBezTo>
                  <a:pt x="3477723" y="3822085"/>
                  <a:pt x="3452327" y="3800359"/>
                  <a:pt x="3425541" y="3778807"/>
                </a:cubicBezTo>
                <a:cubicBezTo>
                  <a:pt x="3173153" y="3933667"/>
                  <a:pt x="2881281" y="4072363"/>
                  <a:pt x="2560535" y="4194200"/>
                </a:cubicBezTo>
                <a:cubicBezTo>
                  <a:pt x="1892604" y="4448063"/>
                  <a:pt x="1073563" y="4638854"/>
                  <a:pt x="164563" y="4746248"/>
                </a:cubicBezTo>
                <a:lnTo>
                  <a:pt x="0" y="4762318"/>
                </a:lnTo>
                <a:lnTo>
                  <a:pt x="0" y="4138088"/>
                </a:lnTo>
                <a:lnTo>
                  <a:pt x="92781" y="4129013"/>
                </a:lnTo>
                <a:cubicBezTo>
                  <a:pt x="957434" y="4026726"/>
                  <a:pt x="1725231" y="3846635"/>
                  <a:pt x="2338587" y="3613519"/>
                </a:cubicBezTo>
                <a:cubicBezTo>
                  <a:pt x="2513050" y="3547300"/>
                  <a:pt x="2672901" y="3477431"/>
                  <a:pt x="2817793" y="3404954"/>
                </a:cubicBezTo>
                <a:lnTo>
                  <a:pt x="2817966" y="3404780"/>
                </a:lnTo>
                <a:cubicBezTo>
                  <a:pt x="2685772" y="3340646"/>
                  <a:pt x="2541576" y="3278598"/>
                  <a:pt x="2385725" y="3219331"/>
                </a:cubicBezTo>
                <a:cubicBezTo>
                  <a:pt x="1772369" y="2986216"/>
                  <a:pt x="1004504" y="2806124"/>
                  <a:pt x="139800" y="2703837"/>
                </a:cubicBezTo>
                <a:lnTo>
                  <a:pt x="0" y="2690164"/>
                </a:lnTo>
                <a:lnTo>
                  <a:pt x="0" y="2065401"/>
                </a:lnTo>
                <a:lnTo>
                  <a:pt x="211777" y="2086081"/>
                </a:lnTo>
                <a:cubicBezTo>
                  <a:pt x="1120769" y="2193475"/>
                  <a:pt x="1939742" y="2384266"/>
                  <a:pt x="2607673" y="2638129"/>
                </a:cubicBezTo>
                <a:cubicBezTo>
                  <a:pt x="2905807" y="2751449"/>
                  <a:pt x="3178719" y="2879195"/>
                  <a:pt x="3418234" y="3020846"/>
                </a:cubicBezTo>
                <a:cubicBezTo>
                  <a:pt x="3430933" y="3010070"/>
                  <a:pt x="3443282" y="2999294"/>
                  <a:pt x="3455284" y="2988345"/>
                </a:cubicBezTo>
                <a:cubicBezTo>
                  <a:pt x="3703497" y="2765354"/>
                  <a:pt x="3797424" y="2559569"/>
                  <a:pt x="3797424" y="2381072"/>
                </a:cubicBezTo>
                <a:cubicBezTo>
                  <a:pt x="3797424" y="2202575"/>
                  <a:pt x="3703497" y="1996964"/>
                  <a:pt x="3455284" y="1773799"/>
                </a:cubicBezTo>
                <a:cubicBezTo>
                  <a:pt x="3207071" y="1550808"/>
                  <a:pt x="2830665" y="1335812"/>
                  <a:pt x="2338761" y="1148798"/>
                </a:cubicBezTo>
                <a:cubicBezTo>
                  <a:pt x="1725405" y="915683"/>
                  <a:pt x="957540" y="735592"/>
                  <a:pt x="92879" y="633305"/>
                </a:cubicBezTo>
                <a:lnTo>
                  <a:pt x="0" y="624220"/>
                </a:lnTo>
                <a:lnTo>
                  <a:pt x="0" y="0"/>
                </a:lnTo>
                <a:lnTo>
                  <a:pt x="164563" y="16070"/>
                </a:lnTo>
                <a:cubicBezTo>
                  <a:pt x="1073563" y="123464"/>
                  <a:pt x="1892604" y="314255"/>
                  <a:pt x="2560535" y="568118"/>
                </a:cubicBezTo>
                <a:cubicBezTo>
                  <a:pt x="3093662" y="770774"/>
                  <a:pt x="3546777" y="1019662"/>
                  <a:pt x="3872045" y="1312001"/>
                </a:cubicBezTo>
                <a:cubicBezTo>
                  <a:pt x="4197313" y="1604166"/>
                  <a:pt x="4420304" y="1964984"/>
                  <a:pt x="4420304" y="2381246"/>
                </a:cubicBezTo>
                <a:cubicBezTo>
                  <a:pt x="4420304" y="2771263"/>
                  <a:pt x="4224448" y="3112441"/>
                  <a:pt x="3932402" y="3394352"/>
                </a:cubicBezTo>
                <a:lnTo>
                  <a:pt x="3932576" y="3394526"/>
                </a:lnTo>
                <a:cubicBezTo>
                  <a:pt x="4250539" y="3684431"/>
                  <a:pt x="4467442" y="4035343"/>
                  <a:pt x="4467442" y="4451605"/>
                </a:cubicBezTo>
                <a:cubicBezTo>
                  <a:pt x="4467442" y="4867866"/>
                  <a:pt x="4244276" y="5228684"/>
                  <a:pt x="3919182" y="5520849"/>
                </a:cubicBezTo>
                <a:cubicBezTo>
                  <a:pt x="3593915" y="5813015"/>
                  <a:pt x="3140800" y="6062077"/>
                  <a:pt x="2607499" y="6264732"/>
                </a:cubicBezTo>
                <a:cubicBezTo>
                  <a:pt x="1939568" y="6518704"/>
                  <a:pt x="1120527" y="6709536"/>
                  <a:pt x="211527" y="6816945"/>
                </a:cubicBezTo>
                <a:close/>
              </a:path>
            </a:pathLst>
          </a:custGeom>
          <a:solidFill>
            <a:schemeClr val="accent1">
              <a:alpha val="3705"/>
            </a:schemeClr>
          </a:solidFill>
          <a:ln w="173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809E5147-7114-32A7-E76B-DC0C029381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78865" y="2760305"/>
            <a:ext cx="4466860" cy="489559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2083857D-063A-51AB-1DAC-53F3537733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78865" y="3371028"/>
            <a:ext cx="4466860" cy="489559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1033C3E3-1C3A-AAED-089D-31669AE11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78865" y="3994846"/>
            <a:ext cx="4466860" cy="489559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DF75C3C5-66BB-5BA0-BBAE-6CFE191B27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78865" y="4616933"/>
            <a:ext cx="4466860" cy="489559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Slide Number Placeholder 13">
            <a:extLst>
              <a:ext uri="{FF2B5EF4-FFF2-40B4-BE49-F238E27FC236}">
                <a16:creationId xmlns:a16="http://schemas.microsoft.com/office/drawing/2014/main" id="{0AAB1FBD-35A4-6DF0-48E2-2610EC1DADD2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003059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EFD18D-ECA8-9CF6-038D-87FF4B8D1841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3059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56DFAD5E-A376-FB77-64E3-4BAC295AE8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68586" y="2760305"/>
            <a:ext cx="490908" cy="489559"/>
          </a:xfrm>
          <a:prstGeom prst="ellipse">
            <a:avLst/>
          </a:prstGeom>
          <a:ln>
            <a:solidFill>
              <a:schemeClr val="bg2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B0567ED5-0739-05AE-9CA6-BF952E09DB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68586" y="3367350"/>
            <a:ext cx="490908" cy="489559"/>
          </a:xfrm>
          <a:prstGeom prst="ellipse">
            <a:avLst/>
          </a:prstGeom>
          <a:ln>
            <a:solidFill>
              <a:schemeClr val="bg2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9C8D3BBF-E8ED-593E-E06C-6BBF4F5C46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68586" y="3999218"/>
            <a:ext cx="490908" cy="489559"/>
          </a:xfrm>
          <a:prstGeom prst="ellipse">
            <a:avLst/>
          </a:prstGeom>
          <a:ln>
            <a:solidFill>
              <a:schemeClr val="bg2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5CAB813A-4D03-3113-CCC0-08067FDE2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68586" y="4616933"/>
            <a:ext cx="490908" cy="489559"/>
          </a:xfrm>
          <a:prstGeom prst="ellipse">
            <a:avLst/>
          </a:prstGeom>
          <a:ln>
            <a:solidFill>
              <a:schemeClr val="bg2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2658496D-C8C9-75B2-3F0D-56168CC416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3738" y="1813414"/>
            <a:ext cx="5141987" cy="662998"/>
          </a:xfrm>
        </p:spPr>
        <p:txBody>
          <a:bodyPr>
            <a:normAutofit/>
          </a:bodyPr>
          <a:lstStyle>
            <a:lvl1pPr>
              <a:defRPr sz="36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035229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1C68B728-1E35-DAB6-D37E-BE9710638C33}"/>
              </a:ext>
            </a:extLst>
          </p:cNvPr>
          <p:cNvSpPr>
            <a:spLocks/>
          </p:cNvSpPr>
          <p:nvPr userDrawn="1"/>
        </p:nvSpPr>
        <p:spPr>
          <a:xfrm rot="10800000">
            <a:off x="7725141" y="7124"/>
            <a:ext cx="4466860" cy="6837604"/>
          </a:xfrm>
          <a:custGeom>
            <a:avLst/>
            <a:gdLst>
              <a:gd name="connsiteX0" fmla="*/ 0 w 4467442"/>
              <a:gd name="connsiteY0" fmla="*/ 6837604 h 6837604"/>
              <a:gd name="connsiteX1" fmla="*/ 0 w 4467442"/>
              <a:gd name="connsiteY1" fmla="*/ 6212686 h 6837604"/>
              <a:gd name="connsiteX2" fmla="*/ 139678 w 4467442"/>
              <a:gd name="connsiteY2" fmla="*/ 6199024 h 6837604"/>
              <a:gd name="connsiteX3" fmla="*/ 2385725 w 4467442"/>
              <a:gd name="connsiteY3" fmla="*/ 5683531 h 6837604"/>
              <a:gd name="connsiteX4" fmla="*/ 3502074 w 4467442"/>
              <a:gd name="connsiteY4" fmla="*/ 5058530 h 6837604"/>
              <a:gd name="connsiteX5" fmla="*/ 3844214 w 4467442"/>
              <a:gd name="connsiteY5" fmla="*/ 4451257 h 6837604"/>
              <a:gd name="connsiteX6" fmla="*/ 3502074 w 4467442"/>
              <a:gd name="connsiteY6" fmla="*/ 3843984 h 6837604"/>
              <a:gd name="connsiteX7" fmla="*/ 3425541 w 4467442"/>
              <a:gd name="connsiteY7" fmla="*/ 3778807 h 6837604"/>
              <a:gd name="connsiteX8" fmla="*/ 2560535 w 4467442"/>
              <a:gd name="connsiteY8" fmla="*/ 4194200 h 6837604"/>
              <a:gd name="connsiteX9" fmla="*/ 164563 w 4467442"/>
              <a:gd name="connsiteY9" fmla="*/ 4746248 h 6837604"/>
              <a:gd name="connsiteX10" fmla="*/ 0 w 4467442"/>
              <a:gd name="connsiteY10" fmla="*/ 4762318 h 6837604"/>
              <a:gd name="connsiteX11" fmla="*/ 0 w 4467442"/>
              <a:gd name="connsiteY11" fmla="*/ 4138088 h 6837604"/>
              <a:gd name="connsiteX12" fmla="*/ 92781 w 4467442"/>
              <a:gd name="connsiteY12" fmla="*/ 4129013 h 6837604"/>
              <a:gd name="connsiteX13" fmla="*/ 2338587 w 4467442"/>
              <a:gd name="connsiteY13" fmla="*/ 3613519 h 6837604"/>
              <a:gd name="connsiteX14" fmla="*/ 2817793 w 4467442"/>
              <a:gd name="connsiteY14" fmla="*/ 3404954 h 6837604"/>
              <a:gd name="connsiteX15" fmla="*/ 2817966 w 4467442"/>
              <a:gd name="connsiteY15" fmla="*/ 3404780 h 6837604"/>
              <a:gd name="connsiteX16" fmla="*/ 2385725 w 4467442"/>
              <a:gd name="connsiteY16" fmla="*/ 3219331 h 6837604"/>
              <a:gd name="connsiteX17" fmla="*/ 139800 w 4467442"/>
              <a:gd name="connsiteY17" fmla="*/ 2703837 h 6837604"/>
              <a:gd name="connsiteX18" fmla="*/ 0 w 4467442"/>
              <a:gd name="connsiteY18" fmla="*/ 2690164 h 6837604"/>
              <a:gd name="connsiteX19" fmla="*/ 0 w 4467442"/>
              <a:gd name="connsiteY19" fmla="*/ 2065401 h 6837604"/>
              <a:gd name="connsiteX20" fmla="*/ 211777 w 4467442"/>
              <a:gd name="connsiteY20" fmla="*/ 2086081 h 6837604"/>
              <a:gd name="connsiteX21" fmla="*/ 2607673 w 4467442"/>
              <a:gd name="connsiteY21" fmla="*/ 2638129 h 6837604"/>
              <a:gd name="connsiteX22" fmla="*/ 3418234 w 4467442"/>
              <a:gd name="connsiteY22" fmla="*/ 3020846 h 6837604"/>
              <a:gd name="connsiteX23" fmla="*/ 3455284 w 4467442"/>
              <a:gd name="connsiteY23" fmla="*/ 2988345 h 6837604"/>
              <a:gd name="connsiteX24" fmla="*/ 3797424 w 4467442"/>
              <a:gd name="connsiteY24" fmla="*/ 2381072 h 6837604"/>
              <a:gd name="connsiteX25" fmla="*/ 3455284 w 4467442"/>
              <a:gd name="connsiteY25" fmla="*/ 1773799 h 6837604"/>
              <a:gd name="connsiteX26" fmla="*/ 2338761 w 4467442"/>
              <a:gd name="connsiteY26" fmla="*/ 1148798 h 6837604"/>
              <a:gd name="connsiteX27" fmla="*/ 92879 w 4467442"/>
              <a:gd name="connsiteY27" fmla="*/ 633305 h 6837604"/>
              <a:gd name="connsiteX28" fmla="*/ 0 w 4467442"/>
              <a:gd name="connsiteY28" fmla="*/ 624220 h 6837604"/>
              <a:gd name="connsiteX29" fmla="*/ 0 w 4467442"/>
              <a:gd name="connsiteY29" fmla="*/ 0 h 6837604"/>
              <a:gd name="connsiteX30" fmla="*/ 164563 w 4467442"/>
              <a:gd name="connsiteY30" fmla="*/ 16070 h 6837604"/>
              <a:gd name="connsiteX31" fmla="*/ 2560535 w 4467442"/>
              <a:gd name="connsiteY31" fmla="*/ 568118 h 6837604"/>
              <a:gd name="connsiteX32" fmla="*/ 3872045 w 4467442"/>
              <a:gd name="connsiteY32" fmla="*/ 1312001 h 6837604"/>
              <a:gd name="connsiteX33" fmla="*/ 4420304 w 4467442"/>
              <a:gd name="connsiteY33" fmla="*/ 2381246 h 6837604"/>
              <a:gd name="connsiteX34" fmla="*/ 3932402 w 4467442"/>
              <a:gd name="connsiteY34" fmla="*/ 3394352 h 6837604"/>
              <a:gd name="connsiteX35" fmla="*/ 3932576 w 4467442"/>
              <a:gd name="connsiteY35" fmla="*/ 3394526 h 6837604"/>
              <a:gd name="connsiteX36" fmla="*/ 4467442 w 4467442"/>
              <a:gd name="connsiteY36" fmla="*/ 4451605 h 6837604"/>
              <a:gd name="connsiteX37" fmla="*/ 3919182 w 4467442"/>
              <a:gd name="connsiteY37" fmla="*/ 5520849 h 6837604"/>
              <a:gd name="connsiteX38" fmla="*/ 2607499 w 4467442"/>
              <a:gd name="connsiteY38" fmla="*/ 6264732 h 6837604"/>
              <a:gd name="connsiteX39" fmla="*/ 211527 w 4467442"/>
              <a:gd name="connsiteY39" fmla="*/ 6816945 h 683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467442" h="6837604">
                <a:moveTo>
                  <a:pt x="0" y="6837604"/>
                </a:moveTo>
                <a:lnTo>
                  <a:pt x="0" y="6212686"/>
                </a:lnTo>
                <a:lnTo>
                  <a:pt x="139678" y="6199024"/>
                </a:lnTo>
                <a:cubicBezTo>
                  <a:pt x="1004355" y="6096737"/>
                  <a:pt x="1772260" y="5916646"/>
                  <a:pt x="2385725" y="5683531"/>
                </a:cubicBezTo>
                <a:cubicBezTo>
                  <a:pt x="2877455" y="5496517"/>
                  <a:pt x="3254035" y="5281521"/>
                  <a:pt x="3502074" y="5058530"/>
                </a:cubicBezTo>
                <a:cubicBezTo>
                  <a:pt x="3750287" y="4835539"/>
                  <a:pt x="3844214" y="4629754"/>
                  <a:pt x="3844214" y="4451257"/>
                </a:cubicBezTo>
                <a:cubicBezTo>
                  <a:pt x="3844214" y="4272760"/>
                  <a:pt x="3750287" y="4067149"/>
                  <a:pt x="3502074" y="3843984"/>
                </a:cubicBezTo>
                <a:cubicBezTo>
                  <a:pt x="3477723" y="3822085"/>
                  <a:pt x="3452327" y="3800359"/>
                  <a:pt x="3425541" y="3778807"/>
                </a:cubicBezTo>
                <a:cubicBezTo>
                  <a:pt x="3173153" y="3933667"/>
                  <a:pt x="2881281" y="4072363"/>
                  <a:pt x="2560535" y="4194200"/>
                </a:cubicBezTo>
                <a:cubicBezTo>
                  <a:pt x="1892604" y="4448063"/>
                  <a:pt x="1073563" y="4638854"/>
                  <a:pt x="164563" y="4746248"/>
                </a:cubicBezTo>
                <a:lnTo>
                  <a:pt x="0" y="4762318"/>
                </a:lnTo>
                <a:lnTo>
                  <a:pt x="0" y="4138088"/>
                </a:lnTo>
                <a:lnTo>
                  <a:pt x="92781" y="4129013"/>
                </a:lnTo>
                <a:cubicBezTo>
                  <a:pt x="957434" y="4026726"/>
                  <a:pt x="1725231" y="3846635"/>
                  <a:pt x="2338587" y="3613519"/>
                </a:cubicBezTo>
                <a:cubicBezTo>
                  <a:pt x="2513050" y="3547300"/>
                  <a:pt x="2672901" y="3477431"/>
                  <a:pt x="2817793" y="3404954"/>
                </a:cubicBezTo>
                <a:lnTo>
                  <a:pt x="2817966" y="3404780"/>
                </a:lnTo>
                <a:cubicBezTo>
                  <a:pt x="2685772" y="3340646"/>
                  <a:pt x="2541576" y="3278598"/>
                  <a:pt x="2385725" y="3219331"/>
                </a:cubicBezTo>
                <a:cubicBezTo>
                  <a:pt x="1772369" y="2986216"/>
                  <a:pt x="1004504" y="2806124"/>
                  <a:pt x="139800" y="2703837"/>
                </a:cubicBezTo>
                <a:lnTo>
                  <a:pt x="0" y="2690164"/>
                </a:lnTo>
                <a:lnTo>
                  <a:pt x="0" y="2065401"/>
                </a:lnTo>
                <a:lnTo>
                  <a:pt x="211777" y="2086081"/>
                </a:lnTo>
                <a:cubicBezTo>
                  <a:pt x="1120769" y="2193475"/>
                  <a:pt x="1939742" y="2384266"/>
                  <a:pt x="2607673" y="2638129"/>
                </a:cubicBezTo>
                <a:cubicBezTo>
                  <a:pt x="2905807" y="2751449"/>
                  <a:pt x="3178719" y="2879195"/>
                  <a:pt x="3418234" y="3020846"/>
                </a:cubicBezTo>
                <a:cubicBezTo>
                  <a:pt x="3430933" y="3010070"/>
                  <a:pt x="3443282" y="2999294"/>
                  <a:pt x="3455284" y="2988345"/>
                </a:cubicBezTo>
                <a:cubicBezTo>
                  <a:pt x="3703497" y="2765354"/>
                  <a:pt x="3797424" y="2559569"/>
                  <a:pt x="3797424" y="2381072"/>
                </a:cubicBezTo>
                <a:cubicBezTo>
                  <a:pt x="3797424" y="2202575"/>
                  <a:pt x="3703497" y="1996964"/>
                  <a:pt x="3455284" y="1773799"/>
                </a:cubicBezTo>
                <a:cubicBezTo>
                  <a:pt x="3207071" y="1550808"/>
                  <a:pt x="2830665" y="1335812"/>
                  <a:pt x="2338761" y="1148798"/>
                </a:cubicBezTo>
                <a:cubicBezTo>
                  <a:pt x="1725405" y="915683"/>
                  <a:pt x="957540" y="735592"/>
                  <a:pt x="92879" y="633305"/>
                </a:cubicBezTo>
                <a:lnTo>
                  <a:pt x="0" y="624220"/>
                </a:lnTo>
                <a:lnTo>
                  <a:pt x="0" y="0"/>
                </a:lnTo>
                <a:lnTo>
                  <a:pt x="164563" y="16070"/>
                </a:lnTo>
                <a:cubicBezTo>
                  <a:pt x="1073563" y="123464"/>
                  <a:pt x="1892604" y="314255"/>
                  <a:pt x="2560535" y="568118"/>
                </a:cubicBezTo>
                <a:cubicBezTo>
                  <a:pt x="3093662" y="770774"/>
                  <a:pt x="3546777" y="1019662"/>
                  <a:pt x="3872045" y="1312001"/>
                </a:cubicBezTo>
                <a:cubicBezTo>
                  <a:pt x="4197313" y="1604166"/>
                  <a:pt x="4420304" y="1964984"/>
                  <a:pt x="4420304" y="2381246"/>
                </a:cubicBezTo>
                <a:cubicBezTo>
                  <a:pt x="4420304" y="2771263"/>
                  <a:pt x="4224448" y="3112441"/>
                  <a:pt x="3932402" y="3394352"/>
                </a:cubicBezTo>
                <a:lnTo>
                  <a:pt x="3932576" y="3394526"/>
                </a:lnTo>
                <a:cubicBezTo>
                  <a:pt x="4250539" y="3684431"/>
                  <a:pt x="4467442" y="4035343"/>
                  <a:pt x="4467442" y="4451605"/>
                </a:cubicBezTo>
                <a:cubicBezTo>
                  <a:pt x="4467442" y="4867866"/>
                  <a:pt x="4244276" y="5228684"/>
                  <a:pt x="3919182" y="5520849"/>
                </a:cubicBezTo>
                <a:cubicBezTo>
                  <a:pt x="3593915" y="5813015"/>
                  <a:pt x="3140800" y="6062077"/>
                  <a:pt x="2607499" y="6264732"/>
                </a:cubicBezTo>
                <a:cubicBezTo>
                  <a:pt x="1939568" y="6518704"/>
                  <a:pt x="1120527" y="6709536"/>
                  <a:pt x="211527" y="6816945"/>
                </a:cubicBezTo>
                <a:close/>
              </a:path>
            </a:pathLst>
          </a:custGeom>
          <a:solidFill>
            <a:schemeClr val="accent1">
              <a:lumMod val="90000"/>
              <a:lumOff val="10000"/>
              <a:alpha val="15000"/>
            </a:schemeClr>
          </a:solidFill>
          <a:ln w="173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4AC8179B-6035-CED6-9315-991C86DB58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78865" y="2760305"/>
            <a:ext cx="4466860" cy="489559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9D4AA04-E647-FAB3-6813-007F335BD7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78865" y="3371028"/>
            <a:ext cx="4466860" cy="489559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14E66A4E-16B2-46D0-AE06-1B09BC4D68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78865" y="3994846"/>
            <a:ext cx="4466860" cy="489559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A20A81C-CB69-430D-69B0-4E694B1C8B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78865" y="4616933"/>
            <a:ext cx="4466860" cy="489559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Slide Number Placeholder 13">
            <a:extLst>
              <a:ext uri="{FF2B5EF4-FFF2-40B4-BE49-F238E27FC236}">
                <a16:creationId xmlns:a16="http://schemas.microsoft.com/office/drawing/2014/main" id="{C8EB8AAE-384F-B000-A155-2910EE6FFC98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A56ECF-595C-D0C5-2A6F-641F07A59E10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3C5CEA4C-2714-4E06-5DFA-C0E113EB0D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68586" y="2760305"/>
            <a:ext cx="490908" cy="489559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928166E6-D4E3-8BCA-88CF-E46685AAF0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68586" y="3367350"/>
            <a:ext cx="490908" cy="489559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B9932AD9-1EB0-58D8-1A8F-2E97B6F093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68586" y="3999218"/>
            <a:ext cx="490908" cy="489559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E7086644-79D2-BA7E-0EA5-4B00BB7889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68586" y="4616933"/>
            <a:ext cx="490908" cy="489559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06B484-F545-91E1-575E-1B68B4B57E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178" y="168672"/>
            <a:ext cx="6091866" cy="6520656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8367485-BA9F-34C9-BD92-DB9A71331A5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27177" y="168672"/>
            <a:ext cx="6091867" cy="6520656"/>
          </a:xfrm>
          <a:solidFill>
            <a:schemeClr val="accent1">
              <a:alpha val="49401"/>
            </a:schemeClr>
          </a:solidFill>
        </p:spPr>
        <p:txBody>
          <a:bodyPr lIns="91440" tIns="182880"/>
          <a:lstStyle>
            <a:lvl1pPr marL="0" indent="0">
              <a:buNone/>
              <a:defRPr>
                <a:solidFill>
                  <a:srgbClr val="003059"/>
                </a:solidFill>
                <a:latin typeface="Montserra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Change Image</a:t>
            </a:r>
            <a:endParaRPr lang="en-US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7F1D18E8-28B5-56DF-4729-394562914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3738" y="1813414"/>
            <a:ext cx="5141987" cy="662998"/>
          </a:xfrm>
        </p:spPr>
        <p:txBody>
          <a:bodyPr>
            <a:normAutofit/>
          </a:bodyPr>
          <a:lstStyle>
            <a:lvl1pPr>
              <a:defRPr sz="3600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28385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1C68B728-1E35-DAB6-D37E-BE9710638C33}"/>
              </a:ext>
            </a:extLst>
          </p:cNvPr>
          <p:cNvSpPr>
            <a:spLocks/>
          </p:cNvSpPr>
          <p:nvPr userDrawn="1"/>
        </p:nvSpPr>
        <p:spPr>
          <a:xfrm rot="10800000">
            <a:off x="7725141" y="7124"/>
            <a:ext cx="4466860" cy="6837604"/>
          </a:xfrm>
          <a:custGeom>
            <a:avLst/>
            <a:gdLst>
              <a:gd name="connsiteX0" fmla="*/ 0 w 4467442"/>
              <a:gd name="connsiteY0" fmla="*/ 6837604 h 6837604"/>
              <a:gd name="connsiteX1" fmla="*/ 0 w 4467442"/>
              <a:gd name="connsiteY1" fmla="*/ 6212686 h 6837604"/>
              <a:gd name="connsiteX2" fmla="*/ 139678 w 4467442"/>
              <a:gd name="connsiteY2" fmla="*/ 6199024 h 6837604"/>
              <a:gd name="connsiteX3" fmla="*/ 2385725 w 4467442"/>
              <a:gd name="connsiteY3" fmla="*/ 5683531 h 6837604"/>
              <a:gd name="connsiteX4" fmla="*/ 3502074 w 4467442"/>
              <a:gd name="connsiteY4" fmla="*/ 5058530 h 6837604"/>
              <a:gd name="connsiteX5" fmla="*/ 3844214 w 4467442"/>
              <a:gd name="connsiteY5" fmla="*/ 4451257 h 6837604"/>
              <a:gd name="connsiteX6" fmla="*/ 3502074 w 4467442"/>
              <a:gd name="connsiteY6" fmla="*/ 3843984 h 6837604"/>
              <a:gd name="connsiteX7" fmla="*/ 3425541 w 4467442"/>
              <a:gd name="connsiteY7" fmla="*/ 3778807 h 6837604"/>
              <a:gd name="connsiteX8" fmla="*/ 2560535 w 4467442"/>
              <a:gd name="connsiteY8" fmla="*/ 4194200 h 6837604"/>
              <a:gd name="connsiteX9" fmla="*/ 164563 w 4467442"/>
              <a:gd name="connsiteY9" fmla="*/ 4746248 h 6837604"/>
              <a:gd name="connsiteX10" fmla="*/ 0 w 4467442"/>
              <a:gd name="connsiteY10" fmla="*/ 4762318 h 6837604"/>
              <a:gd name="connsiteX11" fmla="*/ 0 w 4467442"/>
              <a:gd name="connsiteY11" fmla="*/ 4138088 h 6837604"/>
              <a:gd name="connsiteX12" fmla="*/ 92781 w 4467442"/>
              <a:gd name="connsiteY12" fmla="*/ 4129013 h 6837604"/>
              <a:gd name="connsiteX13" fmla="*/ 2338587 w 4467442"/>
              <a:gd name="connsiteY13" fmla="*/ 3613519 h 6837604"/>
              <a:gd name="connsiteX14" fmla="*/ 2817793 w 4467442"/>
              <a:gd name="connsiteY14" fmla="*/ 3404954 h 6837604"/>
              <a:gd name="connsiteX15" fmla="*/ 2817966 w 4467442"/>
              <a:gd name="connsiteY15" fmla="*/ 3404780 h 6837604"/>
              <a:gd name="connsiteX16" fmla="*/ 2385725 w 4467442"/>
              <a:gd name="connsiteY16" fmla="*/ 3219331 h 6837604"/>
              <a:gd name="connsiteX17" fmla="*/ 139800 w 4467442"/>
              <a:gd name="connsiteY17" fmla="*/ 2703837 h 6837604"/>
              <a:gd name="connsiteX18" fmla="*/ 0 w 4467442"/>
              <a:gd name="connsiteY18" fmla="*/ 2690164 h 6837604"/>
              <a:gd name="connsiteX19" fmla="*/ 0 w 4467442"/>
              <a:gd name="connsiteY19" fmla="*/ 2065401 h 6837604"/>
              <a:gd name="connsiteX20" fmla="*/ 211777 w 4467442"/>
              <a:gd name="connsiteY20" fmla="*/ 2086081 h 6837604"/>
              <a:gd name="connsiteX21" fmla="*/ 2607673 w 4467442"/>
              <a:gd name="connsiteY21" fmla="*/ 2638129 h 6837604"/>
              <a:gd name="connsiteX22" fmla="*/ 3418234 w 4467442"/>
              <a:gd name="connsiteY22" fmla="*/ 3020846 h 6837604"/>
              <a:gd name="connsiteX23" fmla="*/ 3455284 w 4467442"/>
              <a:gd name="connsiteY23" fmla="*/ 2988345 h 6837604"/>
              <a:gd name="connsiteX24" fmla="*/ 3797424 w 4467442"/>
              <a:gd name="connsiteY24" fmla="*/ 2381072 h 6837604"/>
              <a:gd name="connsiteX25" fmla="*/ 3455284 w 4467442"/>
              <a:gd name="connsiteY25" fmla="*/ 1773799 h 6837604"/>
              <a:gd name="connsiteX26" fmla="*/ 2338761 w 4467442"/>
              <a:gd name="connsiteY26" fmla="*/ 1148798 h 6837604"/>
              <a:gd name="connsiteX27" fmla="*/ 92879 w 4467442"/>
              <a:gd name="connsiteY27" fmla="*/ 633305 h 6837604"/>
              <a:gd name="connsiteX28" fmla="*/ 0 w 4467442"/>
              <a:gd name="connsiteY28" fmla="*/ 624220 h 6837604"/>
              <a:gd name="connsiteX29" fmla="*/ 0 w 4467442"/>
              <a:gd name="connsiteY29" fmla="*/ 0 h 6837604"/>
              <a:gd name="connsiteX30" fmla="*/ 164563 w 4467442"/>
              <a:gd name="connsiteY30" fmla="*/ 16070 h 6837604"/>
              <a:gd name="connsiteX31" fmla="*/ 2560535 w 4467442"/>
              <a:gd name="connsiteY31" fmla="*/ 568118 h 6837604"/>
              <a:gd name="connsiteX32" fmla="*/ 3872045 w 4467442"/>
              <a:gd name="connsiteY32" fmla="*/ 1312001 h 6837604"/>
              <a:gd name="connsiteX33" fmla="*/ 4420304 w 4467442"/>
              <a:gd name="connsiteY33" fmla="*/ 2381246 h 6837604"/>
              <a:gd name="connsiteX34" fmla="*/ 3932402 w 4467442"/>
              <a:gd name="connsiteY34" fmla="*/ 3394352 h 6837604"/>
              <a:gd name="connsiteX35" fmla="*/ 3932576 w 4467442"/>
              <a:gd name="connsiteY35" fmla="*/ 3394526 h 6837604"/>
              <a:gd name="connsiteX36" fmla="*/ 4467442 w 4467442"/>
              <a:gd name="connsiteY36" fmla="*/ 4451605 h 6837604"/>
              <a:gd name="connsiteX37" fmla="*/ 3919182 w 4467442"/>
              <a:gd name="connsiteY37" fmla="*/ 5520849 h 6837604"/>
              <a:gd name="connsiteX38" fmla="*/ 2607499 w 4467442"/>
              <a:gd name="connsiteY38" fmla="*/ 6264732 h 6837604"/>
              <a:gd name="connsiteX39" fmla="*/ 211527 w 4467442"/>
              <a:gd name="connsiteY39" fmla="*/ 6816945 h 683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467442" h="6837604">
                <a:moveTo>
                  <a:pt x="0" y="6837604"/>
                </a:moveTo>
                <a:lnTo>
                  <a:pt x="0" y="6212686"/>
                </a:lnTo>
                <a:lnTo>
                  <a:pt x="139678" y="6199024"/>
                </a:lnTo>
                <a:cubicBezTo>
                  <a:pt x="1004355" y="6096737"/>
                  <a:pt x="1772260" y="5916646"/>
                  <a:pt x="2385725" y="5683531"/>
                </a:cubicBezTo>
                <a:cubicBezTo>
                  <a:pt x="2877455" y="5496517"/>
                  <a:pt x="3254035" y="5281521"/>
                  <a:pt x="3502074" y="5058530"/>
                </a:cubicBezTo>
                <a:cubicBezTo>
                  <a:pt x="3750287" y="4835539"/>
                  <a:pt x="3844214" y="4629754"/>
                  <a:pt x="3844214" y="4451257"/>
                </a:cubicBezTo>
                <a:cubicBezTo>
                  <a:pt x="3844214" y="4272760"/>
                  <a:pt x="3750287" y="4067149"/>
                  <a:pt x="3502074" y="3843984"/>
                </a:cubicBezTo>
                <a:cubicBezTo>
                  <a:pt x="3477723" y="3822085"/>
                  <a:pt x="3452327" y="3800359"/>
                  <a:pt x="3425541" y="3778807"/>
                </a:cubicBezTo>
                <a:cubicBezTo>
                  <a:pt x="3173153" y="3933667"/>
                  <a:pt x="2881281" y="4072363"/>
                  <a:pt x="2560535" y="4194200"/>
                </a:cubicBezTo>
                <a:cubicBezTo>
                  <a:pt x="1892604" y="4448063"/>
                  <a:pt x="1073563" y="4638854"/>
                  <a:pt x="164563" y="4746248"/>
                </a:cubicBezTo>
                <a:lnTo>
                  <a:pt x="0" y="4762318"/>
                </a:lnTo>
                <a:lnTo>
                  <a:pt x="0" y="4138088"/>
                </a:lnTo>
                <a:lnTo>
                  <a:pt x="92781" y="4129013"/>
                </a:lnTo>
                <a:cubicBezTo>
                  <a:pt x="957434" y="4026726"/>
                  <a:pt x="1725231" y="3846635"/>
                  <a:pt x="2338587" y="3613519"/>
                </a:cubicBezTo>
                <a:cubicBezTo>
                  <a:pt x="2513050" y="3547300"/>
                  <a:pt x="2672901" y="3477431"/>
                  <a:pt x="2817793" y="3404954"/>
                </a:cubicBezTo>
                <a:lnTo>
                  <a:pt x="2817966" y="3404780"/>
                </a:lnTo>
                <a:cubicBezTo>
                  <a:pt x="2685772" y="3340646"/>
                  <a:pt x="2541576" y="3278598"/>
                  <a:pt x="2385725" y="3219331"/>
                </a:cubicBezTo>
                <a:cubicBezTo>
                  <a:pt x="1772369" y="2986216"/>
                  <a:pt x="1004504" y="2806124"/>
                  <a:pt x="139800" y="2703837"/>
                </a:cubicBezTo>
                <a:lnTo>
                  <a:pt x="0" y="2690164"/>
                </a:lnTo>
                <a:lnTo>
                  <a:pt x="0" y="2065401"/>
                </a:lnTo>
                <a:lnTo>
                  <a:pt x="211777" y="2086081"/>
                </a:lnTo>
                <a:cubicBezTo>
                  <a:pt x="1120769" y="2193475"/>
                  <a:pt x="1939742" y="2384266"/>
                  <a:pt x="2607673" y="2638129"/>
                </a:cubicBezTo>
                <a:cubicBezTo>
                  <a:pt x="2905807" y="2751449"/>
                  <a:pt x="3178719" y="2879195"/>
                  <a:pt x="3418234" y="3020846"/>
                </a:cubicBezTo>
                <a:cubicBezTo>
                  <a:pt x="3430933" y="3010070"/>
                  <a:pt x="3443282" y="2999294"/>
                  <a:pt x="3455284" y="2988345"/>
                </a:cubicBezTo>
                <a:cubicBezTo>
                  <a:pt x="3703497" y="2765354"/>
                  <a:pt x="3797424" y="2559569"/>
                  <a:pt x="3797424" y="2381072"/>
                </a:cubicBezTo>
                <a:cubicBezTo>
                  <a:pt x="3797424" y="2202575"/>
                  <a:pt x="3703497" y="1996964"/>
                  <a:pt x="3455284" y="1773799"/>
                </a:cubicBezTo>
                <a:cubicBezTo>
                  <a:pt x="3207071" y="1550808"/>
                  <a:pt x="2830665" y="1335812"/>
                  <a:pt x="2338761" y="1148798"/>
                </a:cubicBezTo>
                <a:cubicBezTo>
                  <a:pt x="1725405" y="915683"/>
                  <a:pt x="957540" y="735592"/>
                  <a:pt x="92879" y="633305"/>
                </a:cubicBezTo>
                <a:lnTo>
                  <a:pt x="0" y="624220"/>
                </a:lnTo>
                <a:lnTo>
                  <a:pt x="0" y="0"/>
                </a:lnTo>
                <a:lnTo>
                  <a:pt x="164563" y="16070"/>
                </a:lnTo>
                <a:cubicBezTo>
                  <a:pt x="1073563" y="123464"/>
                  <a:pt x="1892604" y="314255"/>
                  <a:pt x="2560535" y="568118"/>
                </a:cubicBezTo>
                <a:cubicBezTo>
                  <a:pt x="3093662" y="770774"/>
                  <a:pt x="3546777" y="1019662"/>
                  <a:pt x="3872045" y="1312001"/>
                </a:cubicBezTo>
                <a:cubicBezTo>
                  <a:pt x="4197313" y="1604166"/>
                  <a:pt x="4420304" y="1964984"/>
                  <a:pt x="4420304" y="2381246"/>
                </a:cubicBezTo>
                <a:cubicBezTo>
                  <a:pt x="4420304" y="2771263"/>
                  <a:pt x="4224448" y="3112441"/>
                  <a:pt x="3932402" y="3394352"/>
                </a:cubicBezTo>
                <a:lnTo>
                  <a:pt x="3932576" y="3394526"/>
                </a:lnTo>
                <a:cubicBezTo>
                  <a:pt x="4250539" y="3684431"/>
                  <a:pt x="4467442" y="4035343"/>
                  <a:pt x="4467442" y="4451605"/>
                </a:cubicBezTo>
                <a:cubicBezTo>
                  <a:pt x="4467442" y="4867866"/>
                  <a:pt x="4244276" y="5228684"/>
                  <a:pt x="3919182" y="5520849"/>
                </a:cubicBezTo>
                <a:cubicBezTo>
                  <a:pt x="3593915" y="5813015"/>
                  <a:pt x="3140800" y="6062077"/>
                  <a:pt x="2607499" y="6264732"/>
                </a:cubicBezTo>
                <a:cubicBezTo>
                  <a:pt x="1939568" y="6518704"/>
                  <a:pt x="1120527" y="6709536"/>
                  <a:pt x="211527" y="6816945"/>
                </a:cubicBezTo>
                <a:close/>
              </a:path>
            </a:pathLst>
          </a:custGeom>
          <a:solidFill>
            <a:srgbClr val="527488">
              <a:alpha val="15000"/>
            </a:srgbClr>
          </a:solidFill>
          <a:ln w="173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A0CB40A6-AED5-7A82-0046-23AEC7B1EF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78865" y="2760305"/>
            <a:ext cx="4466860" cy="489559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rgbClr val="EFEFEF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0A7730A9-7865-F1B5-06DB-EBDB3D5D6A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78865" y="3371028"/>
            <a:ext cx="4466860" cy="489559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rgbClr val="EFEFEF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D8C1E6A2-3613-8C67-D582-28998B5CE5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78865" y="3994846"/>
            <a:ext cx="4466860" cy="489559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rgbClr val="EFEFEF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111552A0-64AC-27B0-60F3-3B10E2D1D4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78865" y="4616933"/>
            <a:ext cx="4466860" cy="489559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rgbClr val="EFEFEF"/>
                </a:solidFill>
                <a:latin typeface="+mn-lt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Slide Number Placeholder 13">
            <a:extLst>
              <a:ext uri="{FF2B5EF4-FFF2-40B4-BE49-F238E27FC236}">
                <a16:creationId xmlns:a16="http://schemas.microsoft.com/office/drawing/2014/main" id="{EADB5726-36FD-A7FC-895C-02CFE4A63EC5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B5D1A6-BD95-57EB-96E4-B199DC5160E9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E66667AA-EE85-714C-D7BA-A2048685964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68586" y="2760305"/>
            <a:ext cx="490908" cy="489559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rgbClr val="EFEFEF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9AFA2DF1-F4E9-33BF-12AC-5D2CB8C82C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68586" y="3367350"/>
            <a:ext cx="490908" cy="489559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rgbClr val="EFEFEF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4C6A6B89-E9ED-7803-2FA8-65F22F71C5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68586" y="3999218"/>
            <a:ext cx="490908" cy="489559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rgbClr val="EFEFEF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FC3E54-F227-429C-8529-FD0CBC4E29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68586" y="4616933"/>
            <a:ext cx="490908" cy="489559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200" b="1" i="0">
                <a:solidFill>
                  <a:srgbClr val="EFEFEF"/>
                </a:solidFill>
                <a:latin typeface="Montserrat" pitchFamily="2" charset="77"/>
              </a:defRPr>
            </a:lvl1pPr>
            <a:lvl2pPr marL="456985" indent="0">
              <a:buNone/>
              <a:defRPr sz="1600">
                <a:solidFill>
                  <a:schemeClr val="bg2"/>
                </a:solidFill>
              </a:defRPr>
            </a:lvl2pPr>
            <a:lvl3pPr marL="913987" indent="0">
              <a:buNone/>
              <a:defRPr sz="1600">
                <a:solidFill>
                  <a:schemeClr val="bg2"/>
                </a:solidFill>
              </a:defRPr>
            </a:lvl3pPr>
            <a:lvl4pPr marL="1370986" indent="0">
              <a:buNone/>
              <a:defRPr sz="1600">
                <a:solidFill>
                  <a:schemeClr val="bg2"/>
                </a:solidFill>
              </a:defRPr>
            </a:lvl4pPr>
            <a:lvl5pPr marL="1827972" indent="0">
              <a:buNone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42E225-BEE5-39E0-ED1C-BA3E3C5565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178" y="168672"/>
            <a:ext cx="6091866" cy="6520656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3E1864D6-5654-1923-9E1C-E22E43D9DAC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27177" y="168672"/>
            <a:ext cx="6091867" cy="6520656"/>
          </a:xfrm>
          <a:solidFill>
            <a:schemeClr val="accent4">
              <a:alpha val="49401"/>
            </a:schemeClr>
          </a:solidFill>
        </p:spPr>
        <p:txBody>
          <a:bodyPr lIns="91440" tIns="182880"/>
          <a:lstStyle>
            <a:lvl1pPr marL="0" indent="0">
              <a:buNone/>
              <a:defRPr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Change Image</a:t>
            </a:r>
            <a:endParaRPr lang="en-US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FACEB4FC-7CED-2978-0830-5AAE2F00C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3738" y="1813414"/>
            <a:ext cx="5141987" cy="662998"/>
          </a:xfrm>
        </p:spPr>
        <p:txBody>
          <a:bodyPr>
            <a:normAutofit/>
          </a:bodyPr>
          <a:lstStyle>
            <a:lvl1pPr>
              <a:defRPr sz="3600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44714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age Break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4F979DE-254D-D24D-5E6E-0341C0A81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935" r="49854" b="2935"/>
          <a:stretch>
            <a:fillRect/>
          </a:stretch>
        </p:blipFill>
        <p:spPr>
          <a:xfrm>
            <a:off x="6027552" y="0"/>
            <a:ext cx="6164448" cy="6858000"/>
          </a:xfrm>
          <a:custGeom>
            <a:avLst/>
            <a:gdLst>
              <a:gd name="connsiteX0" fmla="*/ 0 w 6165251"/>
              <a:gd name="connsiteY0" fmla="*/ 0 h 6858000"/>
              <a:gd name="connsiteX1" fmla="*/ 6165251 w 6165251"/>
              <a:gd name="connsiteY1" fmla="*/ 0 h 6858000"/>
              <a:gd name="connsiteX2" fmla="*/ 6165251 w 6165251"/>
              <a:gd name="connsiteY2" fmla="*/ 6858000 h 6858000"/>
              <a:gd name="connsiteX3" fmla="*/ 0 w 61652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65251" h="6858000">
                <a:moveTo>
                  <a:pt x="0" y="0"/>
                </a:moveTo>
                <a:lnTo>
                  <a:pt x="6165251" y="0"/>
                </a:lnTo>
                <a:lnTo>
                  <a:pt x="61652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7383046-FDF0-07F4-49BB-257AAA388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784" y="2766220"/>
            <a:ext cx="5258297" cy="1325563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42E0078-518F-0775-395B-44BB00E088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0B3CA4CB-00E8-E7C2-7117-5839F34D2015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24E859-886D-2C3F-A009-2815A44F2A10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5640463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age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4F979DE-254D-D24D-5E6E-0341C0A81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935" r="49854" b="2935"/>
          <a:stretch>
            <a:fillRect/>
          </a:stretch>
        </p:blipFill>
        <p:spPr>
          <a:xfrm>
            <a:off x="6027552" y="0"/>
            <a:ext cx="6164448" cy="6858000"/>
          </a:xfrm>
          <a:custGeom>
            <a:avLst/>
            <a:gdLst>
              <a:gd name="connsiteX0" fmla="*/ 0 w 6165251"/>
              <a:gd name="connsiteY0" fmla="*/ 0 h 6858000"/>
              <a:gd name="connsiteX1" fmla="*/ 6165251 w 6165251"/>
              <a:gd name="connsiteY1" fmla="*/ 0 h 6858000"/>
              <a:gd name="connsiteX2" fmla="*/ 6165251 w 6165251"/>
              <a:gd name="connsiteY2" fmla="*/ 6858000 h 6858000"/>
              <a:gd name="connsiteX3" fmla="*/ 0 w 61652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65251" h="6858000">
                <a:moveTo>
                  <a:pt x="0" y="0"/>
                </a:moveTo>
                <a:lnTo>
                  <a:pt x="6165251" y="0"/>
                </a:lnTo>
                <a:lnTo>
                  <a:pt x="61652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5929ED8-10F1-8065-458C-FE1AE4A172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784" y="2766220"/>
            <a:ext cx="5258297" cy="1325563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A8EB7C9-2349-0C5B-E393-A94E1A77C7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2CE62664-3379-F72A-07A5-5F6C87BE9C44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003059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8972BD-CF4B-DCB9-D417-2EA39C6906D2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3059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2896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age Br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4F979DE-254D-D24D-5E6E-0341C0A81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935" r="49854" b="2935"/>
          <a:stretch>
            <a:fillRect/>
          </a:stretch>
        </p:blipFill>
        <p:spPr>
          <a:xfrm>
            <a:off x="6027552" y="0"/>
            <a:ext cx="6164448" cy="6858000"/>
          </a:xfrm>
          <a:custGeom>
            <a:avLst/>
            <a:gdLst>
              <a:gd name="connsiteX0" fmla="*/ 0 w 6165251"/>
              <a:gd name="connsiteY0" fmla="*/ 0 h 6858000"/>
              <a:gd name="connsiteX1" fmla="*/ 6165251 w 6165251"/>
              <a:gd name="connsiteY1" fmla="*/ 0 h 6858000"/>
              <a:gd name="connsiteX2" fmla="*/ 6165251 w 6165251"/>
              <a:gd name="connsiteY2" fmla="*/ 6858000 h 6858000"/>
              <a:gd name="connsiteX3" fmla="*/ 0 w 61652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65251" h="6858000">
                <a:moveTo>
                  <a:pt x="0" y="0"/>
                </a:moveTo>
                <a:lnTo>
                  <a:pt x="6165251" y="0"/>
                </a:lnTo>
                <a:lnTo>
                  <a:pt x="61652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508764-3A47-53E0-B15A-D6B364F6D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784" y="2766220"/>
            <a:ext cx="5258297" cy="1325563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EFBF7C8-A378-FA84-9500-3136EB8044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2508B8A1-ADF6-6962-C302-E634B45FACBA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314550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314550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05F13-C7C2-A209-FE53-8641D9E22971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314550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77399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age Br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tanding around a table&#10;&#10;Description automatically generated">
            <a:extLst>
              <a:ext uri="{FF2B5EF4-FFF2-40B4-BE49-F238E27FC236}">
                <a16:creationId xmlns:a16="http://schemas.microsoft.com/office/drawing/2014/main" id="{5821DC15-D35E-1617-7D2E-52211B44D6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746"/>
          <a:stretch/>
        </p:blipFill>
        <p:spPr>
          <a:xfrm flipH="1">
            <a:off x="20" y="1282"/>
            <a:ext cx="12190392" cy="6856718"/>
          </a:xfrm>
          <a:prstGeom prst="rect">
            <a:avLst/>
          </a:prstGeom>
        </p:spPr>
      </p:pic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4EB2FB5-65CD-5426-4E77-13DE9239251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04" y="641"/>
            <a:ext cx="12190392" cy="6857359"/>
          </a:xfrm>
          <a:solidFill>
            <a:srgbClr val="354C58">
              <a:alpha val="55000"/>
            </a:srgbClr>
          </a:solidFill>
        </p:spPr>
        <p:txBody>
          <a:bodyPr lIns="91440" tIns="182880" rIns="182880"/>
          <a:lstStyle>
            <a:lvl1pPr marL="0" indent="0" algn="r">
              <a:buNone/>
              <a:defRPr b="0" cap="none" spc="0">
                <a:ln w="0"/>
                <a:solidFill>
                  <a:srgbClr val="F4F3F0"/>
                </a:solidFill>
                <a:effectLst/>
              </a:defRPr>
            </a:lvl1pPr>
          </a:lstStyle>
          <a:p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Change Image</a:t>
            </a: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6A0AC46-D6C3-F3EC-280B-205EB9224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548" y="349590"/>
            <a:ext cx="5258297" cy="1325563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3CE833F-590E-E457-5307-48C170F86D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282" y="5609959"/>
            <a:ext cx="2031115" cy="1081646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88BF45E-D89C-8AC1-5433-945AFBF85B1C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8ACA2E-1095-998F-ED9A-60959689C7BE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93973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0465" y="1363287"/>
            <a:ext cx="10857999" cy="4743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6AFA6A86-5F2A-DFD3-7EAE-FC438CB90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465" y="453195"/>
            <a:ext cx="10857999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A5931942-4E4F-1287-DEDC-1B1F0009EE4B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bg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64326-0508-82DF-EAC6-B2CBFD88EA66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B0D719-90E6-1EFB-11AF-723AA9E634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17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nk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0465" y="1363287"/>
            <a:ext cx="10857999" cy="4743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6AFA6A86-5F2A-DFD3-7EAE-FC438CB90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465" y="453195"/>
            <a:ext cx="10857999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A5931942-4E4F-1287-DEDC-1B1F0009EE4B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bg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64326-0508-82DF-EAC6-B2CBFD88EA66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B0D719-90E6-1EFB-11AF-723AA9E634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46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lank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0465" y="1363287"/>
            <a:ext cx="10857999" cy="4743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6AFA6A86-5F2A-DFD3-7EAE-FC438CB90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465" y="453195"/>
            <a:ext cx="10857999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A5931942-4E4F-1287-DEDC-1B1F0009EE4B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tx1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64326-0508-82DF-EAC6-B2CBFD88EA66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B0D719-90E6-1EFB-11AF-723AA9E634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23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0465" y="1363287"/>
            <a:ext cx="10857999" cy="4743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A5931942-4E4F-1287-DEDC-1B1F0009EE4B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F4F3F0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F4F3F0"/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64326-0508-82DF-EAC6-B2CBFD88EA66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4F3F0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39CE9F0-0A2D-ADFE-B8C9-88E2036839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465" y="453195"/>
            <a:ext cx="10857999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67A8346-0540-B3AC-6CA8-558275243E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476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0466" y="1363287"/>
            <a:ext cx="5171546" cy="4743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8A54718-890F-FD38-FFA0-0B0E1A5F4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6919" y="1363287"/>
            <a:ext cx="5171545" cy="4743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6D811E7E-0320-0AFF-7C45-84C50B79307F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bg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F4155-C2E2-5E81-170B-D95B69F3071C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795FEF7-BB3C-F8B5-093A-B8BCD3A7DF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465" y="453195"/>
            <a:ext cx="10857999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3F2AEA5-BB33-FDFF-CE1E-7F805E6A15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265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lank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0466" y="1363287"/>
            <a:ext cx="5171546" cy="4743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8A54718-890F-FD38-FFA0-0B0E1A5F4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6919" y="1363287"/>
            <a:ext cx="5171545" cy="4743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6D811E7E-0320-0AFF-7C45-84C50B79307F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bg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F4155-C2E2-5E81-170B-D95B69F3071C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795FEF7-BB3C-F8B5-093A-B8BCD3A7DF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465" y="453195"/>
            <a:ext cx="10857999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3F2AEA5-BB33-FDFF-CE1E-7F805E6A15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03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Blank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0466" y="1363287"/>
            <a:ext cx="5171546" cy="4743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rgbClr val="EFEFEF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8A54718-890F-FD38-FFA0-0B0E1A5F4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6919" y="1363287"/>
            <a:ext cx="5171545" cy="4743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rgbClr val="EFEFEF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6D811E7E-0320-0AFF-7C45-84C50B79307F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F4155-C2E2-5E81-170B-D95B69F3071C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795FEF7-BB3C-F8B5-093A-B8BCD3A7DF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465" y="453195"/>
            <a:ext cx="10857999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3F2AEA5-BB33-FDFF-CE1E-7F805E6A15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70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0466" y="1363287"/>
            <a:ext cx="5171546" cy="4743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rgbClr val="EFEFEF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8A54718-890F-FD38-FFA0-0B0E1A5F4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6919" y="1363287"/>
            <a:ext cx="5171545" cy="4743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rgbClr val="EFEFEF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6D811E7E-0320-0AFF-7C45-84C50B79307F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F4155-C2E2-5E81-170B-D95B69F3071C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795FEF7-BB3C-F8B5-093A-B8BCD3A7DF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465" y="453195"/>
            <a:ext cx="10857999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3F2AEA5-BB33-FDFF-CE1E-7F805E6A15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451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3A9580-AD46-6ABD-4EBA-1855354D254B}"/>
              </a:ext>
            </a:extLst>
          </p:cNvPr>
          <p:cNvSpPr/>
          <p:nvPr userDrawn="1"/>
        </p:nvSpPr>
        <p:spPr>
          <a:xfrm>
            <a:off x="11211972" y="6132226"/>
            <a:ext cx="980028" cy="725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D1C971-4EEF-591C-15FF-C4CE8AC80259}"/>
              </a:ext>
            </a:extLst>
          </p:cNvPr>
          <p:cNvSpPr/>
          <p:nvPr userDrawn="1"/>
        </p:nvSpPr>
        <p:spPr>
          <a:xfrm>
            <a:off x="0" y="0"/>
            <a:ext cx="590126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>
              <a:solidFill>
                <a:schemeClr val="bg1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BA8B3D1-F495-06A8-8BC8-AB478298E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700" y="535944"/>
            <a:ext cx="4368229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6072F1D-F085-17B7-D2EB-41905CF289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116" y="2210357"/>
            <a:ext cx="4370813" cy="38415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1E1AB6-1328-F608-4EB4-1CF40A467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7373" y="535944"/>
            <a:ext cx="5116926" cy="55151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marL="0" marR="0" lvl="0" indent="0" algn="l" defTabSz="91397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IN"/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4D6F097A-81A0-214F-AEEC-EAA6F64BCEC1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tx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EECD24-80F8-4DCF-15B4-71F0DD56B15C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C155A48-3881-F727-7AAD-6C5541F570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402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04AFD9-DCC6-C342-C772-4DD737B01320}"/>
              </a:ext>
            </a:extLst>
          </p:cNvPr>
          <p:cNvSpPr/>
          <p:nvPr userDrawn="1"/>
        </p:nvSpPr>
        <p:spPr>
          <a:xfrm>
            <a:off x="11211972" y="6132226"/>
            <a:ext cx="980028" cy="725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D1C971-4EEF-591C-15FF-C4CE8AC80259}"/>
              </a:ext>
            </a:extLst>
          </p:cNvPr>
          <p:cNvSpPr/>
          <p:nvPr userDrawn="1"/>
        </p:nvSpPr>
        <p:spPr>
          <a:xfrm>
            <a:off x="0" y="0"/>
            <a:ext cx="590126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>
              <a:solidFill>
                <a:schemeClr val="bg1"/>
              </a:solidFill>
            </a:endParaRPr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1EE0127B-07F0-4F53-9948-EF78A26AF8C1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tx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B34F9-8358-2FFD-6245-A29A00D02CF0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A649FCA-2925-9EA6-53B0-47F1EA4841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073A64C0-8181-4CB6-1736-A623C05EA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700" y="535944"/>
            <a:ext cx="4368229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rgbClr val="F4F3F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6CBCA07-AB1A-5A40-AB3A-104998AA41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116" y="2210357"/>
            <a:ext cx="4370813" cy="38415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rgbClr val="F4F3F0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17409C7-3C48-D16B-16D2-D858175616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7373" y="535944"/>
            <a:ext cx="5116926" cy="55151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marL="0" marR="0" lvl="0" indent="0" algn="l" defTabSz="91397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2087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04AFD9-DCC6-C342-C772-4DD737B01320}"/>
              </a:ext>
            </a:extLst>
          </p:cNvPr>
          <p:cNvSpPr/>
          <p:nvPr userDrawn="1"/>
        </p:nvSpPr>
        <p:spPr>
          <a:xfrm>
            <a:off x="11211972" y="6132226"/>
            <a:ext cx="980028" cy="725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D1C971-4EEF-591C-15FF-C4CE8AC80259}"/>
              </a:ext>
            </a:extLst>
          </p:cNvPr>
          <p:cNvSpPr/>
          <p:nvPr userDrawn="1"/>
        </p:nvSpPr>
        <p:spPr>
          <a:xfrm>
            <a:off x="0" y="0"/>
            <a:ext cx="59012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>
              <a:solidFill>
                <a:schemeClr val="bg1"/>
              </a:solidFill>
            </a:endParaRPr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1EE0127B-07F0-4F53-9948-EF78A26AF8C1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tx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B34F9-8358-2FFD-6245-A29A00D02CF0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A649FCA-2925-9EA6-53B0-47F1EA4841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073A64C0-8181-4CB6-1736-A623C05EA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700" y="535944"/>
            <a:ext cx="4368229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rgbClr val="F4F3F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6CBCA07-AB1A-5A40-AB3A-104998AA41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116" y="2210357"/>
            <a:ext cx="4370813" cy="38415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rgbClr val="F4F3F0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17409C7-3C48-D16B-16D2-D858175616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7373" y="535944"/>
            <a:ext cx="5116926" cy="55151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marL="0" marR="0" lvl="0" indent="0" algn="l" defTabSz="91397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6290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3A9580-AD46-6ABD-4EBA-1855354D254B}"/>
              </a:ext>
            </a:extLst>
          </p:cNvPr>
          <p:cNvSpPr/>
          <p:nvPr userDrawn="1"/>
        </p:nvSpPr>
        <p:spPr>
          <a:xfrm>
            <a:off x="11211972" y="6132226"/>
            <a:ext cx="980028" cy="725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D1C971-4EEF-591C-15FF-C4CE8AC80259}"/>
              </a:ext>
            </a:extLst>
          </p:cNvPr>
          <p:cNvSpPr/>
          <p:nvPr userDrawn="1"/>
        </p:nvSpPr>
        <p:spPr>
          <a:xfrm>
            <a:off x="-1" y="0"/>
            <a:ext cx="473915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>
              <a:solidFill>
                <a:schemeClr val="bg1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BA8B3D1-F495-06A8-8BC8-AB478298E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282" y="535944"/>
            <a:ext cx="3982820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1E1AB6-1328-F608-4EB4-1CF40A467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3850" y="535944"/>
            <a:ext cx="6520449" cy="55151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marL="0" marR="0" lvl="0" indent="0" algn="l" defTabSz="91397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IN"/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4D6F097A-81A0-214F-AEEC-EAA6F64BCEC1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tx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EECD24-80F8-4DCF-15B4-71F0DD56B15C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457594D-D0AE-0789-5EF6-A9901C89AF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5318" t="-13495" r="488" b="677"/>
          <a:stretch/>
        </p:blipFill>
        <p:spPr>
          <a:xfrm flipV="1">
            <a:off x="-2" y="2377440"/>
            <a:ext cx="4301475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630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3A9580-AD46-6ABD-4EBA-1855354D254B}"/>
              </a:ext>
            </a:extLst>
          </p:cNvPr>
          <p:cNvSpPr/>
          <p:nvPr userDrawn="1"/>
        </p:nvSpPr>
        <p:spPr>
          <a:xfrm>
            <a:off x="11211972" y="6132226"/>
            <a:ext cx="980028" cy="725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D1C971-4EEF-591C-15FF-C4CE8AC80259}"/>
              </a:ext>
            </a:extLst>
          </p:cNvPr>
          <p:cNvSpPr/>
          <p:nvPr userDrawn="1"/>
        </p:nvSpPr>
        <p:spPr>
          <a:xfrm>
            <a:off x="-1" y="0"/>
            <a:ext cx="473915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>
              <a:solidFill>
                <a:schemeClr val="bg1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BA8B3D1-F495-06A8-8BC8-AB478298E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282" y="535944"/>
            <a:ext cx="3982820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rgbClr val="00EDE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1E1AB6-1328-F608-4EB4-1CF40A467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3850" y="535944"/>
            <a:ext cx="6520449" cy="55151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marL="0" marR="0" lvl="0" indent="0" algn="l" defTabSz="91397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IN"/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4D6F097A-81A0-214F-AEEC-EAA6F64BCEC1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tx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EECD24-80F8-4DCF-15B4-71F0DD56B15C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872BEF-0E86-6EB3-76CB-07BF9FCAA1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5318" t="-13495" r="488" b="677"/>
          <a:stretch/>
        </p:blipFill>
        <p:spPr>
          <a:xfrm flipV="1">
            <a:off x="-2" y="2377440"/>
            <a:ext cx="4301475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179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3A9580-AD46-6ABD-4EBA-1855354D254B}"/>
              </a:ext>
            </a:extLst>
          </p:cNvPr>
          <p:cNvSpPr/>
          <p:nvPr userDrawn="1"/>
        </p:nvSpPr>
        <p:spPr>
          <a:xfrm>
            <a:off x="11211972" y="6132226"/>
            <a:ext cx="980028" cy="725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D1C971-4EEF-591C-15FF-C4CE8AC80259}"/>
              </a:ext>
            </a:extLst>
          </p:cNvPr>
          <p:cNvSpPr/>
          <p:nvPr userDrawn="1"/>
        </p:nvSpPr>
        <p:spPr>
          <a:xfrm>
            <a:off x="-1" y="0"/>
            <a:ext cx="4739154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>
              <a:solidFill>
                <a:schemeClr val="bg1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BA8B3D1-F495-06A8-8BC8-AB478298E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282" y="535944"/>
            <a:ext cx="3982820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rgbClr val="00EDE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1E1AB6-1328-F608-4EB4-1CF40A467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3850" y="535944"/>
            <a:ext cx="6520449" cy="55151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marL="0" marR="0" lvl="0" indent="0" algn="l" defTabSz="91397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IN"/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4D6F097A-81A0-214F-AEEC-EAA6F64BCEC1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tx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EECD24-80F8-4DCF-15B4-71F0DD56B15C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E744D56-A27B-9A75-A311-8417919185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5318" t="-13495" r="488" b="677"/>
          <a:stretch/>
        </p:blipFill>
        <p:spPr>
          <a:xfrm flipV="1">
            <a:off x="-2" y="2377440"/>
            <a:ext cx="4301475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5331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allout or Quot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F63E89E-77A2-EAAF-8A92-81D2CC9895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836803" y="312035"/>
            <a:ext cx="10518394" cy="6233933"/>
          </a:xfrm>
          <a:prstGeom prst="rect">
            <a:avLst/>
          </a:prstGeom>
        </p:spPr>
      </p:pic>
      <p:sp>
        <p:nvSpPr>
          <p:cNvPr id="12" name="Slide Number Placeholder 13">
            <a:extLst>
              <a:ext uri="{FF2B5EF4-FFF2-40B4-BE49-F238E27FC236}">
                <a16:creationId xmlns:a16="http://schemas.microsoft.com/office/drawing/2014/main" id="{C68CB7A0-4AF5-282B-B634-D3FCF8E10152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bg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E477CF-3776-EA59-C763-CA62E8EF9C17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80548EB-D89C-2304-090C-D59B43E65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4166" y="1811780"/>
            <a:ext cx="822417" cy="822524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BEC13E4-D7F9-FAFE-CCD1-D4E006A206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18328" y="4841908"/>
            <a:ext cx="2895401" cy="2981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1" i="0">
                <a:solidFill>
                  <a:srgbClr val="003059"/>
                </a:solidFill>
                <a:latin typeface="Montserrat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- Click to Add Name</a:t>
            </a:r>
            <a:endParaRPr lang="en-IN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EB33F29-1057-CCF5-5084-7A29B795E0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16245" y="2874711"/>
            <a:ext cx="8597484" cy="173322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00" b="0" i="0">
                <a:solidFill>
                  <a:srgbClr val="003059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BD3A7-5061-194D-6A1D-08057C1B86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306" y="6496842"/>
            <a:ext cx="365772" cy="1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20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allout or Quot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F63E89E-77A2-EAAF-8A92-81D2CC9895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836803" y="312033"/>
            <a:ext cx="10518394" cy="6233933"/>
          </a:xfrm>
          <a:prstGeom prst="rect">
            <a:avLst/>
          </a:prstGeom>
        </p:spPr>
      </p:pic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D8C632EA-3AD9-2603-9AED-7C97CBADC523}"/>
              </a:ext>
            </a:extLst>
          </p:cNvPr>
          <p:cNvSpPr txBox="1">
            <a:spLocks/>
          </p:cNvSpPr>
          <p:nvPr userDrawn="1"/>
        </p:nvSpPr>
        <p:spPr>
          <a:xfrm>
            <a:off x="11429954" y="6411766"/>
            <a:ext cx="34297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00EDED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00EDED"/>
              </a:solidFill>
              <a:latin typeface="Montserrat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3D2512-3FD7-EF22-735E-E65508912CF7}"/>
              </a:ext>
            </a:extLst>
          </p:cNvPr>
          <p:cNvSpPr txBox="1"/>
          <p:nvPr userDrawn="1"/>
        </p:nvSpPr>
        <p:spPr>
          <a:xfrm>
            <a:off x="10414134" y="6506878"/>
            <a:ext cx="1173193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EDED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80548EB-D89C-2304-090C-D59B43E65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4166" y="1811780"/>
            <a:ext cx="822417" cy="822524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5193A17-F8C5-D146-3A5A-5E485B9ED4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18328" y="4841908"/>
            <a:ext cx="2895401" cy="2981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1" i="0">
                <a:solidFill>
                  <a:srgbClr val="00EDED"/>
                </a:solidFill>
                <a:latin typeface="Montserrat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- Click to Add Name</a:t>
            </a:r>
            <a:endParaRPr lang="en-IN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E603B27-C0EE-8449-B50B-96312C6470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16245" y="2874711"/>
            <a:ext cx="8597484" cy="173322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00" b="0" i="0">
                <a:solidFill>
                  <a:srgbClr val="00EDED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61D8CD9A-9672-B87A-D132-8EFA6A2426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306" y="6496842"/>
            <a:ext cx="365772" cy="1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26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allout or Quot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F63E89E-77A2-EAAF-8A92-81D2CC9895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836803" y="312035"/>
            <a:ext cx="10518394" cy="623393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80548EB-D89C-2304-090C-D59B43E65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4166" y="1811780"/>
            <a:ext cx="822417" cy="822524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4C1257D1-8739-D5FA-206E-DED8DBB05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18328" y="4841908"/>
            <a:ext cx="2895401" cy="2981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- Click to Add Name</a:t>
            </a:r>
            <a:endParaRPr lang="en-IN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EE2BC6C-4C59-D012-A713-3AE20B34D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16245" y="2874711"/>
            <a:ext cx="8597484" cy="173322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7E90A6B1-8A15-0EC2-2BC3-503EC458FA91}"/>
              </a:ext>
            </a:extLst>
          </p:cNvPr>
          <p:cNvSpPr txBox="1">
            <a:spLocks/>
          </p:cNvSpPr>
          <p:nvPr userDrawn="1"/>
        </p:nvSpPr>
        <p:spPr>
          <a:xfrm>
            <a:off x="11429954" y="6411766"/>
            <a:ext cx="34297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tx1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F8C5CB-B15F-2528-A16C-4EB8A42C5D39}"/>
              </a:ext>
            </a:extLst>
          </p:cNvPr>
          <p:cNvSpPr txBox="1"/>
          <p:nvPr userDrawn="1"/>
        </p:nvSpPr>
        <p:spPr>
          <a:xfrm>
            <a:off x="10414134" y="6506878"/>
            <a:ext cx="1173193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B06B372-A6BF-E435-375F-18314CD4E6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306" y="6496842"/>
            <a:ext cx="365772" cy="1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82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allout or Quot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DFD6C4B-BCE0-A2EB-6894-FC573EFF53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054"/>
          <a:stretch>
            <a:fillRect/>
          </a:stretch>
        </p:blipFill>
        <p:spPr>
          <a:xfrm rot="13554979">
            <a:off x="9540428" y="4524161"/>
            <a:ext cx="3029282" cy="2657356"/>
          </a:xfrm>
          <a:custGeom>
            <a:avLst/>
            <a:gdLst>
              <a:gd name="connsiteX0" fmla="*/ 3029282 w 3029282"/>
              <a:gd name="connsiteY0" fmla="*/ 2657702 h 2657702"/>
              <a:gd name="connsiteX1" fmla="*/ 1253408 w 3029282"/>
              <a:gd name="connsiteY1" fmla="*/ 2657702 h 2657702"/>
              <a:gd name="connsiteX2" fmla="*/ 0 w 3029282"/>
              <a:gd name="connsiteY2" fmla="*/ 1443758 h 2657702"/>
              <a:gd name="connsiteX3" fmla="*/ 1398302 w 3029282"/>
              <a:gd name="connsiteY3" fmla="*/ 0 h 2657702"/>
              <a:gd name="connsiteX4" fmla="*/ 2824216 w 3029282"/>
              <a:gd name="connsiteY4" fmla="*/ 1 h 2657702"/>
              <a:gd name="connsiteX5" fmla="*/ 3029282 w 3029282"/>
              <a:gd name="connsiteY5" fmla="*/ 198610 h 2657702"/>
              <a:gd name="connsiteX6" fmla="*/ 3029282 w 3029282"/>
              <a:gd name="connsiteY6" fmla="*/ 2657702 h 2657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9282" h="2657702">
                <a:moveTo>
                  <a:pt x="3029282" y="2657702"/>
                </a:moveTo>
                <a:lnTo>
                  <a:pt x="1253408" y="2657702"/>
                </a:lnTo>
                <a:lnTo>
                  <a:pt x="0" y="1443758"/>
                </a:lnTo>
                <a:lnTo>
                  <a:pt x="1398302" y="0"/>
                </a:lnTo>
                <a:lnTo>
                  <a:pt x="2824216" y="1"/>
                </a:lnTo>
                <a:lnTo>
                  <a:pt x="3029282" y="198610"/>
                </a:lnTo>
                <a:lnTo>
                  <a:pt x="3029282" y="2657702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A565561-DF9E-B5F9-E607-D1B6976825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1854" y="1238205"/>
            <a:ext cx="822417" cy="822524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F1253A1-7AC5-EAC3-B952-20C217BE96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9944" y="2381732"/>
            <a:ext cx="4723785" cy="214874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BC84313-5797-D465-5BD4-87AB4B0A36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89943" y="4781512"/>
            <a:ext cx="4723784" cy="2981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1" i="0">
                <a:solidFill>
                  <a:schemeClr val="bg2"/>
                </a:solidFill>
                <a:latin typeface="Montserrat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- Click to Add Name</a:t>
            </a:r>
            <a:endParaRPr lang="en-IN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5F879334-3A3E-914A-DED8-B5F5976B9CF7}"/>
              </a:ext>
            </a:extLst>
          </p:cNvPr>
          <p:cNvSpPr txBox="1">
            <a:spLocks/>
          </p:cNvSpPr>
          <p:nvPr userDrawn="1"/>
        </p:nvSpPr>
        <p:spPr>
          <a:xfrm>
            <a:off x="11429954" y="6411766"/>
            <a:ext cx="34297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003059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F1F3C5-C878-D257-4A60-F2415EC4C3A8}"/>
              </a:ext>
            </a:extLst>
          </p:cNvPr>
          <p:cNvSpPr txBox="1"/>
          <p:nvPr userDrawn="1"/>
        </p:nvSpPr>
        <p:spPr>
          <a:xfrm>
            <a:off x="10414134" y="6506878"/>
            <a:ext cx="1173193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3059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A66948-0CD6-7C1A-9B66-4445E45798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8333"/>
          <a:stretch/>
        </p:blipFill>
        <p:spPr>
          <a:xfrm>
            <a:off x="127177" y="168672"/>
            <a:ext cx="4975034" cy="6520656"/>
          </a:xfrm>
          <a:prstGeom prst="rect">
            <a:avLst/>
          </a:prstGeom>
        </p:spPr>
      </p:pic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D584CB52-6D12-83A0-41EA-7151707A473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27178" y="168672"/>
            <a:ext cx="4975034" cy="6520656"/>
          </a:xfrm>
          <a:solidFill>
            <a:srgbClr val="F4F3F0">
              <a:alpha val="68000"/>
            </a:srgbClr>
          </a:solidFill>
        </p:spPr>
        <p:txBody>
          <a:bodyPr/>
          <a:lstStyle>
            <a:lvl1pPr marL="0" indent="0">
              <a:buNone/>
              <a:defRPr b="0" cap="none" spc="0">
                <a:ln w="0"/>
                <a:solidFill>
                  <a:schemeClr val="bg2"/>
                </a:solidFill>
                <a:effectLst/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Change Image</a:t>
            </a:r>
          </a:p>
        </p:txBody>
      </p:sp>
    </p:spTree>
    <p:extLst>
      <p:ext uri="{BB962C8B-B14F-4D97-AF65-F5344CB8AC3E}">
        <p14:creationId xmlns:p14="http://schemas.microsoft.com/office/powerpoint/2010/main" val="2507782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allout or Quotes">
    <p:bg>
      <p:bgPr>
        <a:solidFill>
          <a:srgbClr val="0030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689B5DE-AF3A-EBC0-5F6E-93B4CDD0F5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054"/>
          <a:stretch>
            <a:fillRect/>
          </a:stretch>
        </p:blipFill>
        <p:spPr>
          <a:xfrm rot="13554979">
            <a:off x="9540428" y="4524161"/>
            <a:ext cx="3029282" cy="2657356"/>
          </a:xfrm>
          <a:custGeom>
            <a:avLst/>
            <a:gdLst>
              <a:gd name="connsiteX0" fmla="*/ 3029282 w 3029282"/>
              <a:gd name="connsiteY0" fmla="*/ 2657702 h 2657702"/>
              <a:gd name="connsiteX1" fmla="*/ 1253408 w 3029282"/>
              <a:gd name="connsiteY1" fmla="*/ 2657702 h 2657702"/>
              <a:gd name="connsiteX2" fmla="*/ 0 w 3029282"/>
              <a:gd name="connsiteY2" fmla="*/ 1443758 h 2657702"/>
              <a:gd name="connsiteX3" fmla="*/ 1398302 w 3029282"/>
              <a:gd name="connsiteY3" fmla="*/ 0 h 2657702"/>
              <a:gd name="connsiteX4" fmla="*/ 2824216 w 3029282"/>
              <a:gd name="connsiteY4" fmla="*/ 1 h 2657702"/>
              <a:gd name="connsiteX5" fmla="*/ 3029282 w 3029282"/>
              <a:gd name="connsiteY5" fmla="*/ 198610 h 2657702"/>
              <a:gd name="connsiteX6" fmla="*/ 3029282 w 3029282"/>
              <a:gd name="connsiteY6" fmla="*/ 2657702 h 2657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9282" h="2657702">
                <a:moveTo>
                  <a:pt x="3029282" y="2657702"/>
                </a:moveTo>
                <a:lnTo>
                  <a:pt x="1253408" y="2657702"/>
                </a:lnTo>
                <a:lnTo>
                  <a:pt x="0" y="1443758"/>
                </a:lnTo>
                <a:lnTo>
                  <a:pt x="1398302" y="0"/>
                </a:lnTo>
                <a:lnTo>
                  <a:pt x="2824216" y="1"/>
                </a:lnTo>
                <a:lnTo>
                  <a:pt x="3029282" y="198610"/>
                </a:lnTo>
                <a:lnTo>
                  <a:pt x="3029282" y="2657702"/>
                </a:ln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D86289-0FED-37C1-A8CE-E9FA5873CD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8333"/>
          <a:stretch/>
        </p:blipFill>
        <p:spPr>
          <a:xfrm>
            <a:off x="127177" y="168672"/>
            <a:ext cx="4975034" cy="6520656"/>
          </a:xfrm>
          <a:prstGeom prst="rect">
            <a:avLst/>
          </a:pr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4E98118-7927-0C93-15A5-409606D9BAC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27178" y="168672"/>
            <a:ext cx="4975034" cy="6520656"/>
          </a:xfrm>
          <a:solidFill>
            <a:schemeClr val="accent1">
              <a:lumMod val="90000"/>
              <a:lumOff val="10000"/>
              <a:alpha val="48833"/>
            </a:schemeClr>
          </a:solidFill>
        </p:spPr>
        <p:txBody>
          <a:bodyPr/>
          <a:lstStyle>
            <a:lvl1pPr marL="0" indent="0">
              <a:buNone/>
              <a:defRPr b="0" cap="none" spc="0">
                <a:ln w="0"/>
                <a:solidFill>
                  <a:schemeClr val="accent2"/>
                </a:solidFill>
                <a:effectLst/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Change Image</a:t>
            </a:r>
            <a:endParaRPr lang="en-US"/>
          </a:p>
          <a:p>
            <a:endParaRPr lang="en-US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3229B87-B763-2DE8-C69C-D311B4A109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9944" y="2381732"/>
            <a:ext cx="4723785" cy="214874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085A0B6-AA25-4697-6A36-1737AB8D67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578" y="1238205"/>
            <a:ext cx="822524" cy="822524"/>
          </a:xfrm>
          <a:prstGeom prst="rect">
            <a:avLst/>
          </a:prstGeom>
        </p:spPr>
      </p:pic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9ABB122-33F4-9175-34B8-B981AF988F33}"/>
              </a:ext>
            </a:extLst>
          </p:cNvPr>
          <p:cNvSpPr txBox="1">
            <a:spLocks/>
          </p:cNvSpPr>
          <p:nvPr userDrawn="1"/>
        </p:nvSpPr>
        <p:spPr>
          <a:xfrm>
            <a:off x="11429954" y="6411766"/>
            <a:ext cx="34297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00EDED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00EDED"/>
              </a:solidFill>
              <a:latin typeface="Montserrat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459AF-ADF7-2458-D605-03437BAF06AD}"/>
              </a:ext>
            </a:extLst>
          </p:cNvPr>
          <p:cNvSpPr txBox="1"/>
          <p:nvPr userDrawn="1"/>
        </p:nvSpPr>
        <p:spPr>
          <a:xfrm>
            <a:off x="10414134" y="6506878"/>
            <a:ext cx="1173193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EDED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90CAC6-2370-B471-1A17-759694F73F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89943" y="4781512"/>
            <a:ext cx="4723784" cy="2981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- Click to Add Name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064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allout or Quot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60A61C2-14C6-EBDA-4ADE-3B289DE652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054"/>
          <a:stretch>
            <a:fillRect/>
          </a:stretch>
        </p:blipFill>
        <p:spPr>
          <a:xfrm rot="13554979">
            <a:off x="9540428" y="4524161"/>
            <a:ext cx="3029282" cy="2657356"/>
          </a:xfrm>
          <a:custGeom>
            <a:avLst/>
            <a:gdLst>
              <a:gd name="connsiteX0" fmla="*/ 3029282 w 3029282"/>
              <a:gd name="connsiteY0" fmla="*/ 2657702 h 2657702"/>
              <a:gd name="connsiteX1" fmla="*/ 1253408 w 3029282"/>
              <a:gd name="connsiteY1" fmla="*/ 2657702 h 2657702"/>
              <a:gd name="connsiteX2" fmla="*/ 0 w 3029282"/>
              <a:gd name="connsiteY2" fmla="*/ 1443758 h 2657702"/>
              <a:gd name="connsiteX3" fmla="*/ 1398302 w 3029282"/>
              <a:gd name="connsiteY3" fmla="*/ 0 h 2657702"/>
              <a:gd name="connsiteX4" fmla="*/ 2824216 w 3029282"/>
              <a:gd name="connsiteY4" fmla="*/ 1 h 2657702"/>
              <a:gd name="connsiteX5" fmla="*/ 3029282 w 3029282"/>
              <a:gd name="connsiteY5" fmla="*/ 198610 h 2657702"/>
              <a:gd name="connsiteX6" fmla="*/ 3029282 w 3029282"/>
              <a:gd name="connsiteY6" fmla="*/ 2657702 h 2657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9282" h="2657702">
                <a:moveTo>
                  <a:pt x="3029282" y="2657702"/>
                </a:moveTo>
                <a:lnTo>
                  <a:pt x="1253408" y="2657702"/>
                </a:lnTo>
                <a:lnTo>
                  <a:pt x="0" y="1443758"/>
                </a:lnTo>
                <a:lnTo>
                  <a:pt x="1398302" y="0"/>
                </a:lnTo>
                <a:lnTo>
                  <a:pt x="2824216" y="1"/>
                </a:lnTo>
                <a:lnTo>
                  <a:pt x="3029282" y="198610"/>
                </a:lnTo>
                <a:lnTo>
                  <a:pt x="3029282" y="2657702"/>
                </a:ln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40D53D-116C-B30B-B10B-BEB28E2C5D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8333"/>
          <a:stretch/>
        </p:blipFill>
        <p:spPr>
          <a:xfrm>
            <a:off x="127177" y="168672"/>
            <a:ext cx="4975034" cy="6520656"/>
          </a:xfrm>
          <a:prstGeom prst="rect">
            <a:avLst/>
          </a:prstGeom>
        </p:spPr>
      </p:pic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E8B37993-590E-87B7-B967-09E6C50AD83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27178" y="168672"/>
            <a:ext cx="4975034" cy="6520656"/>
          </a:xfrm>
          <a:solidFill>
            <a:srgbClr val="314550">
              <a:alpha val="48833"/>
            </a:srgbClr>
          </a:solidFill>
        </p:spPr>
        <p:txBody>
          <a:bodyPr/>
          <a:lstStyle>
            <a:lvl1pPr marL="0" indent="0">
              <a:buNone/>
              <a:defRPr b="0" cap="none" spc="0">
                <a:ln w="0"/>
                <a:solidFill>
                  <a:srgbClr val="00EDED"/>
                </a:solidFill>
                <a:effectLst/>
                <a:latin typeface="+mn-lt"/>
              </a:defRPr>
            </a:lvl1pPr>
          </a:lstStyle>
          <a:p>
            <a:pPr marL="0" marR="0" lvl="0" indent="0" algn="l" defTabSz="91397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Change Image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F0480B-4D30-2578-4030-1B894858E9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9944" y="2381732"/>
            <a:ext cx="4723785" cy="214874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tx1"/>
                </a:solidFill>
                <a:latin typeface="+mn-lt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E91F0E4-BF97-D4BE-8D7C-DBD1327D82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578" y="1238205"/>
            <a:ext cx="822524" cy="822524"/>
          </a:xfrm>
          <a:prstGeom prst="rect">
            <a:avLst/>
          </a:prstGeom>
        </p:spPr>
      </p:pic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FC24D83C-651C-0EB5-F1DC-2F9D0B22A76C}"/>
              </a:ext>
            </a:extLst>
          </p:cNvPr>
          <p:cNvSpPr txBox="1">
            <a:spLocks/>
          </p:cNvSpPr>
          <p:nvPr userDrawn="1"/>
        </p:nvSpPr>
        <p:spPr>
          <a:xfrm>
            <a:off x="11429954" y="6411766"/>
            <a:ext cx="34297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00EDED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00EDED"/>
              </a:solidFill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C18925-8ED8-334D-5724-74AFF57FE1AC}"/>
              </a:ext>
            </a:extLst>
          </p:cNvPr>
          <p:cNvSpPr txBox="1"/>
          <p:nvPr userDrawn="1"/>
        </p:nvSpPr>
        <p:spPr>
          <a:xfrm>
            <a:off x="10414134" y="6506878"/>
            <a:ext cx="1173193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EDED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DF941B-E5FC-268E-96EF-0F1C66D632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89943" y="4781512"/>
            <a:ext cx="4723784" cy="2981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56985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000" b="0" i="0">
                <a:solidFill>
                  <a:schemeClr val="bg2"/>
                </a:solidFill>
                <a:latin typeface="Montserrat" pitchFamily="2" charset="77"/>
              </a:defRPr>
            </a:lvl2pPr>
            <a:lvl3pPr marL="913987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800" b="0" i="0">
                <a:solidFill>
                  <a:schemeClr val="bg2"/>
                </a:solidFill>
                <a:latin typeface="Montserrat" pitchFamily="2" charset="77"/>
              </a:defRPr>
            </a:lvl3pPr>
            <a:lvl4pPr marL="1370986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4pPr>
            <a:lvl5pPr marL="182797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60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- Click to Add Name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815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eam Lineu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74C37E9-E7A4-2C95-CC84-E4D7FD57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465" y="453195"/>
            <a:ext cx="11015353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rgbClr val="003059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16DC8-E28B-A421-AB71-0BA59C26698A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3059"/>
                </a:solidFill>
                <a:effectLst/>
                <a:uLnTx/>
                <a:uFillTx/>
                <a:latin typeface="+mn-lt"/>
              </a:rPr>
              <a:t>Private and Confidential</a:t>
            </a:r>
          </a:p>
        </p:txBody>
      </p:sp>
      <p:sp>
        <p:nvSpPr>
          <p:cNvPr id="49" name="Slide Number Placeholder 13">
            <a:extLst>
              <a:ext uri="{FF2B5EF4-FFF2-40B4-BE49-F238E27FC236}">
                <a16:creationId xmlns:a16="http://schemas.microsoft.com/office/drawing/2014/main" id="{1D9ACAC6-5264-97C5-66C9-993C95DB6178}"/>
              </a:ext>
            </a:extLst>
          </p:cNvPr>
          <p:cNvSpPr txBox="1">
            <a:spLocks/>
          </p:cNvSpPr>
          <p:nvPr userDrawn="1"/>
        </p:nvSpPr>
        <p:spPr>
          <a:xfrm>
            <a:off x="11429954" y="6411766"/>
            <a:ext cx="34297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003059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003059"/>
              </a:solidFill>
              <a:latin typeface="Montserrat" pitchFamily="2" charset="77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6980351B-95B5-3077-F4BA-53CFA563E5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306" y="6496842"/>
            <a:ext cx="365772" cy="194762"/>
          </a:xfrm>
          <a:prstGeom prst="rect">
            <a:avLst/>
          </a:prstGeom>
        </p:spPr>
      </p:pic>
      <p:pic>
        <p:nvPicPr>
          <p:cNvPr id="4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C8F8D610-22BD-EEB8-CBC8-3E88E08FA6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1092951" y="1453547"/>
            <a:ext cx="2090465" cy="2092325"/>
          </a:xfrm>
          <a:prstGeom prst="rect">
            <a:avLst/>
          </a:prstGeom>
        </p:spPr>
      </p:pic>
      <p:sp>
        <p:nvSpPr>
          <p:cNvPr id="5" name="Picture Placeholder 43">
            <a:extLst>
              <a:ext uri="{FF2B5EF4-FFF2-40B4-BE49-F238E27FC236}">
                <a16:creationId xmlns:a16="http://schemas.microsoft.com/office/drawing/2014/main" id="{0D54B9FD-3253-BFA6-7E97-D3B67AAA289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92951" y="1453548"/>
            <a:ext cx="2090465" cy="2092325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40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61314E-CEA0-1FD9-4530-A8704BC5427C}"/>
              </a:ext>
            </a:extLst>
          </p:cNvPr>
          <p:cNvSpPr/>
          <p:nvPr userDrawn="1"/>
        </p:nvSpPr>
        <p:spPr>
          <a:xfrm>
            <a:off x="994534" y="1355912"/>
            <a:ext cx="2287298" cy="2287597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0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7" name="Text Placeholder 63">
            <a:extLst>
              <a:ext uri="{FF2B5EF4-FFF2-40B4-BE49-F238E27FC236}">
                <a16:creationId xmlns:a16="http://schemas.microsoft.com/office/drawing/2014/main" id="{A796019E-5AC6-08E1-71EE-151A2C09D2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44920" y="1355912"/>
            <a:ext cx="2505306" cy="398099"/>
          </a:xfrm>
        </p:spPr>
        <p:txBody>
          <a:bodyPr lIns="0"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9" name="Text Placeholder 63">
            <a:extLst>
              <a:ext uri="{FF2B5EF4-FFF2-40B4-BE49-F238E27FC236}">
                <a16:creationId xmlns:a16="http://schemas.microsoft.com/office/drawing/2014/main" id="{FF59CD57-A90D-99B6-DDC7-E7D8532EB4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44920" y="1855526"/>
            <a:ext cx="2505306" cy="247206"/>
          </a:xfrm>
        </p:spPr>
        <p:txBody>
          <a:bodyPr lIns="0">
            <a:noAutofit/>
          </a:bodyPr>
          <a:lstStyle>
            <a:lvl1pPr marL="0" indent="0">
              <a:buNone/>
              <a:defRPr sz="140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1" name="Text Placeholder 63">
            <a:extLst>
              <a:ext uri="{FF2B5EF4-FFF2-40B4-BE49-F238E27FC236}">
                <a16:creationId xmlns:a16="http://schemas.microsoft.com/office/drawing/2014/main" id="{10DCD4ED-59A7-2DE9-E3C2-F459FCFD32A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44920" y="2301882"/>
            <a:ext cx="2505306" cy="1341625"/>
          </a:xfrm>
        </p:spPr>
        <p:txBody>
          <a:bodyPr lIns="0">
            <a:normAutofit/>
          </a:bodyPr>
          <a:lstStyle>
            <a:lvl1pPr marL="0" indent="0"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63">
            <a:extLst>
              <a:ext uri="{FF2B5EF4-FFF2-40B4-BE49-F238E27FC236}">
                <a16:creationId xmlns:a16="http://schemas.microsoft.com/office/drawing/2014/main" id="{626C78F8-CC7B-0F86-B77E-2A0B2F0444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72293" y="1355912"/>
            <a:ext cx="2505306" cy="398099"/>
          </a:xfrm>
        </p:spPr>
        <p:txBody>
          <a:bodyPr lIns="0"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3" name="Text Placeholder 63">
            <a:extLst>
              <a:ext uri="{FF2B5EF4-FFF2-40B4-BE49-F238E27FC236}">
                <a16:creationId xmlns:a16="http://schemas.microsoft.com/office/drawing/2014/main" id="{0108A795-5450-7966-AFEC-3A3993D1E0C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72293" y="1855526"/>
            <a:ext cx="2505306" cy="247206"/>
          </a:xfrm>
        </p:spPr>
        <p:txBody>
          <a:bodyPr lIns="0">
            <a:noAutofit/>
          </a:bodyPr>
          <a:lstStyle>
            <a:lvl1pPr marL="0" indent="0">
              <a:buNone/>
              <a:defRPr sz="140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4" name="Text Placeholder 63">
            <a:extLst>
              <a:ext uri="{FF2B5EF4-FFF2-40B4-BE49-F238E27FC236}">
                <a16:creationId xmlns:a16="http://schemas.microsoft.com/office/drawing/2014/main" id="{E75BC3F3-06AA-0DAA-F623-67D89DF7A1C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72293" y="2301882"/>
            <a:ext cx="2505306" cy="1341625"/>
          </a:xfrm>
        </p:spPr>
        <p:txBody>
          <a:bodyPr lIns="0">
            <a:normAutofit/>
          </a:bodyPr>
          <a:lstStyle>
            <a:lvl1pPr marL="0" indent="0"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5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419064C3-51CC-2E38-1B90-3A3F8D5761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6420324" y="1453547"/>
            <a:ext cx="2090465" cy="2092325"/>
          </a:xfrm>
          <a:prstGeom prst="rect">
            <a:avLst/>
          </a:prstGeom>
        </p:spPr>
      </p:pic>
      <p:sp>
        <p:nvSpPr>
          <p:cNvPr id="16" name="Picture Placeholder 43">
            <a:extLst>
              <a:ext uri="{FF2B5EF4-FFF2-40B4-BE49-F238E27FC236}">
                <a16:creationId xmlns:a16="http://schemas.microsoft.com/office/drawing/2014/main" id="{113D0211-BA52-FACD-79AD-245EBFB6A81C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420324" y="1453548"/>
            <a:ext cx="2090465" cy="2092325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40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A9BA6EF-9516-A073-2286-4A0FCF66B50E}"/>
              </a:ext>
            </a:extLst>
          </p:cNvPr>
          <p:cNvSpPr/>
          <p:nvPr userDrawn="1"/>
        </p:nvSpPr>
        <p:spPr>
          <a:xfrm>
            <a:off x="6321907" y="1355912"/>
            <a:ext cx="2287298" cy="2287597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0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18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DAA0F616-5F33-CA63-74DC-40CBD91393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1092951" y="4089862"/>
            <a:ext cx="2090465" cy="2092325"/>
          </a:xfrm>
          <a:prstGeom prst="rect">
            <a:avLst/>
          </a:prstGeom>
        </p:spPr>
      </p:pic>
      <p:sp>
        <p:nvSpPr>
          <p:cNvPr id="19" name="Picture Placeholder 43">
            <a:extLst>
              <a:ext uri="{FF2B5EF4-FFF2-40B4-BE49-F238E27FC236}">
                <a16:creationId xmlns:a16="http://schemas.microsoft.com/office/drawing/2014/main" id="{E00A134D-2652-284B-8901-30F29480A8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1092951" y="4089863"/>
            <a:ext cx="2090465" cy="2092325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40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8F733E-B72A-4BCF-8D7B-EC28848E5FA0}"/>
              </a:ext>
            </a:extLst>
          </p:cNvPr>
          <p:cNvSpPr/>
          <p:nvPr userDrawn="1"/>
        </p:nvSpPr>
        <p:spPr>
          <a:xfrm>
            <a:off x="994534" y="3992227"/>
            <a:ext cx="2287298" cy="2287597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0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1" name="Text Placeholder 63">
            <a:extLst>
              <a:ext uri="{FF2B5EF4-FFF2-40B4-BE49-F238E27FC236}">
                <a16:creationId xmlns:a16="http://schemas.microsoft.com/office/drawing/2014/main" id="{FB66249F-BC8D-B036-3530-AFBE0FC0EC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44920" y="3992227"/>
            <a:ext cx="2505306" cy="398099"/>
          </a:xfrm>
        </p:spPr>
        <p:txBody>
          <a:bodyPr lIns="0"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63">
            <a:extLst>
              <a:ext uri="{FF2B5EF4-FFF2-40B4-BE49-F238E27FC236}">
                <a16:creationId xmlns:a16="http://schemas.microsoft.com/office/drawing/2014/main" id="{93BB4A6B-8126-6B1E-B128-9E8A39C858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44920" y="4491841"/>
            <a:ext cx="2505306" cy="247206"/>
          </a:xfrm>
        </p:spPr>
        <p:txBody>
          <a:bodyPr lIns="0">
            <a:noAutofit/>
          </a:bodyPr>
          <a:lstStyle>
            <a:lvl1pPr marL="0" indent="0">
              <a:buNone/>
              <a:defRPr sz="140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23" name="Text Placeholder 63">
            <a:extLst>
              <a:ext uri="{FF2B5EF4-FFF2-40B4-BE49-F238E27FC236}">
                <a16:creationId xmlns:a16="http://schemas.microsoft.com/office/drawing/2014/main" id="{43B238C4-1624-F443-BAC4-F3EB3C2459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44920" y="4938197"/>
            <a:ext cx="2505306" cy="1341625"/>
          </a:xfrm>
        </p:spPr>
        <p:txBody>
          <a:bodyPr lIns="0">
            <a:normAutofit/>
          </a:bodyPr>
          <a:lstStyle>
            <a:lvl1pPr marL="0" indent="0"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63">
            <a:extLst>
              <a:ext uri="{FF2B5EF4-FFF2-40B4-BE49-F238E27FC236}">
                <a16:creationId xmlns:a16="http://schemas.microsoft.com/office/drawing/2014/main" id="{5590FFBD-EEB7-A7DA-B319-C2CC932DE1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772293" y="3992227"/>
            <a:ext cx="2505306" cy="398099"/>
          </a:xfrm>
        </p:spPr>
        <p:txBody>
          <a:bodyPr lIns="0"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Text Placeholder 63">
            <a:extLst>
              <a:ext uri="{FF2B5EF4-FFF2-40B4-BE49-F238E27FC236}">
                <a16:creationId xmlns:a16="http://schemas.microsoft.com/office/drawing/2014/main" id="{38AC6496-6B80-48D3-5A3F-FE2993E7B1E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772293" y="4491841"/>
            <a:ext cx="2505306" cy="247206"/>
          </a:xfrm>
        </p:spPr>
        <p:txBody>
          <a:bodyPr lIns="0">
            <a:noAutofit/>
          </a:bodyPr>
          <a:lstStyle>
            <a:lvl1pPr marL="0" indent="0">
              <a:buNone/>
              <a:defRPr sz="140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26" name="Text Placeholder 63">
            <a:extLst>
              <a:ext uri="{FF2B5EF4-FFF2-40B4-BE49-F238E27FC236}">
                <a16:creationId xmlns:a16="http://schemas.microsoft.com/office/drawing/2014/main" id="{C1E68A6F-316A-2981-2C9B-FEFE0C049F7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72293" y="4938197"/>
            <a:ext cx="2505306" cy="1341625"/>
          </a:xfrm>
        </p:spPr>
        <p:txBody>
          <a:bodyPr lIns="0">
            <a:normAutofit/>
          </a:bodyPr>
          <a:lstStyle>
            <a:lvl1pPr marL="0" indent="0"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7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E1813A88-7510-8471-BC6D-795174097D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6420324" y="4089862"/>
            <a:ext cx="2090465" cy="2092325"/>
          </a:xfrm>
          <a:prstGeom prst="rect">
            <a:avLst/>
          </a:prstGeom>
        </p:spPr>
      </p:pic>
      <p:sp>
        <p:nvSpPr>
          <p:cNvPr id="28" name="Picture Placeholder 43">
            <a:extLst>
              <a:ext uri="{FF2B5EF4-FFF2-40B4-BE49-F238E27FC236}">
                <a16:creationId xmlns:a16="http://schemas.microsoft.com/office/drawing/2014/main" id="{74174644-5CA8-A82C-E9BB-B6E012ED1711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420324" y="4089863"/>
            <a:ext cx="2090465" cy="2092325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40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27522C8-072F-C40A-362F-EA406C345C75}"/>
              </a:ext>
            </a:extLst>
          </p:cNvPr>
          <p:cNvSpPr/>
          <p:nvPr userDrawn="1"/>
        </p:nvSpPr>
        <p:spPr>
          <a:xfrm>
            <a:off x="6321907" y="3992227"/>
            <a:ext cx="2287298" cy="2287597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0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429876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eam Lineup">
    <p:bg>
      <p:bgPr>
        <a:solidFill>
          <a:srgbClr val="0030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74C37E9-E7A4-2C95-CC84-E4D7FD57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465" y="453195"/>
            <a:ext cx="11015353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16DC8-E28B-A421-AB71-0BA59C26698A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EDED"/>
                </a:solidFill>
                <a:effectLst/>
                <a:uLnTx/>
                <a:uFillTx/>
                <a:latin typeface="+mn-lt"/>
              </a:rPr>
              <a:t>Private and Confidential</a:t>
            </a:r>
          </a:p>
        </p:txBody>
      </p:sp>
      <p:sp>
        <p:nvSpPr>
          <p:cNvPr id="49" name="Slide Number Placeholder 13">
            <a:extLst>
              <a:ext uri="{FF2B5EF4-FFF2-40B4-BE49-F238E27FC236}">
                <a16:creationId xmlns:a16="http://schemas.microsoft.com/office/drawing/2014/main" id="{1D9ACAC6-5264-97C5-66C9-993C95DB6178}"/>
              </a:ext>
            </a:extLst>
          </p:cNvPr>
          <p:cNvSpPr txBox="1">
            <a:spLocks/>
          </p:cNvSpPr>
          <p:nvPr userDrawn="1"/>
        </p:nvSpPr>
        <p:spPr>
          <a:xfrm>
            <a:off x="11429954" y="6411766"/>
            <a:ext cx="34297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00EDED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00EDED"/>
              </a:solidFill>
              <a:latin typeface="Montserrat" pitchFamily="2" charset="77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6980351B-95B5-3077-F4BA-53CFA563E5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306" y="6496842"/>
            <a:ext cx="365772" cy="194762"/>
          </a:xfrm>
          <a:prstGeom prst="rect">
            <a:avLst/>
          </a:prstGeom>
        </p:spPr>
      </p:pic>
      <p:pic>
        <p:nvPicPr>
          <p:cNvPr id="4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64774A3A-17D8-9CC4-12D4-A10AC4F92B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1092951" y="1453547"/>
            <a:ext cx="2090465" cy="2092325"/>
          </a:xfrm>
          <a:prstGeom prst="rect">
            <a:avLst/>
          </a:prstGeom>
        </p:spPr>
      </p:pic>
      <p:sp>
        <p:nvSpPr>
          <p:cNvPr id="5" name="Picture Placeholder 43">
            <a:extLst>
              <a:ext uri="{FF2B5EF4-FFF2-40B4-BE49-F238E27FC236}">
                <a16:creationId xmlns:a16="http://schemas.microsoft.com/office/drawing/2014/main" id="{1E0295FE-1CA3-0F2D-FD15-00ED0B69676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92951" y="1453548"/>
            <a:ext cx="2090465" cy="2092325"/>
          </a:xfrm>
          <a:solidFill>
            <a:schemeClr val="accent1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40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248BF9-30C2-72FF-D7CB-D7A2A3D1986D}"/>
              </a:ext>
            </a:extLst>
          </p:cNvPr>
          <p:cNvSpPr/>
          <p:nvPr userDrawn="1"/>
        </p:nvSpPr>
        <p:spPr>
          <a:xfrm>
            <a:off x="994534" y="1355912"/>
            <a:ext cx="2287298" cy="2287597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0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7" name="Text Placeholder 63">
            <a:extLst>
              <a:ext uri="{FF2B5EF4-FFF2-40B4-BE49-F238E27FC236}">
                <a16:creationId xmlns:a16="http://schemas.microsoft.com/office/drawing/2014/main" id="{15B58203-025E-686A-1C5B-DE8E8C9E8DD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44920" y="1355912"/>
            <a:ext cx="2505306" cy="398099"/>
          </a:xfrm>
        </p:spPr>
        <p:txBody>
          <a:bodyPr lIns="0">
            <a:normAutofit/>
          </a:bodyPr>
          <a:lstStyle>
            <a:lvl1pPr marL="0" indent="0">
              <a:buNone/>
              <a:defRPr sz="180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9" name="Text Placeholder 63">
            <a:extLst>
              <a:ext uri="{FF2B5EF4-FFF2-40B4-BE49-F238E27FC236}">
                <a16:creationId xmlns:a16="http://schemas.microsoft.com/office/drawing/2014/main" id="{5698C3CE-02B9-6905-5802-2116B098F8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44920" y="1855526"/>
            <a:ext cx="2505306" cy="247206"/>
          </a:xfrm>
        </p:spPr>
        <p:txBody>
          <a:bodyPr lIns="0">
            <a:noAutofit/>
          </a:bodyPr>
          <a:lstStyle>
            <a:lvl1pPr marL="0" indent="0">
              <a:buNone/>
              <a:defRPr sz="140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1" name="Text Placeholder 63">
            <a:extLst>
              <a:ext uri="{FF2B5EF4-FFF2-40B4-BE49-F238E27FC236}">
                <a16:creationId xmlns:a16="http://schemas.microsoft.com/office/drawing/2014/main" id="{CEB300AD-2780-0A72-66FB-551A4B63D4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44920" y="2301882"/>
            <a:ext cx="2505306" cy="1341625"/>
          </a:xfrm>
        </p:spPr>
        <p:txBody>
          <a:bodyPr lIns="0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63">
            <a:extLst>
              <a:ext uri="{FF2B5EF4-FFF2-40B4-BE49-F238E27FC236}">
                <a16:creationId xmlns:a16="http://schemas.microsoft.com/office/drawing/2014/main" id="{33CF84B0-7FBD-A8E3-6DB0-DC3A624CCD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72293" y="1355912"/>
            <a:ext cx="2505306" cy="398099"/>
          </a:xfrm>
        </p:spPr>
        <p:txBody>
          <a:bodyPr lIns="0">
            <a:normAutofit/>
          </a:bodyPr>
          <a:lstStyle>
            <a:lvl1pPr marL="0" indent="0">
              <a:buNone/>
              <a:defRPr sz="180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3" name="Text Placeholder 63">
            <a:extLst>
              <a:ext uri="{FF2B5EF4-FFF2-40B4-BE49-F238E27FC236}">
                <a16:creationId xmlns:a16="http://schemas.microsoft.com/office/drawing/2014/main" id="{6D76ACBA-122E-7ABE-68C0-42E6AE9C35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72293" y="1855526"/>
            <a:ext cx="2505306" cy="247206"/>
          </a:xfrm>
        </p:spPr>
        <p:txBody>
          <a:bodyPr lIns="0">
            <a:noAutofit/>
          </a:bodyPr>
          <a:lstStyle>
            <a:lvl1pPr marL="0" indent="0">
              <a:buNone/>
              <a:defRPr sz="140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4" name="Text Placeholder 63">
            <a:extLst>
              <a:ext uri="{FF2B5EF4-FFF2-40B4-BE49-F238E27FC236}">
                <a16:creationId xmlns:a16="http://schemas.microsoft.com/office/drawing/2014/main" id="{23C07C64-78F7-EAFA-96B0-08F0EDB4CFE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72293" y="2301882"/>
            <a:ext cx="2505306" cy="1341625"/>
          </a:xfrm>
        </p:spPr>
        <p:txBody>
          <a:bodyPr lIns="0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5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226FDC8F-244E-1832-5F8F-E1E5589614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6420324" y="1453547"/>
            <a:ext cx="2090465" cy="2092325"/>
          </a:xfrm>
          <a:prstGeom prst="rect">
            <a:avLst/>
          </a:prstGeom>
        </p:spPr>
      </p:pic>
      <p:sp>
        <p:nvSpPr>
          <p:cNvPr id="16" name="Picture Placeholder 43">
            <a:extLst>
              <a:ext uri="{FF2B5EF4-FFF2-40B4-BE49-F238E27FC236}">
                <a16:creationId xmlns:a16="http://schemas.microsoft.com/office/drawing/2014/main" id="{C9BAE5BF-0AC6-E89F-25BA-2FF5A9173E5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420324" y="1453548"/>
            <a:ext cx="2090465" cy="2092325"/>
          </a:xfrm>
          <a:solidFill>
            <a:schemeClr val="accent1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40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7BC5A18-2F9F-6331-25C5-2B5A4EF47416}"/>
              </a:ext>
            </a:extLst>
          </p:cNvPr>
          <p:cNvSpPr/>
          <p:nvPr userDrawn="1"/>
        </p:nvSpPr>
        <p:spPr>
          <a:xfrm>
            <a:off x="6321907" y="1355912"/>
            <a:ext cx="2287298" cy="2287597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0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18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5DF1D03A-7613-4C97-F100-D2D44C2FDA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1092951" y="4089862"/>
            <a:ext cx="2090465" cy="2092325"/>
          </a:xfrm>
          <a:prstGeom prst="rect">
            <a:avLst/>
          </a:prstGeom>
        </p:spPr>
      </p:pic>
      <p:sp>
        <p:nvSpPr>
          <p:cNvPr id="19" name="Picture Placeholder 43">
            <a:extLst>
              <a:ext uri="{FF2B5EF4-FFF2-40B4-BE49-F238E27FC236}">
                <a16:creationId xmlns:a16="http://schemas.microsoft.com/office/drawing/2014/main" id="{A388ED53-B635-90D4-2450-4FC5B5B9DD1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1092951" y="4089863"/>
            <a:ext cx="2090465" cy="2092325"/>
          </a:xfrm>
          <a:solidFill>
            <a:schemeClr val="accent1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40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F9E7730-47DE-7FE0-817A-7F3865A13A96}"/>
              </a:ext>
            </a:extLst>
          </p:cNvPr>
          <p:cNvSpPr/>
          <p:nvPr userDrawn="1"/>
        </p:nvSpPr>
        <p:spPr>
          <a:xfrm>
            <a:off x="994534" y="3992227"/>
            <a:ext cx="2287298" cy="2287597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0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1" name="Text Placeholder 63">
            <a:extLst>
              <a:ext uri="{FF2B5EF4-FFF2-40B4-BE49-F238E27FC236}">
                <a16:creationId xmlns:a16="http://schemas.microsoft.com/office/drawing/2014/main" id="{77EA69C7-D1F3-7CDC-EC5A-A54FA51610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44920" y="3992227"/>
            <a:ext cx="2505306" cy="398099"/>
          </a:xfrm>
        </p:spPr>
        <p:txBody>
          <a:bodyPr lIns="0">
            <a:normAutofit/>
          </a:bodyPr>
          <a:lstStyle>
            <a:lvl1pPr marL="0" indent="0">
              <a:buNone/>
              <a:defRPr sz="180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63">
            <a:extLst>
              <a:ext uri="{FF2B5EF4-FFF2-40B4-BE49-F238E27FC236}">
                <a16:creationId xmlns:a16="http://schemas.microsoft.com/office/drawing/2014/main" id="{9CD07BAE-8F24-BF5D-88E5-16D9EE8F35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44920" y="4491841"/>
            <a:ext cx="2505306" cy="247206"/>
          </a:xfrm>
        </p:spPr>
        <p:txBody>
          <a:bodyPr lIns="0">
            <a:noAutofit/>
          </a:bodyPr>
          <a:lstStyle>
            <a:lvl1pPr marL="0" indent="0">
              <a:buNone/>
              <a:defRPr sz="140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23" name="Text Placeholder 63">
            <a:extLst>
              <a:ext uri="{FF2B5EF4-FFF2-40B4-BE49-F238E27FC236}">
                <a16:creationId xmlns:a16="http://schemas.microsoft.com/office/drawing/2014/main" id="{A26D6A8A-75A4-EA8F-BB15-F604D2CEC98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44920" y="4938197"/>
            <a:ext cx="2505306" cy="1341625"/>
          </a:xfrm>
        </p:spPr>
        <p:txBody>
          <a:bodyPr lIns="0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63">
            <a:extLst>
              <a:ext uri="{FF2B5EF4-FFF2-40B4-BE49-F238E27FC236}">
                <a16:creationId xmlns:a16="http://schemas.microsoft.com/office/drawing/2014/main" id="{17E86212-8C54-8B7A-136C-E6B981F5F6A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772293" y="3992227"/>
            <a:ext cx="2505306" cy="398099"/>
          </a:xfrm>
        </p:spPr>
        <p:txBody>
          <a:bodyPr lIns="0">
            <a:normAutofit/>
          </a:bodyPr>
          <a:lstStyle>
            <a:lvl1pPr marL="0" indent="0">
              <a:buNone/>
              <a:defRPr sz="180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Text Placeholder 63">
            <a:extLst>
              <a:ext uri="{FF2B5EF4-FFF2-40B4-BE49-F238E27FC236}">
                <a16:creationId xmlns:a16="http://schemas.microsoft.com/office/drawing/2014/main" id="{F18E57E7-32C9-F3AD-5D17-3B855023C63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772293" y="4491841"/>
            <a:ext cx="2505306" cy="247206"/>
          </a:xfrm>
        </p:spPr>
        <p:txBody>
          <a:bodyPr lIns="0">
            <a:noAutofit/>
          </a:bodyPr>
          <a:lstStyle>
            <a:lvl1pPr marL="0" indent="0">
              <a:buNone/>
              <a:defRPr sz="140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26" name="Text Placeholder 63">
            <a:extLst>
              <a:ext uri="{FF2B5EF4-FFF2-40B4-BE49-F238E27FC236}">
                <a16:creationId xmlns:a16="http://schemas.microsoft.com/office/drawing/2014/main" id="{A25B8E96-331F-1C47-5533-C81F27F3EAE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72293" y="4938197"/>
            <a:ext cx="2505306" cy="1341625"/>
          </a:xfrm>
        </p:spPr>
        <p:txBody>
          <a:bodyPr lIns="0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7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DE3E18D4-A3F9-1558-341F-0354F721C1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6420324" y="4089862"/>
            <a:ext cx="2090465" cy="2092325"/>
          </a:xfrm>
          <a:prstGeom prst="rect">
            <a:avLst/>
          </a:prstGeom>
        </p:spPr>
      </p:pic>
      <p:sp>
        <p:nvSpPr>
          <p:cNvPr id="28" name="Picture Placeholder 43">
            <a:extLst>
              <a:ext uri="{FF2B5EF4-FFF2-40B4-BE49-F238E27FC236}">
                <a16:creationId xmlns:a16="http://schemas.microsoft.com/office/drawing/2014/main" id="{A147B464-E555-BDA6-C127-1EE3989E1A2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420324" y="4089863"/>
            <a:ext cx="2090465" cy="2092325"/>
          </a:xfrm>
          <a:solidFill>
            <a:schemeClr val="accent1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40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04C22293-F72C-EB83-5933-A9E2D738970C}"/>
              </a:ext>
            </a:extLst>
          </p:cNvPr>
          <p:cNvSpPr/>
          <p:nvPr userDrawn="1"/>
        </p:nvSpPr>
        <p:spPr>
          <a:xfrm>
            <a:off x="6321907" y="3992227"/>
            <a:ext cx="2287298" cy="2287597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0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139084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eam Lineup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798CC528-BB73-B112-9A24-2B34CD8B7F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1092951" y="1453547"/>
            <a:ext cx="2090465" cy="2092325"/>
          </a:xfrm>
          <a:prstGeom prst="rect">
            <a:avLst/>
          </a:prstGeom>
        </p:spPr>
      </p:pic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9986F550-2736-B927-36F1-EB7A305EE47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92951" y="1453548"/>
            <a:ext cx="2090465" cy="2092325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40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21F7F2E-B4C0-AA13-1923-D46979C50854}"/>
              </a:ext>
            </a:extLst>
          </p:cNvPr>
          <p:cNvSpPr/>
          <p:nvPr userDrawn="1"/>
        </p:nvSpPr>
        <p:spPr>
          <a:xfrm>
            <a:off x="994534" y="1355912"/>
            <a:ext cx="2287298" cy="2287597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0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DA2BA32D-CDEE-2438-CDCB-DED43308AF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4920" y="1355912"/>
            <a:ext cx="2505306" cy="398099"/>
          </a:xfrm>
        </p:spPr>
        <p:txBody>
          <a:bodyPr lIns="0">
            <a:normAutofit/>
          </a:bodyPr>
          <a:lstStyle>
            <a:lvl1pPr marL="0" indent="0">
              <a:buNone/>
              <a:defRPr sz="180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5" name="Text Placeholder 63">
            <a:extLst>
              <a:ext uri="{FF2B5EF4-FFF2-40B4-BE49-F238E27FC236}">
                <a16:creationId xmlns:a16="http://schemas.microsoft.com/office/drawing/2014/main" id="{55BA595D-40D6-4B99-07C3-27C67BB7DE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44920" y="1855526"/>
            <a:ext cx="2505306" cy="247206"/>
          </a:xfrm>
        </p:spPr>
        <p:txBody>
          <a:bodyPr lIns="0">
            <a:noAutofit/>
          </a:bodyPr>
          <a:lstStyle>
            <a:lvl1pPr marL="0" indent="0">
              <a:buNone/>
              <a:defRPr sz="140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66" name="Text Placeholder 63">
            <a:extLst>
              <a:ext uri="{FF2B5EF4-FFF2-40B4-BE49-F238E27FC236}">
                <a16:creationId xmlns:a16="http://schemas.microsoft.com/office/drawing/2014/main" id="{2F5F2C19-E361-48AB-B7ED-A1442F7FBC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44920" y="2301882"/>
            <a:ext cx="2505306" cy="1341625"/>
          </a:xfrm>
        </p:spPr>
        <p:txBody>
          <a:bodyPr lIns="0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74C37E9-E7A4-2C95-CC84-E4D7FD57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465" y="453195"/>
            <a:ext cx="11015353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16DC8-E28B-A421-AB71-0BA59C26698A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EDED"/>
                </a:solidFill>
                <a:effectLst/>
                <a:uLnTx/>
                <a:uFillTx/>
                <a:latin typeface="+mn-lt"/>
              </a:rPr>
              <a:t>Private and Confidential</a:t>
            </a:r>
          </a:p>
        </p:txBody>
      </p:sp>
      <p:sp>
        <p:nvSpPr>
          <p:cNvPr id="38" name="Text Placeholder 63">
            <a:extLst>
              <a:ext uri="{FF2B5EF4-FFF2-40B4-BE49-F238E27FC236}">
                <a16:creationId xmlns:a16="http://schemas.microsoft.com/office/drawing/2014/main" id="{3B5F76E6-C01F-CB8D-94A8-762CA8B142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72293" y="1355912"/>
            <a:ext cx="2505306" cy="398099"/>
          </a:xfrm>
        </p:spPr>
        <p:txBody>
          <a:bodyPr lIns="0">
            <a:normAutofit/>
          </a:bodyPr>
          <a:lstStyle>
            <a:lvl1pPr marL="0" indent="0">
              <a:buNone/>
              <a:defRPr sz="180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9" name="Text Placeholder 63">
            <a:extLst>
              <a:ext uri="{FF2B5EF4-FFF2-40B4-BE49-F238E27FC236}">
                <a16:creationId xmlns:a16="http://schemas.microsoft.com/office/drawing/2014/main" id="{62DB7540-082F-5CC2-C0F7-37243091CB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72293" y="1855526"/>
            <a:ext cx="2505306" cy="247206"/>
          </a:xfrm>
        </p:spPr>
        <p:txBody>
          <a:bodyPr lIns="0">
            <a:noAutofit/>
          </a:bodyPr>
          <a:lstStyle>
            <a:lvl1pPr marL="0" indent="0">
              <a:buNone/>
              <a:defRPr sz="140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40" name="Text Placeholder 63">
            <a:extLst>
              <a:ext uri="{FF2B5EF4-FFF2-40B4-BE49-F238E27FC236}">
                <a16:creationId xmlns:a16="http://schemas.microsoft.com/office/drawing/2014/main" id="{75A5E816-350F-A5F5-2E9F-3CF8590B5F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72293" y="2301882"/>
            <a:ext cx="2505306" cy="1341625"/>
          </a:xfrm>
        </p:spPr>
        <p:txBody>
          <a:bodyPr lIns="0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9" name="Slide Number Placeholder 13">
            <a:extLst>
              <a:ext uri="{FF2B5EF4-FFF2-40B4-BE49-F238E27FC236}">
                <a16:creationId xmlns:a16="http://schemas.microsoft.com/office/drawing/2014/main" id="{1D9ACAC6-5264-97C5-66C9-993C95DB6178}"/>
              </a:ext>
            </a:extLst>
          </p:cNvPr>
          <p:cNvSpPr txBox="1">
            <a:spLocks/>
          </p:cNvSpPr>
          <p:nvPr userDrawn="1"/>
        </p:nvSpPr>
        <p:spPr>
          <a:xfrm>
            <a:off x="11429954" y="6411766"/>
            <a:ext cx="34297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rgbClr val="00EDED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rgbClr val="00EDED"/>
              </a:solidFill>
              <a:latin typeface="Montserrat" pitchFamily="2" charset="77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6980351B-95B5-3077-F4BA-53CFA563E5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306" y="6496842"/>
            <a:ext cx="365772" cy="194762"/>
          </a:xfrm>
          <a:prstGeom prst="rect">
            <a:avLst/>
          </a:prstGeom>
        </p:spPr>
      </p:pic>
      <p:pic>
        <p:nvPicPr>
          <p:cNvPr id="7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CB8ADA05-DDB5-B9AB-782A-849938D47F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6420324" y="1453547"/>
            <a:ext cx="2090465" cy="2092325"/>
          </a:xfrm>
          <a:prstGeom prst="rect">
            <a:avLst/>
          </a:prstGeom>
        </p:spPr>
      </p:pic>
      <p:sp>
        <p:nvSpPr>
          <p:cNvPr id="9" name="Picture Placeholder 43">
            <a:extLst>
              <a:ext uri="{FF2B5EF4-FFF2-40B4-BE49-F238E27FC236}">
                <a16:creationId xmlns:a16="http://schemas.microsoft.com/office/drawing/2014/main" id="{B39DBDE8-6DD2-35DF-1471-D6F315777B7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20324" y="1453548"/>
            <a:ext cx="2090465" cy="2092325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40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33E9347-116B-4E30-B01A-3D27A3101607}"/>
              </a:ext>
            </a:extLst>
          </p:cNvPr>
          <p:cNvSpPr/>
          <p:nvPr userDrawn="1"/>
        </p:nvSpPr>
        <p:spPr>
          <a:xfrm>
            <a:off x="6321907" y="1355912"/>
            <a:ext cx="2287298" cy="2287597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0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24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915F939E-100C-602E-BC0A-C2AEABBE30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1092951" y="4089862"/>
            <a:ext cx="2090465" cy="2092325"/>
          </a:xfrm>
          <a:prstGeom prst="rect">
            <a:avLst/>
          </a:prstGeom>
        </p:spPr>
      </p:pic>
      <p:sp>
        <p:nvSpPr>
          <p:cNvPr id="25" name="Picture Placeholder 43">
            <a:extLst>
              <a:ext uri="{FF2B5EF4-FFF2-40B4-BE49-F238E27FC236}">
                <a16:creationId xmlns:a16="http://schemas.microsoft.com/office/drawing/2014/main" id="{9A7394D4-C605-6BF9-40D9-03DCF37D7D46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92951" y="4089863"/>
            <a:ext cx="2090465" cy="2092325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40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8985181-521F-AE3C-416A-FED3179C8699}"/>
              </a:ext>
            </a:extLst>
          </p:cNvPr>
          <p:cNvSpPr/>
          <p:nvPr userDrawn="1"/>
        </p:nvSpPr>
        <p:spPr>
          <a:xfrm>
            <a:off x="994534" y="3992227"/>
            <a:ext cx="2287298" cy="2287597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0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7" name="Text Placeholder 63">
            <a:extLst>
              <a:ext uri="{FF2B5EF4-FFF2-40B4-BE49-F238E27FC236}">
                <a16:creationId xmlns:a16="http://schemas.microsoft.com/office/drawing/2014/main" id="{23F486CE-9B64-294D-E631-CC3754076C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44920" y="3992227"/>
            <a:ext cx="2505306" cy="398099"/>
          </a:xfrm>
        </p:spPr>
        <p:txBody>
          <a:bodyPr lIns="0">
            <a:normAutofit/>
          </a:bodyPr>
          <a:lstStyle>
            <a:lvl1pPr marL="0" indent="0">
              <a:buNone/>
              <a:defRPr sz="180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8" name="Text Placeholder 63">
            <a:extLst>
              <a:ext uri="{FF2B5EF4-FFF2-40B4-BE49-F238E27FC236}">
                <a16:creationId xmlns:a16="http://schemas.microsoft.com/office/drawing/2014/main" id="{54439993-D40F-3D99-88ED-1AEF9D5EB62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44920" y="4491841"/>
            <a:ext cx="2505306" cy="247206"/>
          </a:xfrm>
        </p:spPr>
        <p:txBody>
          <a:bodyPr lIns="0">
            <a:noAutofit/>
          </a:bodyPr>
          <a:lstStyle>
            <a:lvl1pPr marL="0" indent="0">
              <a:buNone/>
              <a:defRPr sz="140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45" name="Text Placeholder 63">
            <a:extLst>
              <a:ext uri="{FF2B5EF4-FFF2-40B4-BE49-F238E27FC236}">
                <a16:creationId xmlns:a16="http://schemas.microsoft.com/office/drawing/2014/main" id="{9277DAAD-D5E8-159A-283F-F15F830D24E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44920" y="4938197"/>
            <a:ext cx="2505306" cy="1341625"/>
          </a:xfrm>
        </p:spPr>
        <p:txBody>
          <a:bodyPr lIns="0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1" name="Text Placeholder 63">
            <a:extLst>
              <a:ext uri="{FF2B5EF4-FFF2-40B4-BE49-F238E27FC236}">
                <a16:creationId xmlns:a16="http://schemas.microsoft.com/office/drawing/2014/main" id="{9DD10405-F3E1-6990-F88C-EE615BEE43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72293" y="3992227"/>
            <a:ext cx="2505306" cy="398099"/>
          </a:xfrm>
        </p:spPr>
        <p:txBody>
          <a:bodyPr lIns="0">
            <a:normAutofit/>
          </a:bodyPr>
          <a:lstStyle>
            <a:lvl1pPr marL="0" indent="0">
              <a:buNone/>
              <a:defRPr sz="180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2" name="Text Placeholder 63">
            <a:extLst>
              <a:ext uri="{FF2B5EF4-FFF2-40B4-BE49-F238E27FC236}">
                <a16:creationId xmlns:a16="http://schemas.microsoft.com/office/drawing/2014/main" id="{77848427-B193-7EC2-80E8-8A502B1F8E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72293" y="4491841"/>
            <a:ext cx="2505306" cy="247206"/>
          </a:xfrm>
        </p:spPr>
        <p:txBody>
          <a:bodyPr lIns="0">
            <a:noAutofit/>
          </a:bodyPr>
          <a:lstStyle>
            <a:lvl1pPr marL="0" indent="0">
              <a:buNone/>
              <a:defRPr sz="140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53" name="Text Placeholder 63">
            <a:extLst>
              <a:ext uri="{FF2B5EF4-FFF2-40B4-BE49-F238E27FC236}">
                <a16:creationId xmlns:a16="http://schemas.microsoft.com/office/drawing/2014/main" id="{FC2A8FA7-509F-CA9C-B061-D1F6E7B4E89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72293" y="4938197"/>
            <a:ext cx="2505306" cy="1341625"/>
          </a:xfrm>
        </p:spPr>
        <p:txBody>
          <a:bodyPr lIns="0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4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1F5F0B1D-5AE1-9ED7-5337-986D4E4210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6420324" y="4089862"/>
            <a:ext cx="2090465" cy="2092325"/>
          </a:xfrm>
          <a:prstGeom prst="rect">
            <a:avLst/>
          </a:prstGeom>
        </p:spPr>
      </p:pic>
      <p:sp>
        <p:nvSpPr>
          <p:cNvPr id="55" name="Picture Placeholder 43">
            <a:extLst>
              <a:ext uri="{FF2B5EF4-FFF2-40B4-BE49-F238E27FC236}">
                <a16:creationId xmlns:a16="http://schemas.microsoft.com/office/drawing/2014/main" id="{9FBCC796-32DF-3849-816A-F7F4115EA34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20324" y="4089863"/>
            <a:ext cx="2090465" cy="2092325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40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B4DAFBC-AC0E-BC84-DF54-9D5EAE857FC8}"/>
              </a:ext>
            </a:extLst>
          </p:cNvPr>
          <p:cNvSpPr/>
          <p:nvPr userDrawn="1"/>
        </p:nvSpPr>
        <p:spPr>
          <a:xfrm>
            <a:off x="6321907" y="3992227"/>
            <a:ext cx="2287298" cy="2287597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0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172898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Question and Answ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0D7B0BE-371D-7D88-B20B-F2B8A51EE5FD}"/>
              </a:ext>
            </a:extLst>
          </p:cNvPr>
          <p:cNvSpPr txBox="1">
            <a:spLocks/>
          </p:cNvSpPr>
          <p:nvPr userDrawn="1"/>
        </p:nvSpPr>
        <p:spPr>
          <a:xfrm>
            <a:off x="3210058" y="1927123"/>
            <a:ext cx="5771885" cy="3003753"/>
          </a:xfrm>
          <a:prstGeom prst="rect">
            <a:avLst/>
          </a:prstGeom>
        </p:spPr>
        <p:txBody>
          <a:bodyPr lIns="0" tIns="0" rIns="0" bIns="0" anchor="ctr"/>
          <a:lstStyle>
            <a:lvl1pPr marL="228517" indent="-228517" algn="l" defTabSz="91406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48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595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640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672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760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22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55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7298">
                <a:solidFill>
                  <a:srgbClr val="003059"/>
                </a:solidFill>
                <a:latin typeface="+mn-lt"/>
              </a:rPr>
              <a:t>Q&amp;A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62FD1CA-5E48-5862-1268-DF1922074B44}"/>
              </a:ext>
            </a:extLst>
          </p:cNvPr>
          <p:cNvSpPr>
            <a:spLocks/>
          </p:cNvSpPr>
          <p:nvPr userDrawn="1"/>
        </p:nvSpPr>
        <p:spPr>
          <a:xfrm>
            <a:off x="0" y="1781183"/>
            <a:ext cx="2152966" cy="3295632"/>
          </a:xfrm>
          <a:custGeom>
            <a:avLst/>
            <a:gdLst>
              <a:gd name="connsiteX0" fmla="*/ 0 w 4467442"/>
              <a:gd name="connsiteY0" fmla="*/ 6837604 h 6837604"/>
              <a:gd name="connsiteX1" fmla="*/ 0 w 4467442"/>
              <a:gd name="connsiteY1" fmla="*/ 6212686 h 6837604"/>
              <a:gd name="connsiteX2" fmla="*/ 139678 w 4467442"/>
              <a:gd name="connsiteY2" fmla="*/ 6199024 h 6837604"/>
              <a:gd name="connsiteX3" fmla="*/ 2385725 w 4467442"/>
              <a:gd name="connsiteY3" fmla="*/ 5683531 h 6837604"/>
              <a:gd name="connsiteX4" fmla="*/ 3502074 w 4467442"/>
              <a:gd name="connsiteY4" fmla="*/ 5058530 h 6837604"/>
              <a:gd name="connsiteX5" fmla="*/ 3844214 w 4467442"/>
              <a:gd name="connsiteY5" fmla="*/ 4451257 h 6837604"/>
              <a:gd name="connsiteX6" fmla="*/ 3502074 w 4467442"/>
              <a:gd name="connsiteY6" fmla="*/ 3843984 h 6837604"/>
              <a:gd name="connsiteX7" fmla="*/ 3425541 w 4467442"/>
              <a:gd name="connsiteY7" fmla="*/ 3778807 h 6837604"/>
              <a:gd name="connsiteX8" fmla="*/ 2560535 w 4467442"/>
              <a:gd name="connsiteY8" fmla="*/ 4194200 h 6837604"/>
              <a:gd name="connsiteX9" fmla="*/ 164563 w 4467442"/>
              <a:gd name="connsiteY9" fmla="*/ 4746248 h 6837604"/>
              <a:gd name="connsiteX10" fmla="*/ 0 w 4467442"/>
              <a:gd name="connsiteY10" fmla="*/ 4762318 h 6837604"/>
              <a:gd name="connsiteX11" fmla="*/ 0 w 4467442"/>
              <a:gd name="connsiteY11" fmla="*/ 4138088 h 6837604"/>
              <a:gd name="connsiteX12" fmla="*/ 92781 w 4467442"/>
              <a:gd name="connsiteY12" fmla="*/ 4129013 h 6837604"/>
              <a:gd name="connsiteX13" fmla="*/ 2338587 w 4467442"/>
              <a:gd name="connsiteY13" fmla="*/ 3613519 h 6837604"/>
              <a:gd name="connsiteX14" fmla="*/ 2817793 w 4467442"/>
              <a:gd name="connsiteY14" fmla="*/ 3404954 h 6837604"/>
              <a:gd name="connsiteX15" fmla="*/ 2817966 w 4467442"/>
              <a:gd name="connsiteY15" fmla="*/ 3404780 h 6837604"/>
              <a:gd name="connsiteX16" fmla="*/ 2385725 w 4467442"/>
              <a:gd name="connsiteY16" fmla="*/ 3219331 h 6837604"/>
              <a:gd name="connsiteX17" fmla="*/ 139800 w 4467442"/>
              <a:gd name="connsiteY17" fmla="*/ 2703837 h 6837604"/>
              <a:gd name="connsiteX18" fmla="*/ 0 w 4467442"/>
              <a:gd name="connsiteY18" fmla="*/ 2690164 h 6837604"/>
              <a:gd name="connsiteX19" fmla="*/ 0 w 4467442"/>
              <a:gd name="connsiteY19" fmla="*/ 2065401 h 6837604"/>
              <a:gd name="connsiteX20" fmla="*/ 211777 w 4467442"/>
              <a:gd name="connsiteY20" fmla="*/ 2086081 h 6837604"/>
              <a:gd name="connsiteX21" fmla="*/ 2607673 w 4467442"/>
              <a:gd name="connsiteY21" fmla="*/ 2638129 h 6837604"/>
              <a:gd name="connsiteX22" fmla="*/ 3418234 w 4467442"/>
              <a:gd name="connsiteY22" fmla="*/ 3020846 h 6837604"/>
              <a:gd name="connsiteX23" fmla="*/ 3455284 w 4467442"/>
              <a:gd name="connsiteY23" fmla="*/ 2988345 h 6837604"/>
              <a:gd name="connsiteX24" fmla="*/ 3797424 w 4467442"/>
              <a:gd name="connsiteY24" fmla="*/ 2381072 h 6837604"/>
              <a:gd name="connsiteX25" fmla="*/ 3455284 w 4467442"/>
              <a:gd name="connsiteY25" fmla="*/ 1773799 h 6837604"/>
              <a:gd name="connsiteX26" fmla="*/ 2338761 w 4467442"/>
              <a:gd name="connsiteY26" fmla="*/ 1148798 h 6837604"/>
              <a:gd name="connsiteX27" fmla="*/ 92879 w 4467442"/>
              <a:gd name="connsiteY27" fmla="*/ 633305 h 6837604"/>
              <a:gd name="connsiteX28" fmla="*/ 0 w 4467442"/>
              <a:gd name="connsiteY28" fmla="*/ 624220 h 6837604"/>
              <a:gd name="connsiteX29" fmla="*/ 0 w 4467442"/>
              <a:gd name="connsiteY29" fmla="*/ 0 h 6837604"/>
              <a:gd name="connsiteX30" fmla="*/ 164563 w 4467442"/>
              <a:gd name="connsiteY30" fmla="*/ 16070 h 6837604"/>
              <a:gd name="connsiteX31" fmla="*/ 2560535 w 4467442"/>
              <a:gd name="connsiteY31" fmla="*/ 568118 h 6837604"/>
              <a:gd name="connsiteX32" fmla="*/ 3872045 w 4467442"/>
              <a:gd name="connsiteY32" fmla="*/ 1312001 h 6837604"/>
              <a:gd name="connsiteX33" fmla="*/ 4420304 w 4467442"/>
              <a:gd name="connsiteY33" fmla="*/ 2381246 h 6837604"/>
              <a:gd name="connsiteX34" fmla="*/ 3932402 w 4467442"/>
              <a:gd name="connsiteY34" fmla="*/ 3394352 h 6837604"/>
              <a:gd name="connsiteX35" fmla="*/ 3932576 w 4467442"/>
              <a:gd name="connsiteY35" fmla="*/ 3394526 h 6837604"/>
              <a:gd name="connsiteX36" fmla="*/ 4467442 w 4467442"/>
              <a:gd name="connsiteY36" fmla="*/ 4451605 h 6837604"/>
              <a:gd name="connsiteX37" fmla="*/ 3919182 w 4467442"/>
              <a:gd name="connsiteY37" fmla="*/ 5520849 h 6837604"/>
              <a:gd name="connsiteX38" fmla="*/ 2607499 w 4467442"/>
              <a:gd name="connsiteY38" fmla="*/ 6264732 h 6837604"/>
              <a:gd name="connsiteX39" fmla="*/ 211527 w 4467442"/>
              <a:gd name="connsiteY39" fmla="*/ 6816945 h 683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467442" h="6837604">
                <a:moveTo>
                  <a:pt x="0" y="6837604"/>
                </a:moveTo>
                <a:lnTo>
                  <a:pt x="0" y="6212686"/>
                </a:lnTo>
                <a:lnTo>
                  <a:pt x="139678" y="6199024"/>
                </a:lnTo>
                <a:cubicBezTo>
                  <a:pt x="1004355" y="6096737"/>
                  <a:pt x="1772260" y="5916646"/>
                  <a:pt x="2385725" y="5683531"/>
                </a:cubicBezTo>
                <a:cubicBezTo>
                  <a:pt x="2877455" y="5496517"/>
                  <a:pt x="3254035" y="5281521"/>
                  <a:pt x="3502074" y="5058530"/>
                </a:cubicBezTo>
                <a:cubicBezTo>
                  <a:pt x="3750287" y="4835539"/>
                  <a:pt x="3844214" y="4629754"/>
                  <a:pt x="3844214" y="4451257"/>
                </a:cubicBezTo>
                <a:cubicBezTo>
                  <a:pt x="3844214" y="4272760"/>
                  <a:pt x="3750287" y="4067149"/>
                  <a:pt x="3502074" y="3843984"/>
                </a:cubicBezTo>
                <a:cubicBezTo>
                  <a:pt x="3477723" y="3822085"/>
                  <a:pt x="3452327" y="3800359"/>
                  <a:pt x="3425541" y="3778807"/>
                </a:cubicBezTo>
                <a:cubicBezTo>
                  <a:pt x="3173153" y="3933667"/>
                  <a:pt x="2881281" y="4072363"/>
                  <a:pt x="2560535" y="4194200"/>
                </a:cubicBezTo>
                <a:cubicBezTo>
                  <a:pt x="1892604" y="4448063"/>
                  <a:pt x="1073563" y="4638854"/>
                  <a:pt x="164563" y="4746248"/>
                </a:cubicBezTo>
                <a:lnTo>
                  <a:pt x="0" y="4762318"/>
                </a:lnTo>
                <a:lnTo>
                  <a:pt x="0" y="4138088"/>
                </a:lnTo>
                <a:lnTo>
                  <a:pt x="92781" y="4129013"/>
                </a:lnTo>
                <a:cubicBezTo>
                  <a:pt x="957434" y="4026726"/>
                  <a:pt x="1725231" y="3846635"/>
                  <a:pt x="2338587" y="3613519"/>
                </a:cubicBezTo>
                <a:cubicBezTo>
                  <a:pt x="2513050" y="3547300"/>
                  <a:pt x="2672901" y="3477431"/>
                  <a:pt x="2817793" y="3404954"/>
                </a:cubicBezTo>
                <a:lnTo>
                  <a:pt x="2817966" y="3404780"/>
                </a:lnTo>
                <a:cubicBezTo>
                  <a:pt x="2685772" y="3340646"/>
                  <a:pt x="2541576" y="3278598"/>
                  <a:pt x="2385725" y="3219331"/>
                </a:cubicBezTo>
                <a:cubicBezTo>
                  <a:pt x="1772369" y="2986216"/>
                  <a:pt x="1004504" y="2806124"/>
                  <a:pt x="139800" y="2703837"/>
                </a:cubicBezTo>
                <a:lnTo>
                  <a:pt x="0" y="2690164"/>
                </a:lnTo>
                <a:lnTo>
                  <a:pt x="0" y="2065401"/>
                </a:lnTo>
                <a:lnTo>
                  <a:pt x="211777" y="2086081"/>
                </a:lnTo>
                <a:cubicBezTo>
                  <a:pt x="1120769" y="2193475"/>
                  <a:pt x="1939742" y="2384266"/>
                  <a:pt x="2607673" y="2638129"/>
                </a:cubicBezTo>
                <a:cubicBezTo>
                  <a:pt x="2905807" y="2751449"/>
                  <a:pt x="3178719" y="2879195"/>
                  <a:pt x="3418234" y="3020846"/>
                </a:cubicBezTo>
                <a:cubicBezTo>
                  <a:pt x="3430933" y="3010070"/>
                  <a:pt x="3443282" y="2999294"/>
                  <a:pt x="3455284" y="2988345"/>
                </a:cubicBezTo>
                <a:cubicBezTo>
                  <a:pt x="3703497" y="2765354"/>
                  <a:pt x="3797424" y="2559569"/>
                  <a:pt x="3797424" y="2381072"/>
                </a:cubicBezTo>
                <a:cubicBezTo>
                  <a:pt x="3797424" y="2202575"/>
                  <a:pt x="3703497" y="1996964"/>
                  <a:pt x="3455284" y="1773799"/>
                </a:cubicBezTo>
                <a:cubicBezTo>
                  <a:pt x="3207071" y="1550808"/>
                  <a:pt x="2830665" y="1335812"/>
                  <a:pt x="2338761" y="1148798"/>
                </a:cubicBezTo>
                <a:cubicBezTo>
                  <a:pt x="1725405" y="915683"/>
                  <a:pt x="957540" y="735592"/>
                  <a:pt x="92879" y="633305"/>
                </a:cubicBezTo>
                <a:lnTo>
                  <a:pt x="0" y="624220"/>
                </a:lnTo>
                <a:lnTo>
                  <a:pt x="0" y="0"/>
                </a:lnTo>
                <a:lnTo>
                  <a:pt x="164563" y="16070"/>
                </a:lnTo>
                <a:cubicBezTo>
                  <a:pt x="1073563" y="123464"/>
                  <a:pt x="1892604" y="314255"/>
                  <a:pt x="2560535" y="568118"/>
                </a:cubicBezTo>
                <a:cubicBezTo>
                  <a:pt x="3093662" y="770774"/>
                  <a:pt x="3546777" y="1019662"/>
                  <a:pt x="3872045" y="1312001"/>
                </a:cubicBezTo>
                <a:cubicBezTo>
                  <a:pt x="4197313" y="1604166"/>
                  <a:pt x="4420304" y="1964984"/>
                  <a:pt x="4420304" y="2381246"/>
                </a:cubicBezTo>
                <a:cubicBezTo>
                  <a:pt x="4420304" y="2771263"/>
                  <a:pt x="4224448" y="3112441"/>
                  <a:pt x="3932402" y="3394352"/>
                </a:cubicBezTo>
                <a:lnTo>
                  <a:pt x="3932576" y="3394526"/>
                </a:lnTo>
                <a:cubicBezTo>
                  <a:pt x="4250539" y="3684431"/>
                  <a:pt x="4467442" y="4035343"/>
                  <a:pt x="4467442" y="4451605"/>
                </a:cubicBezTo>
                <a:cubicBezTo>
                  <a:pt x="4467442" y="4867866"/>
                  <a:pt x="4244276" y="5228684"/>
                  <a:pt x="3919182" y="5520849"/>
                </a:cubicBezTo>
                <a:cubicBezTo>
                  <a:pt x="3593915" y="5813015"/>
                  <a:pt x="3140800" y="6062077"/>
                  <a:pt x="2607499" y="6264732"/>
                </a:cubicBezTo>
                <a:cubicBezTo>
                  <a:pt x="1939568" y="6518704"/>
                  <a:pt x="1120527" y="6709536"/>
                  <a:pt x="211527" y="6816945"/>
                </a:cubicBezTo>
                <a:close/>
              </a:path>
            </a:pathLst>
          </a:custGeom>
          <a:solidFill>
            <a:srgbClr val="003059"/>
          </a:solidFill>
          <a:ln w="173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92853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Question and Answ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0D7B0BE-371D-7D88-B20B-F2B8A51EE5FD}"/>
              </a:ext>
            </a:extLst>
          </p:cNvPr>
          <p:cNvSpPr txBox="1">
            <a:spLocks/>
          </p:cNvSpPr>
          <p:nvPr userDrawn="1"/>
        </p:nvSpPr>
        <p:spPr>
          <a:xfrm>
            <a:off x="3210058" y="1927123"/>
            <a:ext cx="5771885" cy="3003753"/>
          </a:xfrm>
          <a:prstGeom prst="rect">
            <a:avLst/>
          </a:prstGeom>
        </p:spPr>
        <p:txBody>
          <a:bodyPr lIns="0" tIns="0" rIns="0" bIns="0" anchor="ctr"/>
          <a:lstStyle>
            <a:lvl1pPr marL="228517" indent="-228517" algn="l" defTabSz="91406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48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595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640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672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760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22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55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7298">
                <a:solidFill>
                  <a:srgbClr val="00EDED"/>
                </a:solidFill>
                <a:latin typeface="+mn-lt"/>
              </a:rPr>
              <a:t>Q&amp;A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8F93217-BC79-CAE2-81BF-649EC04DD56C}"/>
              </a:ext>
            </a:extLst>
          </p:cNvPr>
          <p:cNvSpPr>
            <a:spLocks/>
          </p:cNvSpPr>
          <p:nvPr userDrawn="1"/>
        </p:nvSpPr>
        <p:spPr>
          <a:xfrm>
            <a:off x="0" y="1781183"/>
            <a:ext cx="2152966" cy="3295632"/>
          </a:xfrm>
          <a:custGeom>
            <a:avLst/>
            <a:gdLst>
              <a:gd name="connsiteX0" fmla="*/ 0 w 4467442"/>
              <a:gd name="connsiteY0" fmla="*/ 6837604 h 6837604"/>
              <a:gd name="connsiteX1" fmla="*/ 0 w 4467442"/>
              <a:gd name="connsiteY1" fmla="*/ 6212686 h 6837604"/>
              <a:gd name="connsiteX2" fmla="*/ 139678 w 4467442"/>
              <a:gd name="connsiteY2" fmla="*/ 6199024 h 6837604"/>
              <a:gd name="connsiteX3" fmla="*/ 2385725 w 4467442"/>
              <a:gd name="connsiteY3" fmla="*/ 5683531 h 6837604"/>
              <a:gd name="connsiteX4" fmla="*/ 3502074 w 4467442"/>
              <a:gd name="connsiteY4" fmla="*/ 5058530 h 6837604"/>
              <a:gd name="connsiteX5" fmla="*/ 3844214 w 4467442"/>
              <a:gd name="connsiteY5" fmla="*/ 4451257 h 6837604"/>
              <a:gd name="connsiteX6" fmla="*/ 3502074 w 4467442"/>
              <a:gd name="connsiteY6" fmla="*/ 3843984 h 6837604"/>
              <a:gd name="connsiteX7" fmla="*/ 3425541 w 4467442"/>
              <a:gd name="connsiteY7" fmla="*/ 3778807 h 6837604"/>
              <a:gd name="connsiteX8" fmla="*/ 2560535 w 4467442"/>
              <a:gd name="connsiteY8" fmla="*/ 4194200 h 6837604"/>
              <a:gd name="connsiteX9" fmla="*/ 164563 w 4467442"/>
              <a:gd name="connsiteY9" fmla="*/ 4746248 h 6837604"/>
              <a:gd name="connsiteX10" fmla="*/ 0 w 4467442"/>
              <a:gd name="connsiteY10" fmla="*/ 4762318 h 6837604"/>
              <a:gd name="connsiteX11" fmla="*/ 0 w 4467442"/>
              <a:gd name="connsiteY11" fmla="*/ 4138088 h 6837604"/>
              <a:gd name="connsiteX12" fmla="*/ 92781 w 4467442"/>
              <a:gd name="connsiteY12" fmla="*/ 4129013 h 6837604"/>
              <a:gd name="connsiteX13" fmla="*/ 2338587 w 4467442"/>
              <a:gd name="connsiteY13" fmla="*/ 3613519 h 6837604"/>
              <a:gd name="connsiteX14" fmla="*/ 2817793 w 4467442"/>
              <a:gd name="connsiteY14" fmla="*/ 3404954 h 6837604"/>
              <a:gd name="connsiteX15" fmla="*/ 2817966 w 4467442"/>
              <a:gd name="connsiteY15" fmla="*/ 3404780 h 6837604"/>
              <a:gd name="connsiteX16" fmla="*/ 2385725 w 4467442"/>
              <a:gd name="connsiteY16" fmla="*/ 3219331 h 6837604"/>
              <a:gd name="connsiteX17" fmla="*/ 139800 w 4467442"/>
              <a:gd name="connsiteY17" fmla="*/ 2703837 h 6837604"/>
              <a:gd name="connsiteX18" fmla="*/ 0 w 4467442"/>
              <a:gd name="connsiteY18" fmla="*/ 2690164 h 6837604"/>
              <a:gd name="connsiteX19" fmla="*/ 0 w 4467442"/>
              <a:gd name="connsiteY19" fmla="*/ 2065401 h 6837604"/>
              <a:gd name="connsiteX20" fmla="*/ 211777 w 4467442"/>
              <a:gd name="connsiteY20" fmla="*/ 2086081 h 6837604"/>
              <a:gd name="connsiteX21" fmla="*/ 2607673 w 4467442"/>
              <a:gd name="connsiteY21" fmla="*/ 2638129 h 6837604"/>
              <a:gd name="connsiteX22" fmla="*/ 3418234 w 4467442"/>
              <a:gd name="connsiteY22" fmla="*/ 3020846 h 6837604"/>
              <a:gd name="connsiteX23" fmla="*/ 3455284 w 4467442"/>
              <a:gd name="connsiteY23" fmla="*/ 2988345 h 6837604"/>
              <a:gd name="connsiteX24" fmla="*/ 3797424 w 4467442"/>
              <a:gd name="connsiteY24" fmla="*/ 2381072 h 6837604"/>
              <a:gd name="connsiteX25" fmla="*/ 3455284 w 4467442"/>
              <a:gd name="connsiteY25" fmla="*/ 1773799 h 6837604"/>
              <a:gd name="connsiteX26" fmla="*/ 2338761 w 4467442"/>
              <a:gd name="connsiteY26" fmla="*/ 1148798 h 6837604"/>
              <a:gd name="connsiteX27" fmla="*/ 92879 w 4467442"/>
              <a:gd name="connsiteY27" fmla="*/ 633305 h 6837604"/>
              <a:gd name="connsiteX28" fmla="*/ 0 w 4467442"/>
              <a:gd name="connsiteY28" fmla="*/ 624220 h 6837604"/>
              <a:gd name="connsiteX29" fmla="*/ 0 w 4467442"/>
              <a:gd name="connsiteY29" fmla="*/ 0 h 6837604"/>
              <a:gd name="connsiteX30" fmla="*/ 164563 w 4467442"/>
              <a:gd name="connsiteY30" fmla="*/ 16070 h 6837604"/>
              <a:gd name="connsiteX31" fmla="*/ 2560535 w 4467442"/>
              <a:gd name="connsiteY31" fmla="*/ 568118 h 6837604"/>
              <a:gd name="connsiteX32" fmla="*/ 3872045 w 4467442"/>
              <a:gd name="connsiteY32" fmla="*/ 1312001 h 6837604"/>
              <a:gd name="connsiteX33" fmla="*/ 4420304 w 4467442"/>
              <a:gd name="connsiteY33" fmla="*/ 2381246 h 6837604"/>
              <a:gd name="connsiteX34" fmla="*/ 3932402 w 4467442"/>
              <a:gd name="connsiteY34" fmla="*/ 3394352 h 6837604"/>
              <a:gd name="connsiteX35" fmla="*/ 3932576 w 4467442"/>
              <a:gd name="connsiteY35" fmla="*/ 3394526 h 6837604"/>
              <a:gd name="connsiteX36" fmla="*/ 4467442 w 4467442"/>
              <a:gd name="connsiteY36" fmla="*/ 4451605 h 6837604"/>
              <a:gd name="connsiteX37" fmla="*/ 3919182 w 4467442"/>
              <a:gd name="connsiteY37" fmla="*/ 5520849 h 6837604"/>
              <a:gd name="connsiteX38" fmla="*/ 2607499 w 4467442"/>
              <a:gd name="connsiteY38" fmla="*/ 6264732 h 6837604"/>
              <a:gd name="connsiteX39" fmla="*/ 211527 w 4467442"/>
              <a:gd name="connsiteY39" fmla="*/ 6816945 h 683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467442" h="6837604">
                <a:moveTo>
                  <a:pt x="0" y="6837604"/>
                </a:moveTo>
                <a:lnTo>
                  <a:pt x="0" y="6212686"/>
                </a:lnTo>
                <a:lnTo>
                  <a:pt x="139678" y="6199024"/>
                </a:lnTo>
                <a:cubicBezTo>
                  <a:pt x="1004355" y="6096737"/>
                  <a:pt x="1772260" y="5916646"/>
                  <a:pt x="2385725" y="5683531"/>
                </a:cubicBezTo>
                <a:cubicBezTo>
                  <a:pt x="2877455" y="5496517"/>
                  <a:pt x="3254035" y="5281521"/>
                  <a:pt x="3502074" y="5058530"/>
                </a:cubicBezTo>
                <a:cubicBezTo>
                  <a:pt x="3750287" y="4835539"/>
                  <a:pt x="3844214" y="4629754"/>
                  <a:pt x="3844214" y="4451257"/>
                </a:cubicBezTo>
                <a:cubicBezTo>
                  <a:pt x="3844214" y="4272760"/>
                  <a:pt x="3750287" y="4067149"/>
                  <a:pt x="3502074" y="3843984"/>
                </a:cubicBezTo>
                <a:cubicBezTo>
                  <a:pt x="3477723" y="3822085"/>
                  <a:pt x="3452327" y="3800359"/>
                  <a:pt x="3425541" y="3778807"/>
                </a:cubicBezTo>
                <a:cubicBezTo>
                  <a:pt x="3173153" y="3933667"/>
                  <a:pt x="2881281" y="4072363"/>
                  <a:pt x="2560535" y="4194200"/>
                </a:cubicBezTo>
                <a:cubicBezTo>
                  <a:pt x="1892604" y="4448063"/>
                  <a:pt x="1073563" y="4638854"/>
                  <a:pt x="164563" y="4746248"/>
                </a:cubicBezTo>
                <a:lnTo>
                  <a:pt x="0" y="4762318"/>
                </a:lnTo>
                <a:lnTo>
                  <a:pt x="0" y="4138088"/>
                </a:lnTo>
                <a:lnTo>
                  <a:pt x="92781" y="4129013"/>
                </a:lnTo>
                <a:cubicBezTo>
                  <a:pt x="957434" y="4026726"/>
                  <a:pt x="1725231" y="3846635"/>
                  <a:pt x="2338587" y="3613519"/>
                </a:cubicBezTo>
                <a:cubicBezTo>
                  <a:pt x="2513050" y="3547300"/>
                  <a:pt x="2672901" y="3477431"/>
                  <a:pt x="2817793" y="3404954"/>
                </a:cubicBezTo>
                <a:lnTo>
                  <a:pt x="2817966" y="3404780"/>
                </a:lnTo>
                <a:cubicBezTo>
                  <a:pt x="2685772" y="3340646"/>
                  <a:pt x="2541576" y="3278598"/>
                  <a:pt x="2385725" y="3219331"/>
                </a:cubicBezTo>
                <a:cubicBezTo>
                  <a:pt x="1772369" y="2986216"/>
                  <a:pt x="1004504" y="2806124"/>
                  <a:pt x="139800" y="2703837"/>
                </a:cubicBezTo>
                <a:lnTo>
                  <a:pt x="0" y="2690164"/>
                </a:lnTo>
                <a:lnTo>
                  <a:pt x="0" y="2065401"/>
                </a:lnTo>
                <a:lnTo>
                  <a:pt x="211777" y="2086081"/>
                </a:lnTo>
                <a:cubicBezTo>
                  <a:pt x="1120769" y="2193475"/>
                  <a:pt x="1939742" y="2384266"/>
                  <a:pt x="2607673" y="2638129"/>
                </a:cubicBezTo>
                <a:cubicBezTo>
                  <a:pt x="2905807" y="2751449"/>
                  <a:pt x="3178719" y="2879195"/>
                  <a:pt x="3418234" y="3020846"/>
                </a:cubicBezTo>
                <a:cubicBezTo>
                  <a:pt x="3430933" y="3010070"/>
                  <a:pt x="3443282" y="2999294"/>
                  <a:pt x="3455284" y="2988345"/>
                </a:cubicBezTo>
                <a:cubicBezTo>
                  <a:pt x="3703497" y="2765354"/>
                  <a:pt x="3797424" y="2559569"/>
                  <a:pt x="3797424" y="2381072"/>
                </a:cubicBezTo>
                <a:cubicBezTo>
                  <a:pt x="3797424" y="2202575"/>
                  <a:pt x="3703497" y="1996964"/>
                  <a:pt x="3455284" y="1773799"/>
                </a:cubicBezTo>
                <a:cubicBezTo>
                  <a:pt x="3207071" y="1550808"/>
                  <a:pt x="2830665" y="1335812"/>
                  <a:pt x="2338761" y="1148798"/>
                </a:cubicBezTo>
                <a:cubicBezTo>
                  <a:pt x="1725405" y="915683"/>
                  <a:pt x="957540" y="735592"/>
                  <a:pt x="92879" y="633305"/>
                </a:cubicBezTo>
                <a:lnTo>
                  <a:pt x="0" y="624220"/>
                </a:lnTo>
                <a:lnTo>
                  <a:pt x="0" y="0"/>
                </a:lnTo>
                <a:lnTo>
                  <a:pt x="164563" y="16070"/>
                </a:lnTo>
                <a:cubicBezTo>
                  <a:pt x="1073563" y="123464"/>
                  <a:pt x="1892604" y="314255"/>
                  <a:pt x="2560535" y="568118"/>
                </a:cubicBezTo>
                <a:cubicBezTo>
                  <a:pt x="3093662" y="770774"/>
                  <a:pt x="3546777" y="1019662"/>
                  <a:pt x="3872045" y="1312001"/>
                </a:cubicBezTo>
                <a:cubicBezTo>
                  <a:pt x="4197313" y="1604166"/>
                  <a:pt x="4420304" y="1964984"/>
                  <a:pt x="4420304" y="2381246"/>
                </a:cubicBezTo>
                <a:cubicBezTo>
                  <a:pt x="4420304" y="2771263"/>
                  <a:pt x="4224448" y="3112441"/>
                  <a:pt x="3932402" y="3394352"/>
                </a:cubicBezTo>
                <a:lnTo>
                  <a:pt x="3932576" y="3394526"/>
                </a:lnTo>
                <a:cubicBezTo>
                  <a:pt x="4250539" y="3684431"/>
                  <a:pt x="4467442" y="4035343"/>
                  <a:pt x="4467442" y="4451605"/>
                </a:cubicBezTo>
                <a:cubicBezTo>
                  <a:pt x="4467442" y="4867866"/>
                  <a:pt x="4244276" y="5228684"/>
                  <a:pt x="3919182" y="5520849"/>
                </a:cubicBezTo>
                <a:cubicBezTo>
                  <a:pt x="3593915" y="5813015"/>
                  <a:pt x="3140800" y="6062077"/>
                  <a:pt x="2607499" y="6264732"/>
                </a:cubicBezTo>
                <a:cubicBezTo>
                  <a:pt x="1939568" y="6518704"/>
                  <a:pt x="1120527" y="6709536"/>
                  <a:pt x="211527" y="6816945"/>
                </a:cubicBezTo>
                <a:close/>
              </a:path>
            </a:pathLst>
          </a:custGeom>
          <a:solidFill>
            <a:srgbClr val="00EDED"/>
          </a:solidFill>
          <a:ln w="173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74509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Question and Answ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0D7B0BE-371D-7D88-B20B-F2B8A51EE5FD}"/>
              </a:ext>
            </a:extLst>
          </p:cNvPr>
          <p:cNvSpPr txBox="1">
            <a:spLocks/>
          </p:cNvSpPr>
          <p:nvPr userDrawn="1"/>
        </p:nvSpPr>
        <p:spPr>
          <a:xfrm>
            <a:off x="3210058" y="1927123"/>
            <a:ext cx="5771885" cy="3003753"/>
          </a:xfrm>
          <a:prstGeom prst="rect">
            <a:avLst/>
          </a:prstGeom>
        </p:spPr>
        <p:txBody>
          <a:bodyPr lIns="0" tIns="0" rIns="0" bIns="0" anchor="ctr"/>
          <a:lstStyle>
            <a:lvl1pPr marL="228517" indent="-228517" algn="l" defTabSz="91406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48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595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640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672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760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22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55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7298">
                <a:solidFill>
                  <a:srgbClr val="00EDED"/>
                </a:solidFill>
                <a:latin typeface="+mn-lt"/>
              </a:rPr>
              <a:t>Q&amp;A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E91DE7F-49D5-FF1B-5CAA-451E48CC039A}"/>
              </a:ext>
            </a:extLst>
          </p:cNvPr>
          <p:cNvSpPr>
            <a:spLocks/>
          </p:cNvSpPr>
          <p:nvPr userDrawn="1"/>
        </p:nvSpPr>
        <p:spPr>
          <a:xfrm>
            <a:off x="0" y="1781183"/>
            <a:ext cx="2152966" cy="3295632"/>
          </a:xfrm>
          <a:custGeom>
            <a:avLst/>
            <a:gdLst>
              <a:gd name="connsiteX0" fmla="*/ 0 w 4467442"/>
              <a:gd name="connsiteY0" fmla="*/ 6837604 h 6837604"/>
              <a:gd name="connsiteX1" fmla="*/ 0 w 4467442"/>
              <a:gd name="connsiteY1" fmla="*/ 6212686 h 6837604"/>
              <a:gd name="connsiteX2" fmla="*/ 139678 w 4467442"/>
              <a:gd name="connsiteY2" fmla="*/ 6199024 h 6837604"/>
              <a:gd name="connsiteX3" fmla="*/ 2385725 w 4467442"/>
              <a:gd name="connsiteY3" fmla="*/ 5683531 h 6837604"/>
              <a:gd name="connsiteX4" fmla="*/ 3502074 w 4467442"/>
              <a:gd name="connsiteY4" fmla="*/ 5058530 h 6837604"/>
              <a:gd name="connsiteX5" fmla="*/ 3844214 w 4467442"/>
              <a:gd name="connsiteY5" fmla="*/ 4451257 h 6837604"/>
              <a:gd name="connsiteX6" fmla="*/ 3502074 w 4467442"/>
              <a:gd name="connsiteY6" fmla="*/ 3843984 h 6837604"/>
              <a:gd name="connsiteX7" fmla="*/ 3425541 w 4467442"/>
              <a:gd name="connsiteY7" fmla="*/ 3778807 h 6837604"/>
              <a:gd name="connsiteX8" fmla="*/ 2560535 w 4467442"/>
              <a:gd name="connsiteY8" fmla="*/ 4194200 h 6837604"/>
              <a:gd name="connsiteX9" fmla="*/ 164563 w 4467442"/>
              <a:gd name="connsiteY9" fmla="*/ 4746248 h 6837604"/>
              <a:gd name="connsiteX10" fmla="*/ 0 w 4467442"/>
              <a:gd name="connsiteY10" fmla="*/ 4762318 h 6837604"/>
              <a:gd name="connsiteX11" fmla="*/ 0 w 4467442"/>
              <a:gd name="connsiteY11" fmla="*/ 4138088 h 6837604"/>
              <a:gd name="connsiteX12" fmla="*/ 92781 w 4467442"/>
              <a:gd name="connsiteY12" fmla="*/ 4129013 h 6837604"/>
              <a:gd name="connsiteX13" fmla="*/ 2338587 w 4467442"/>
              <a:gd name="connsiteY13" fmla="*/ 3613519 h 6837604"/>
              <a:gd name="connsiteX14" fmla="*/ 2817793 w 4467442"/>
              <a:gd name="connsiteY14" fmla="*/ 3404954 h 6837604"/>
              <a:gd name="connsiteX15" fmla="*/ 2817966 w 4467442"/>
              <a:gd name="connsiteY15" fmla="*/ 3404780 h 6837604"/>
              <a:gd name="connsiteX16" fmla="*/ 2385725 w 4467442"/>
              <a:gd name="connsiteY16" fmla="*/ 3219331 h 6837604"/>
              <a:gd name="connsiteX17" fmla="*/ 139800 w 4467442"/>
              <a:gd name="connsiteY17" fmla="*/ 2703837 h 6837604"/>
              <a:gd name="connsiteX18" fmla="*/ 0 w 4467442"/>
              <a:gd name="connsiteY18" fmla="*/ 2690164 h 6837604"/>
              <a:gd name="connsiteX19" fmla="*/ 0 w 4467442"/>
              <a:gd name="connsiteY19" fmla="*/ 2065401 h 6837604"/>
              <a:gd name="connsiteX20" fmla="*/ 211777 w 4467442"/>
              <a:gd name="connsiteY20" fmla="*/ 2086081 h 6837604"/>
              <a:gd name="connsiteX21" fmla="*/ 2607673 w 4467442"/>
              <a:gd name="connsiteY21" fmla="*/ 2638129 h 6837604"/>
              <a:gd name="connsiteX22" fmla="*/ 3418234 w 4467442"/>
              <a:gd name="connsiteY22" fmla="*/ 3020846 h 6837604"/>
              <a:gd name="connsiteX23" fmla="*/ 3455284 w 4467442"/>
              <a:gd name="connsiteY23" fmla="*/ 2988345 h 6837604"/>
              <a:gd name="connsiteX24" fmla="*/ 3797424 w 4467442"/>
              <a:gd name="connsiteY24" fmla="*/ 2381072 h 6837604"/>
              <a:gd name="connsiteX25" fmla="*/ 3455284 w 4467442"/>
              <a:gd name="connsiteY25" fmla="*/ 1773799 h 6837604"/>
              <a:gd name="connsiteX26" fmla="*/ 2338761 w 4467442"/>
              <a:gd name="connsiteY26" fmla="*/ 1148798 h 6837604"/>
              <a:gd name="connsiteX27" fmla="*/ 92879 w 4467442"/>
              <a:gd name="connsiteY27" fmla="*/ 633305 h 6837604"/>
              <a:gd name="connsiteX28" fmla="*/ 0 w 4467442"/>
              <a:gd name="connsiteY28" fmla="*/ 624220 h 6837604"/>
              <a:gd name="connsiteX29" fmla="*/ 0 w 4467442"/>
              <a:gd name="connsiteY29" fmla="*/ 0 h 6837604"/>
              <a:gd name="connsiteX30" fmla="*/ 164563 w 4467442"/>
              <a:gd name="connsiteY30" fmla="*/ 16070 h 6837604"/>
              <a:gd name="connsiteX31" fmla="*/ 2560535 w 4467442"/>
              <a:gd name="connsiteY31" fmla="*/ 568118 h 6837604"/>
              <a:gd name="connsiteX32" fmla="*/ 3872045 w 4467442"/>
              <a:gd name="connsiteY32" fmla="*/ 1312001 h 6837604"/>
              <a:gd name="connsiteX33" fmla="*/ 4420304 w 4467442"/>
              <a:gd name="connsiteY33" fmla="*/ 2381246 h 6837604"/>
              <a:gd name="connsiteX34" fmla="*/ 3932402 w 4467442"/>
              <a:gd name="connsiteY34" fmla="*/ 3394352 h 6837604"/>
              <a:gd name="connsiteX35" fmla="*/ 3932576 w 4467442"/>
              <a:gd name="connsiteY35" fmla="*/ 3394526 h 6837604"/>
              <a:gd name="connsiteX36" fmla="*/ 4467442 w 4467442"/>
              <a:gd name="connsiteY36" fmla="*/ 4451605 h 6837604"/>
              <a:gd name="connsiteX37" fmla="*/ 3919182 w 4467442"/>
              <a:gd name="connsiteY37" fmla="*/ 5520849 h 6837604"/>
              <a:gd name="connsiteX38" fmla="*/ 2607499 w 4467442"/>
              <a:gd name="connsiteY38" fmla="*/ 6264732 h 6837604"/>
              <a:gd name="connsiteX39" fmla="*/ 211527 w 4467442"/>
              <a:gd name="connsiteY39" fmla="*/ 6816945 h 683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467442" h="6837604">
                <a:moveTo>
                  <a:pt x="0" y="6837604"/>
                </a:moveTo>
                <a:lnTo>
                  <a:pt x="0" y="6212686"/>
                </a:lnTo>
                <a:lnTo>
                  <a:pt x="139678" y="6199024"/>
                </a:lnTo>
                <a:cubicBezTo>
                  <a:pt x="1004355" y="6096737"/>
                  <a:pt x="1772260" y="5916646"/>
                  <a:pt x="2385725" y="5683531"/>
                </a:cubicBezTo>
                <a:cubicBezTo>
                  <a:pt x="2877455" y="5496517"/>
                  <a:pt x="3254035" y="5281521"/>
                  <a:pt x="3502074" y="5058530"/>
                </a:cubicBezTo>
                <a:cubicBezTo>
                  <a:pt x="3750287" y="4835539"/>
                  <a:pt x="3844214" y="4629754"/>
                  <a:pt x="3844214" y="4451257"/>
                </a:cubicBezTo>
                <a:cubicBezTo>
                  <a:pt x="3844214" y="4272760"/>
                  <a:pt x="3750287" y="4067149"/>
                  <a:pt x="3502074" y="3843984"/>
                </a:cubicBezTo>
                <a:cubicBezTo>
                  <a:pt x="3477723" y="3822085"/>
                  <a:pt x="3452327" y="3800359"/>
                  <a:pt x="3425541" y="3778807"/>
                </a:cubicBezTo>
                <a:cubicBezTo>
                  <a:pt x="3173153" y="3933667"/>
                  <a:pt x="2881281" y="4072363"/>
                  <a:pt x="2560535" y="4194200"/>
                </a:cubicBezTo>
                <a:cubicBezTo>
                  <a:pt x="1892604" y="4448063"/>
                  <a:pt x="1073563" y="4638854"/>
                  <a:pt x="164563" y="4746248"/>
                </a:cubicBezTo>
                <a:lnTo>
                  <a:pt x="0" y="4762318"/>
                </a:lnTo>
                <a:lnTo>
                  <a:pt x="0" y="4138088"/>
                </a:lnTo>
                <a:lnTo>
                  <a:pt x="92781" y="4129013"/>
                </a:lnTo>
                <a:cubicBezTo>
                  <a:pt x="957434" y="4026726"/>
                  <a:pt x="1725231" y="3846635"/>
                  <a:pt x="2338587" y="3613519"/>
                </a:cubicBezTo>
                <a:cubicBezTo>
                  <a:pt x="2513050" y="3547300"/>
                  <a:pt x="2672901" y="3477431"/>
                  <a:pt x="2817793" y="3404954"/>
                </a:cubicBezTo>
                <a:lnTo>
                  <a:pt x="2817966" y="3404780"/>
                </a:lnTo>
                <a:cubicBezTo>
                  <a:pt x="2685772" y="3340646"/>
                  <a:pt x="2541576" y="3278598"/>
                  <a:pt x="2385725" y="3219331"/>
                </a:cubicBezTo>
                <a:cubicBezTo>
                  <a:pt x="1772369" y="2986216"/>
                  <a:pt x="1004504" y="2806124"/>
                  <a:pt x="139800" y="2703837"/>
                </a:cubicBezTo>
                <a:lnTo>
                  <a:pt x="0" y="2690164"/>
                </a:lnTo>
                <a:lnTo>
                  <a:pt x="0" y="2065401"/>
                </a:lnTo>
                <a:lnTo>
                  <a:pt x="211777" y="2086081"/>
                </a:lnTo>
                <a:cubicBezTo>
                  <a:pt x="1120769" y="2193475"/>
                  <a:pt x="1939742" y="2384266"/>
                  <a:pt x="2607673" y="2638129"/>
                </a:cubicBezTo>
                <a:cubicBezTo>
                  <a:pt x="2905807" y="2751449"/>
                  <a:pt x="3178719" y="2879195"/>
                  <a:pt x="3418234" y="3020846"/>
                </a:cubicBezTo>
                <a:cubicBezTo>
                  <a:pt x="3430933" y="3010070"/>
                  <a:pt x="3443282" y="2999294"/>
                  <a:pt x="3455284" y="2988345"/>
                </a:cubicBezTo>
                <a:cubicBezTo>
                  <a:pt x="3703497" y="2765354"/>
                  <a:pt x="3797424" y="2559569"/>
                  <a:pt x="3797424" y="2381072"/>
                </a:cubicBezTo>
                <a:cubicBezTo>
                  <a:pt x="3797424" y="2202575"/>
                  <a:pt x="3703497" y="1996964"/>
                  <a:pt x="3455284" y="1773799"/>
                </a:cubicBezTo>
                <a:cubicBezTo>
                  <a:pt x="3207071" y="1550808"/>
                  <a:pt x="2830665" y="1335812"/>
                  <a:pt x="2338761" y="1148798"/>
                </a:cubicBezTo>
                <a:cubicBezTo>
                  <a:pt x="1725405" y="915683"/>
                  <a:pt x="957540" y="735592"/>
                  <a:pt x="92879" y="633305"/>
                </a:cubicBezTo>
                <a:lnTo>
                  <a:pt x="0" y="624220"/>
                </a:lnTo>
                <a:lnTo>
                  <a:pt x="0" y="0"/>
                </a:lnTo>
                <a:lnTo>
                  <a:pt x="164563" y="16070"/>
                </a:lnTo>
                <a:cubicBezTo>
                  <a:pt x="1073563" y="123464"/>
                  <a:pt x="1892604" y="314255"/>
                  <a:pt x="2560535" y="568118"/>
                </a:cubicBezTo>
                <a:cubicBezTo>
                  <a:pt x="3093662" y="770774"/>
                  <a:pt x="3546777" y="1019662"/>
                  <a:pt x="3872045" y="1312001"/>
                </a:cubicBezTo>
                <a:cubicBezTo>
                  <a:pt x="4197313" y="1604166"/>
                  <a:pt x="4420304" y="1964984"/>
                  <a:pt x="4420304" y="2381246"/>
                </a:cubicBezTo>
                <a:cubicBezTo>
                  <a:pt x="4420304" y="2771263"/>
                  <a:pt x="4224448" y="3112441"/>
                  <a:pt x="3932402" y="3394352"/>
                </a:cubicBezTo>
                <a:lnTo>
                  <a:pt x="3932576" y="3394526"/>
                </a:lnTo>
                <a:cubicBezTo>
                  <a:pt x="4250539" y="3684431"/>
                  <a:pt x="4467442" y="4035343"/>
                  <a:pt x="4467442" y="4451605"/>
                </a:cubicBezTo>
                <a:cubicBezTo>
                  <a:pt x="4467442" y="4867866"/>
                  <a:pt x="4244276" y="5228684"/>
                  <a:pt x="3919182" y="5520849"/>
                </a:cubicBezTo>
                <a:cubicBezTo>
                  <a:pt x="3593915" y="5813015"/>
                  <a:pt x="3140800" y="6062077"/>
                  <a:pt x="2607499" y="6264732"/>
                </a:cubicBezTo>
                <a:cubicBezTo>
                  <a:pt x="1939568" y="6518704"/>
                  <a:pt x="1120527" y="6709536"/>
                  <a:pt x="211527" y="6816945"/>
                </a:cubicBezTo>
                <a:close/>
              </a:path>
            </a:pathLst>
          </a:custGeom>
          <a:solidFill>
            <a:srgbClr val="00EDED"/>
          </a:solidFill>
          <a:ln w="173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33947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3062D-36D8-1F52-F4DE-B1C2AA2AFEC1}"/>
              </a:ext>
            </a:extLst>
          </p:cNvPr>
          <p:cNvSpPr/>
          <p:nvPr userDrawn="1"/>
        </p:nvSpPr>
        <p:spPr>
          <a:xfrm>
            <a:off x="0" y="5600700"/>
            <a:ext cx="12192000" cy="12573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6EE4B-0811-69DE-2A0E-45AD15613919}"/>
              </a:ext>
            </a:extLst>
          </p:cNvPr>
          <p:cNvSpPr txBox="1"/>
          <p:nvPr userDrawn="1"/>
        </p:nvSpPr>
        <p:spPr>
          <a:xfrm>
            <a:off x="356497" y="0"/>
            <a:ext cx="5501099" cy="1862048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en-GB" sz="11499" b="0" i="0">
                <a:solidFill>
                  <a:srgbClr val="003059"/>
                </a:solidFill>
                <a:latin typeface="+mn-lt"/>
                <a:ea typeface="Noto Sans"/>
                <a:cs typeface="Noto Sans"/>
              </a:rPr>
              <a:t>Thank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07C28E-0A3B-63C8-D57B-35C05C063825}"/>
              </a:ext>
            </a:extLst>
          </p:cNvPr>
          <p:cNvSpPr txBox="1"/>
          <p:nvPr userDrawn="1"/>
        </p:nvSpPr>
        <p:spPr>
          <a:xfrm>
            <a:off x="7624173" y="4669676"/>
            <a:ext cx="3962573" cy="1862048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pPr algn="r"/>
            <a:r>
              <a:rPr lang="en-GB" sz="11499" b="0" i="0">
                <a:solidFill>
                  <a:srgbClr val="003059"/>
                </a:solidFill>
                <a:latin typeface="+mn-lt"/>
                <a:ea typeface="Noto Sans"/>
                <a:cs typeface="Noto Sans"/>
              </a:rPr>
              <a:t>you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5A2CB0E-93C9-E51D-ECED-147E26DF72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2836" y="2584107"/>
            <a:ext cx="2506329" cy="168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94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3062D-36D8-1F52-F4DE-B1C2AA2AFEC1}"/>
              </a:ext>
            </a:extLst>
          </p:cNvPr>
          <p:cNvSpPr/>
          <p:nvPr userDrawn="1"/>
        </p:nvSpPr>
        <p:spPr>
          <a:xfrm>
            <a:off x="0" y="5600700"/>
            <a:ext cx="12192000" cy="1257300"/>
          </a:xfrm>
          <a:prstGeom prst="rect">
            <a:avLst/>
          </a:prstGeom>
          <a:solidFill>
            <a:srgbClr val="0030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6EE4B-0811-69DE-2A0E-45AD15613919}"/>
              </a:ext>
            </a:extLst>
          </p:cNvPr>
          <p:cNvSpPr txBox="1"/>
          <p:nvPr userDrawn="1"/>
        </p:nvSpPr>
        <p:spPr>
          <a:xfrm>
            <a:off x="356497" y="0"/>
            <a:ext cx="5501099" cy="1862048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en-GB" sz="11499" b="0" i="0">
                <a:solidFill>
                  <a:srgbClr val="00EDED"/>
                </a:solidFill>
                <a:latin typeface="+mn-lt"/>
                <a:ea typeface="Noto Sans"/>
                <a:cs typeface="Noto Sans"/>
              </a:rPr>
              <a:t>Thank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07C28E-0A3B-63C8-D57B-35C05C063825}"/>
              </a:ext>
            </a:extLst>
          </p:cNvPr>
          <p:cNvSpPr txBox="1"/>
          <p:nvPr userDrawn="1"/>
        </p:nvSpPr>
        <p:spPr>
          <a:xfrm>
            <a:off x="7624173" y="4669676"/>
            <a:ext cx="3962573" cy="1862048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pPr algn="r"/>
            <a:r>
              <a:rPr lang="en-GB" sz="11499" b="0" i="0">
                <a:solidFill>
                  <a:srgbClr val="00EDED"/>
                </a:solidFill>
                <a:latin typeface="+mn-lt"/>
                <a:ea typeface="Noto Sans"/>
                <a:cs typeface="Noto Sans"/>
              </a:rPr>
              <a:t>you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5A2CB0E-93C9-E51D-ECED-147E26DF72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2836" y="2584107"/>
            <a:ext cx="2506329" cy="168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04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hank you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3062D-36D8-1F52-F4DE-B1C2AA2AFEC1}"/>
              </a:ext>
            </a:extLst>
          </p:cNvPr>
          <p:cNvSpPr/>
          <p:nvPr userDrawn="1"/>
        </p:nvSpPr>
        <p:spPr>
          <a:xfrm>
            <a:off x="0" y="5600700"/>
            <a:ext cx="12192000" cy="1257300"/>
          </a:xfrm>
          <a:prstGeom prst="rect">
            <a:avLst/>
          </a:prstGeom>
          <a:solidFill>
            <a:srgbClr val="3145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6EE4B-0811-69DE-2A0E-45AD15613919}"/>
              </a:ext>
            </a:extLst>
          </p:cNvPr>
          <p:cNvSpPr txBox="1"/>
          <p:nvPr userDrawn="1"/>
        </p:nvSpPr>
        <p:spPr>
          <a:xfrm>
            <a:off x="356497" y="0"/>
            <a:ext cx="5501099" cy="1862048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en-GB" sz="11499" b="0" i="0">
                <a:solidFill>
                  <a:srgbClr val="00EDED"/>
                </a:solidFill>
                <a:latin typeface="+mn-lt"/>
                <a:ea typeface="Noto Sans"/>
                <a:cs typeface="Noto Sans"/>
              </a:rPr>
              <a:t>Thank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07C28E-0A3B-63C8-D57B-35C05C063825}"/>
              </a:ext>
            </a:extLst>
          </p:cNvPr>
          <p:cNvSpPr txBox="1"/>
          <p:nvPr userDrawn="1"/>
        </p:nvSpPr>
        <p:spPr>
          <a:xfrm>
            <a:off x="7624173" y="4669676"/>
            <a:ext cx="3962573" cy="1862048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pPr algn="r"/>
            <a:r>
              <a:rPr lang="en-GB" sz="11499" b="0" i="0">
                <a:solidFill>
                  <a:srgbClr val="00EDED"/>
                </a:solidFill>
                <a:latin typeface="+mn-lt"/>
                <a:ea typeface="Noto Sans"/>
                <a:cs typeface="Noto Sans"/>
              </a:rPr>
              <a:t>you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5A2CB0E-93C9-E51D-ECED-147E26DF72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2836" y="2584107"/>
            <a:ext cx="2506329" cy="168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92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16937262-8F4F-D272-EEA4-3D2573C437ED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bg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B68838-F7E0-BBC5-90A8-24AAE77098A4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0AC7019-E111-4E5F-8EA9-C84828AFFB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A892299-F36D-6000-121E-0BB897F36F89}"/>
              </a:ext>
            </a:extLst>
          </p:cNvPr>
          <p:cNvGrpSpPr/>
          <p:nvPr userDrawn="1"/>
        </p:nvGrpSpPr>
        <p:grpSpPr>
          <a:xfrm>
            <a:off x="3810631" y="1947945"/>
            <a:ext cx="4570739" cy="2643133"/>
            <a:chOff x="1263408" y="2160049"/>
            <a:chExt cx="4570739" cy="264313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363623F-EFD9-44FF-5D95-B0DFF895D94B}"/>
                </a:ext>
              </a:extLst>
            </p:cNvPr>
            <p:cNvSpPr txBox="1"/>
            <p:nvPr userDrawn="1"/>
          </p:nvSpPr>
          <p:spPr>
            <a:xfrm>
              <a:off x="1263408" y="2160049"/>
              <a:ext cx="4161169" cy="1569648"/>
            </a:xfrm>
            <a:prstGeom prst="rect">
              <a:avLst/>
            </a:prstGeom>
            <a:noFill/>
          </p:spPr>
          <p:txBody>
            <a:bodyPr wrap="square" lIns="91428" tIns="45714" rIns="91428" bIns="45714" rtlCol="0" anchor="t">
              <a:spAutoFit/>
            </a:bodyPr>
            <a:lstStyle/>
            <a:p>
              <a:pPr algn="l"/>
              <a:r>
                <a:rPr lang="en-GB" sz="9600" b="0" i="0">
                  <a:solidFill>
                    <a:schemeClr val="accent1"/>
                  </a:solidFill>
                  <a:latin typeface="+mn-lt"/>
                  <a:ea typeface="Noto Sans"/>
                  <a:cs typeface="Noto Sans"/>
                </a:rPr>
                <a:t>Thank </a:t>
              </a:r>
              <a:endParaRPr lang="en-GB" sz="13800" b="0" i="0">
                <a:solidFill>
                  <a:schemeClr val="accent1"/>
                </a:solidFill>
                <a:latin typeface="+mn-lt"/>
                <a:ea typeface="Noto Sans"/>
                <a:cs typeface="Noto San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A2429F9A-0C83-E846-BD73-DE37FA5BBE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840"/>
            <a:stretch>
              <a:fillRect/>
            </a:stretch>
          </p:blipFill>
          <p:spPr>
            <a:xfrm>
              <a:off x="3789539" y="3354572"/>
              <a:ext cx="2044608" cy="144861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5A65F0-FA41-1482-7453-938C47EAF76F}"/>
                </a:ext>
              </a:extLst>
            </p:cNvPr>
            <p:cNvSpPr txBox="1"/>
            <p:nvPr userDrawn="1"/>
          </p:nvSpPr>
          <p:spPr>
            <a:xfrm>
              <a:off x="1422896" y="3177384"/>
              <a:ext cx="2526133" cy="1569648"/>
            </a:xfrm>
            <a:prstGeom prst="rect">
              <a:avLst/>
            </a:prstGeom>
            <a:noFill/>
          </p:spPr>
          <p:txBody>
            <a:bodyPr wrap="square" lIns="91428" tIns="45714" rIns="91428" bIns="45714" rtlCol="0" anchor="t">
              <a:spAutoFit/>
            </a:bodyPr>
            <a:lstStyle/>
            <a:p>
              <a:pPr algn="l"/>
              <a:r>
                <a:rPr lang="en-GB" sz="9600" b="0" i="0">
                  <a:solidFill>
                    <a:schemeClr val="accent1"/>
                  </a:solidFill>
                  <a:latin typeface="+mn-lt"/>
                  <a:ea typeface="Noto Sans"/>
                  <a:cs typeface="Noto Sans"/>
                </a:rPr>
                <a:t>you</a:t>
              </a:r>
              <a:endParaRPr lang="en-GB" sz="13800" b="0" i="0">
                <a:solidFill>
                  <a:schemeClr val="accent1"/>
                </a:solidFill>
                <a:latin typeface="+mn-lt"/>
                <a:ea typeface="Noto Sans"/>
                <a:cs typeface="Not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8876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ACD1D52E-4A25-6797-E544-D4D722D7B41D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accent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accent2"/>
              </a:solidFill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34F1E-9D02-8F3A-24A3-D2897C5AA0E2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6F0E183-14D0-E9DD-89CF-E829A29335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F7BE6CE-4336-47BA-829D-59B432D6B601}"/>
              </a:ext>
            </a:extLst>
          </p:cNvPr>
          <p:cNvGrpSpPr/>
          <p:nvPr userDrawn="1"/>
        </p:nvGrpSpPr>
        <p:grpSpPr>
          <a:xfrm>
            <a:off x="3810631" y="1947945"/>
            <a:ext cx="4570739" cy="2643133"/>
            <a:chOff x="1263408" y="2160049"/>
            <a:chExt cx="4570739" cy="264313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49EFEFF-0F80-36E6-0D3F-EA5508626B93}"/>
                </a:ext>
              </a:extLst>
            </p:cNvPr>
            <p:cNvSpPr txBox="1"/>
            <p:nvPr userDrawn="1"/>
          </p:nvSpPr>
          <p:spPr>
            <a:xfrm>
              <a:off x="1263408" y="2160049"/>
              <a:ext cx="4161169" cy="1569648"/>
            </a:xfrm>
            <a:prstGeom prst="rect">
              <a:avLst/>
            </a:prstGeom>
            <a:noFill/>
          </p:spPr>
          <p:txBody>
            <a:bodyPr wrap="square" lIns="91428" tIns="45714" rIns="91428" bIns="45714" rtlCol="0" anchor="t">
              <a:spAutoFit/>
            </a:bodyPr>
            <a:lstStyle/>
            <a:p>
              <a:pPr algn="l"/>
              <a:r>
                <a:rPr lang="en-GB" sz="9600" b="0" i="0">
                  <a:solidFill>
                    <a:schemeClr val="accent2"/>
                  </a:solidFill>
                  <a:latin typeface="+mn-lt"/>
                  <a:ea typeface="Noto Sans"/>
                  <a:cs typeface="Noto Sans"/>
                </a:rPr>
                <a:t>Thank </a:t>
              </a:r>
              <a:endParaRPr lang="en-GB" sz="13800" b="0" i="0">
                <a:solidFill>
                  <a:schemeClr val="accent2"/>
                </a:solidFill>
                <a:latin typeface="+mn-lt"/>
                <a:ea typeface="Noto Sans"/>
                <a:cs typeface="Noto Sans"/>
              </a:endParaRP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435DAA25-0AF0-B359-1618-73EEC57EF4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840"/>
            <a:stretch>
              <a:fillRect/>
            </a:stretch>
          </p:blipFill>
          <p:spPr>
            <a:xfrm>
              <a:off x="3789539" y="3354572"/>
              <a:ext cx="2044608" cy="144861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7CE912-6A70-9C26-E5DF-DE1834FC57DB}"/>
                </a:ext>
              </a:extLst>
            </p:cNvPr>
            <p:cNvSpPr txBox="1"/>
            <p:nvPr userDrawn="1"/>
          </p:nvSpPr>
          <p:spPr>
            <a:xfrm>
              <a:off x="1422896" y="3177384"/>
              <a:ext cx="2526133" cy="1569648"/>
            </a:xfrm>
            <a:prstGeom prst="rect">
              <a:avLst/>
            </a:prstGeom>
            <a:noFill/>
          </p:spPr>
          <p:txBody>
            <a:bodyPr wrap="square" lIns="91428" tIns="45714" rIns="91428" bIns="45714" rtlCol="0" anchor="t">
              <a:spAutoFit/>
            </a:bodyPr>
            <a:lstStyle/>
            <a:p>
              <a:pPr algn="l"/>
              <a:r>
                <a:rPr lang="en-GB" sz="9600" b="0" i="0">
                  <a:solidFill>
                    <a:schemeClr val="accent2"/>
                  </a:solidFill>
                  <a:latin typeface="+mn-lt"/>
                  <a:ea typeface="Noto Sans"/>
                  <a:cs typeface="Noto Sans"/>
                </a:rPr>
                <a:t>you</a:t>
              </a:r>
              <a:endParaRPr lang="en-GB" sz="13800" b="0" i="0">
                <a:solidFill>
                  <a:schemeClr val="accent2"/>
                </a:solidFill>
                <a:latin typeface="+mn-lt"/>
                <a:ea typeface="Noto Sans"/>
                <a:cs typeface="Not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6161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Thank you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75E1B034-FF43-31EC-64A7-316BDB3CF7EB}"/>
              </a:ext>
            </a:extLst>
          </p:cNvPr>
          <p:cNvSpPr txBox="1">
            <a:spLocks/>
          </p:cNvSpPr>
          <p:nvPr userDrawn="1"/>
        </p:nvSpPr>
        <p:spPr>
          <a:xfrm>
            <a:off x="11428466" y="6411767"/>
            <a:ext cx="342926" cy="365125"/>
          </a:xfrm>
          <a:prstGeom prst="rect">
            <a:avLst/>
          </a:prstGeom>
        </p:spPr>
        <p:txBody>
          <a:bodyPr vert="horz" lIns="91428" tIns="45714" rIns="0" bIns="45714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700" smtClean="0">
                <a:solidFill>
                  <a:schemeClr val="accent2"/>
                </a:solidFill>
                <a:latin typeface="Montserrat" pitchFamily="2" charset="77"/>
              </a:rPr>
              <a:pPr/>
              <a:t>‹#›</a:t>
            </a:fld>
            <a:endParaRPr lang="en-US" sz="800">
              <a:solidFill>
                <a:schemeClr val="accent2"/>
              </a:solidFill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F7F3C-8D52-7690-9533-0D8B645D3400}"/>
              </a:ext>
            </a:extLst>
          </p:cNvPr>
          <p:cNvSpPr txBox="1"/>
          <p:nvPr userDrawn="1"/>
        </p:nvSpPr>
        <p:spPr>
          <a:xfrm>
            <a:off x="10412778" y="6506879"/>
            <a:ext cx="1173040" cy="1449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09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95E639E-786F-518A-DC41-0B3ECE4C66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282" y="6496842"/>
            <a:ext cx="365724" cy="19476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48AF941-269E-92C4-18B7-B963C4EEA33A}"/>
              </a:ext>
            </a:extLst>
          </p:cNvPr>
          <p:cNvGrpSpPr/>
          <p:nvPr userDrawn="1"/>
        </p:nvGrpSpPr>
        <p:grpSpPr>
          <a:xfrm>
            <a:off x="3810631" y="1947945"/>
            <a:ext cx="4570739" cy="2643133"/>
            <a:chOff x="1263408" y="2160049"/>
            <a:chExt cx="4570739" cy="264313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128D74-50D9-415A-87B2-D0EEEE4BC6BC}"/>
                </a:ext>
              </a:extLst>
            </p:cNvPr>
            <p:cNvSpPr txBox="1"/>
            <p:nvPr userDrawn="1"/>
          </p:nvSpPr>
          <p:spPr>
            <a:xfrm>
              <a:off x="1263408" y="2160049"/>
              <a:ext cx="4161169" cy="1569648"/>
            </a:xfrm>
            <a:prstGeom prst="rect">
              <a:avLst/>
            </a:prstGeom>
            <a:noFill/>
          </p:spPr>
          <p:txBody>
            <a:bodyPr wrap="square" lIns="91428" tIns="45714" rIns="91428" bIns="45714" rtlCol="0" anchor="t">
              <a:spAutoFit/>
            </a:bodyPr>
            <a:lstStyle/>
            <a:p>
              <a:pPr algn="l"/>
              <a:r>
                <a:rPr lang="en-GB" sz="9600" b="0" i="0">
                  <a:solidFill>
                    <a:schemeClr val="accent2"/>
                  </a:solidFill>
                  <a:latin typeface="+mn-lt"/>
                  <a:ea typeface="Noto Sans"/>
                  <a:cs typeface="Noto Sans"/>
                </a:rPr>
                <a:t>Thank </a:t>
              </a:r>
              <a:endParaRPr lang="en-GB" sz="13800" b="0" i="0">
                <a:solidFill>
                  <a:schemeClr val="accent2"/>
                </a:solidFill>
                <a:latin typeface="+mn-lt"/>
                <a:ea typeface="Noto Sans"/>
                <a:cs typeface="Noto Sans"/>
              </a:endParaRP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6040CF2E-6156-2F98-FE86-56279D4149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840"/>
            <a:stretch>
              <a:fillRect/>
            </a:stretch>
          </p:blipFill>
          <p:spPr>
            <a:xfrm>
              <a:off x="3789539" y="3354572"/>
              <a:ext cx="2044608" cy="144861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D2CB6D-E02D-149D-CDDE-FBDF855F5794}"/>
                </a:ext>
              </a:extLst>
            </p:cNvPr>
            <p:cNvSpPr txBox="1"/>
            <p:nvPr userDrawn="1"/>
          </p:nvSpPr>
          <p:spPr>
            <a:xfrm>
              <a:off x="1422896" y="3177384"/>
              <a:ext cx="2526133" cy="1569648"/>
            </a:xfrm>
            <a:prstGeom prst="rect">
              <a:avLst/>
            </a:prstGeom>
            <a:noFill/>
          </p:spPr>
          <p:txBody>
            <a:bodyPr wrap="square" lIns="91428" tIns="45714" rIns="91428" bIns="45714" rtlCol="0" anchor="t">
              <a:spAutoFit/>
            </a:bodyPr>
            <a:lstStyle/>
            <a:p>
              <a:pPr algn="l"/>
              <a:r>
                <a:rPr lang="en-GB" sz="9600" b="0" i="0">
                  <a:solidFill>
                    <a:schemeClr val="accent2"/>
                  </a:solidFill>
                  <a:latin typeface="+mn-lt"/>
                  <a:ea typeface="Noto Sans"/>
                  <a:cs typeface="Noto Sans"/>
                </a:rPr>
                <a:t>you</a:t>
              </a:r>
              <a:endParaRPr lang="en-GB" sz="13800" b="0" i="0">
                <a:solidFill>
                  <a:schemeClr val="accent2"/>
                </a:solidFill>
                <a:latin typeface="+mn-lt"/>
                <a:ea typeface="Noto Sans"/>
                <a:cs typeface="Not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9220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C8E3D1-64F1-A369-B490-EC0DD1375650}"/>
              </a:ext>
            </a:extLst>
          </p:cNvPr>
          <p:cNvSpPr txBox="1"/>
          <p:nvPr userDrawn="1"/>
        </p:nvSpPr>
        <p:spPr>
          <a:xfrm>
            <a:off x="2625265" y="1682655"/>
            <a:ext cx="6941470" cy="1569648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pPr algn="ctr"/>
            <a:r>
              <a:rPr lang="en-GB" sz="9600" b="0" i="0">
                <a:solidFill>
                  <a:schemeClr val="bg2"/>
                </a:solidFill>
                <a:latin typeface="+mn-lt"/>
                <a:ea typeface="Noto Sans"/>
                <a:cs typeface="Noto Sans"/>
              </a:rPr>
              <a:t>Thank You</a:t>
            </a:r>
            <a:endParaRPr lang="en-GB" sz="13800" b="0" i="0">
              <a:solidFill>
                <a:schemeClr val="bg2"/>
              </a:solidFill>
              <a:latin typeface="+mn-lt"/>
              <a:ea typeface="Noto Sans"/>
              <a:cs typeface="Noto San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CFC2748-DA36-63CC-6BEC-3378F4B6D2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543" r="3935"/>
          <a:stretch>
            <a:fillRect/>
          </a:stretch>
        </p:blipFill>
        <p:spPr>
          <a:xfrm>
            <a:off x="4960755" y="3237313"/>
            <a:ext cx="2513933" cy="195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54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1EE4E-CFBF-ACDC-5316-22D801CCB94A}"/>
              </a:ext>
            </a:extLst>
          </p:cNvPr>
          <p:cNvSpPr txBox="1"/>
          <p:nvPr userDrawn="1"/>
        </p:nvSpPr>
        <p:spPr>
          <a:xfrm>
            <a:off x="2625265" y="1682655"/>
            <a:ext cx="6941470" cy="1569648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pPr algn="ctr"/>
            <a:r>
              <a:rPr lang="en-GB" sz="9600" b="0" i="0">
                <a:solidFill>
                  <a:schemeClr val="accent2"/>
                </a:solidFill>
                <a:latin typeface="+mn-lt"/>
                <a:ea typeface="Noto Sans"/>
                <a:cs typeface="Noto Sans"/>
              </a:rPr>
              <a:t>Thank You</a:t>
            </a:r>
            <a:endParaRPr lang="en-GB" sz="13800" b="0" i="0">
              <a:solidFill>
                <a:schemeClr val="accent2"/>
              </a:solidFill>
              <a:latin typeface="+mn-lt"/>
              <a:ea typeface="Noto Sans"/>
              <a:cs typeface="Noto San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EE4F35-B839-94FC-5A1D-6E523FB205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543" r="3935"/>
          <a:stretch>
            <a:fillRect/>
          </a:stretch>
        </p:blipFill>
        <p:spPr>
          <a:xfrm>
            <a:off x="4960755" y="3237313"/>
            <a:ext cx="2513933" cy="195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0491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Thank you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72ED53-A5C8-D0BF-59BB-9FAE5F5E1F6B}"/>
              </a:ext>
            </a:extLst>
          </p:cNvPr>
          <p:cNvSpPr txBox="1"/>
          <p:nvPr userDrawn="1"/>
        </p:nvSpPr>
        <p:spPr>
          <a:xfrm>
            <a:off x="2625265" y="1682655"/>
            <a:ext cx="6941470" cy="1569648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pPr algn="ctr"/>
            <a:r>
              <a:rPr lang="en-GB" sz="9600" b="0" i="0">
                <a:solidFill>
                  <a:schemeClr val="accent2"/>
                </a:solidFill>
                <a:latin typeface="+mn-lt"/>
                <a:ea typeface="Noto Sans"/>
                <a:cs typeface="Noto Sans"/>
              </a:rPr>
              <a:t>Thank You</a:t>
            </a:r>
            <a:endParaRPr lang="en-GB" sz="13800" b="0" i="0">
              <a:solidFill>
                <a:schemeClr val="accent2"/>
              </a:solidFill>
              <a:latin typeface="+mn-lt"/>
              <a:ea typeface="Noto Sans"/>
              <a:cs typeface="Noto San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44D0DDE-60A8-8CE3-6AC2-927A8C214C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543" r="3935"/>
          <a:stretch>
            <a:fillRect/>
          </a:stretch>
        </p:blipFill>
        <p:spPr>
          <a:xfrm>
            <a:off x="4960755" y="3237313"/>
            <a:ext cx="2513933" cy="195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8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504F74C-DFDE-1FAF-51FD-158E06443A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81434" y="-387514"/>
            <a:ext cx="4349396" cy="764828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6D2DDCB-D82A-493F-32B5-FC035C37A09C}"/>
              </a:ext>
            </a:extLst>
          </p:cNvPr>
          <p:cNvGrpSpPr/>
          <p:nvPr userDrawn="1"/>
        </p:nvGrpSpPr>
        <p:grpSpPr>
          <a:xfrm>
            <a:off x="1263408" y="2107433"/>
            <a:ext cx="4570739" cy="2643133"/>
            <a:chOff x="1263408" y="2160049"/>
            <a:chExt cx="4570739" cy="264313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EBFA8D-7093-4510-3A6F-BBE266A9A511}"/>
                </a:ext>
              </a:extLst>
            </p:cNvPr>
            <p:cNvSpPr txBox="1"/>
            <p:nvPr userDrawn="1"/>
          </p:nvSpPr>
          <p:spPr>
            <a:xfrm>
              <a:off x="1263408" y="2160049"/>
              <a:ext cx="4161169" cy="1569648"/>
            </a:xfrm>
            <a:prstGeom prst="rect">
              <a:avLst/>
            </a:prstGeom>
            <a:noFill/>
          </p:spPr>
          <p:txBody>
            <a:bodyPr wrap="square" lIns="91428" tIns="45714" rIns="91428" bIns="45714" rtlCol="0" anchor="t">
              <a:spAutoFit/>
            </a:bodyPr>
            <a:lstStyle/>
            <a:p>
              <a:pPr algn="l"/>
              <a:r>
                <a:rPr lang="en-GB" sz="9600" b="0" i="0">
                  <a:solidFill>
                    <a:schemeClr val="bg2"/>
                  </a:solidFill>
                  <a:latin typeface="+mn-lt"/>
                  <a:ea typeface="Noto Sans"/>
                  <a:cs typeface="Noto Sans"/>
                </a:rPr>
                <a:t>Thank </a:t>
              </a:r>
              <a:endParaRPr lang="en-GB" sz="13800" b="0" i="0">
                <a:solidFill>
                  <a:schemeClr val="bg2"/>
                </a:solidFill>
                <a:latin typeface="+mn-lt"/>
                <a:ea typeface="Noto Sans"/>
                <a:cs typeface="Noto Sans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1389A4BF-6A02-AFFE-20F5-E3069C54AD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840"/>
            <a:stretch>
              <a:fillRect/>
            </a:stretch>
          </p:blipFill>
          <p:spPr>
            <a:xfrm>
              <a:off x="3789539" y="3354572"/>
              <a:ext cx="2044608" cy="1448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FCC141-8E9C-22B1-5150-3AF055536ACF}"/>
                </a:ext>
              </a:extLst>
            </p:cNvPr>
            <p:cNvSpPr txBox="1"/>
            <p:nvPr userDrawn="1"/>
          </p:nvSpPr>
          <p:spPr>
            <a:xfrm>
              <a:off x="1422896" y="3177384"/>
              <a:ext cx="2526133" cy="1569648"/>
            </a:xfrm>
            <a:prstGeom prst="rect">
              <a:avLst/>
            </a:prstGeom>
            <a:noFill/>
          </p:spPr>
          <p:txBody>
            <a:bodyPr wrap="square" lIns="91428" tIns="45714" rIns="91428" bIns="45714" rtlCol="0" anchor="t">
              <a:spAutoFit/>
            </a:bodyPr>
            <a:lstStyle/>
            <a:p>
              <a:pPr algn="l"/>
              <a:r>
                <a:rPr lang="en-GB" sz="9600" b="0" i="0">
                  <a:solidFill>
                    <a:schemeClr val="bg2"/>
                  </a:solidFill>
                  <a:latin typeface="+mn-lt"/>
                  <a:ea typeface="Noto Sans"/>
                  <a:cs typeface="Noto Sans"/>
                </a:rPr>
                <a:t>you</a:t>
              </a:r>
              <a:endParaRPr lang="en-GB" sz="13800" b="0" i="0">
                <a:solidFill>
                  <a:schemeClr val="bg2"/>
                </a:solidFill>
                <a:latin typeface="+mn-lt"/>
                <a:ea typeface="Noto Sans"/>
                <a:cs typeface="Not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9843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FF67A4E-EC7A-62E0-C579-8F6CDE32AC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81434" y="-387514"/>
            <a:ext cx="4349396" cy="764828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17E49C-1EEA-5487-01D7-7E9B5E352FCE}"/>
              </a:ext>
            </a:extLst>
          </p:cNvPr>
          <p:cNvGrpSpPr/>
          <p:nvPr userDrawn="1"/>
        </p:nvGrpSpPr>
        <p:grpSpPr>
          <a:xfrm>
            <a:off x="1263408" y="2107433"/>
            <a:ext cx="4570739" cy="2643133"/>
            <a:chOff x="1263408" y="2160049"/>
            <a:chExt cx="4570739" cy="264313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2A05E2-6F57-AB09-7EBF-7558A7123CA6}"/>
                </a:ext>
              </a:extLst>
            </p:cNvPr>
            <p:cNvSpPr txBox="1"/>
            <p:nvPr userDrawn="1"/>
          </p:nvSpPr>
          <p:spPr>
            <a:xfrm>
              <a:off x="1263408" y="2160049"/>
              <a:ext cx="4161169" cy="1569648"/>
            </a:xfrm>
            <a:prstGeom prst="rect">
              <a:avLst/>
            </a:prstGeom>
            <a:noFill/>
          </p:spPr>
          <p:txBody>
            <a:bodyPr wrap="square" lIns="91428" tIns="45714" rIns="91428" bIns="45714" rtlCol="0" anchor="t">
              <a:spAutoFit/>
            </a:bodyPr>
            <a:lstStyle/>
            <a:p>
              <a:pPr algn="l"/>
              <a:r>
                <a:rPr lang="en-GB" sz="9600" b="0" i="0">
                  <a:solidFill>
                    <a:schemeClr val="accent2"/>
                  </a:solidFill>
                  <a:latin typeface="+mn-lt"/>
                  <a:ea typeface="Noto Sans"/>
                  <a:cs typeface="Noto Sans"/>
                </a:rPr>
                <a:t>Thank </a:t>
              </a:r>
              <a:endParaRPr lang="en-GB" sz="13800" b="0" i="0">
                <a:solidFill>
                  <a:schemeClr val="accent2"/>
                </a:solidFill>
                <a:latin typeface="+mn-lt"/>
                <a:ea typeface="Noto Sans"/>
                <a:cs typeface="Noto Sans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21AA9A3-01A4-D792-FF7C-C065B14B8F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840"/>
            <a:stretch>
              <a:fillRect/>
            </a:stretch>
          </p:blipFill>
          <p:spPr>
            <a:xfrm>
              <a:off x="3789539" y="3354572"/>
              <a:ext cx="2044608" cy="1448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5D9AC3-A20F-BA50-4EDA-7BA82440201B}"/>
                </a:ext>
              </a:extLst>
            </p:cNvPr>
            <p:cNvSpPr txBox="1"/>
            <p:nvPr userDrawn="1"/>
          </p:nvSpPr>
          <p:spPr>
            <a:xfrm>
              <a:off x="1422896" y="3177384"/>
              <a:ext cx="2526133" cy="1569648"/>
            </a:xfrm>
            <a:prstGeom prst="rect">
              <a:avLst/>
            </a:prstGeom>
            <a:noFill/>
          </p:spPr>
          <p:txBody>
            <a:bodyPr wrap="square" lIns="91428" tIns="45714" rIns="91428" bIns="45714" rtlCol="0" anchor="t">
              <a:spAutoFit/>
            </a:bodyPr>
            <a:lstStyle/>
            <a:p>
              <a:pPr algn="l"/>
              <a:r>
                <a:rPr lang="en-GB" sz="9600" b="0" i="0">
                  <a:solidFill>
                    <a:schemeClr val="accent2"/>
                  </a:solidFill>
                  <a:latin typeface="+mn-lt"/>
                  <a:ea typeface="Noto Sans"/>
                  <a:cs typeface="Noto Sans"/>
                </a:rPr>
                <a:t>you</a:t>
              </a:r>
              <a:endParaRPr lang="en-GB" sz="13800" b="0" i="0">
                <a:solidFill>
                  <a:schemeClr val="accent2"/>
                </a:solidFill>
                <a:latin typeface="+mn-lt"/>
                <a:ea typeface="Noto Sans"/>
                <a:cs typeface="Not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0966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Thank you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88B27CB-3F08-B3AE-2B9B-C6E8801FB9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81434" y="-387514"/>
            <a:ext cx="4349396" cy="764828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AFFFFF3-EEB2-3AF6-C159-E629D03EB749}"/>
              </a:ext>
            </a:extLst>
          </p:cNvPr>
          <p:cNvGrpSpPr/>
          <p:nvPr userDrawn="1"/>
        </p:nvGrpSpPr>
        <p:grpSpPr>
          <a:xfrm>
            <a:off x="1263408" y="2107433"/>
            <a:ext cx="4570739" cy="2643133"/>
            <a:chOff x="1263408" y="2160049"/>
            <a:chExt cx="4570739" cy="264313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3EDDBC-327C-F666-8D3A-733E085B775E}"/>
                </a:ext>
              </a:extLst>
            </p:cNvPr>
            <p:cNvSpPr txBox="1"/>
            <p:nvPr userDrawn="1"/>
          </p:nvSpPr>
          <p:spPr>
            <a:xfrm>
              <a:off x="1263408" y="2160049"/>
              <a:ext cx="4161169" cy="1569648"/>
            </a:xfrm>
            <a:prstGeom prst="rect">
              <a:avLst/>
            </a:prstGeom>
            <a:noFill/>
          </p:spPr>
          <p:txBody>
            <a:bodyPr wrap="square" lIns="91428" tIns="45714" rIns="91428" bIns="45714" rtlCol="0" anchor="t">
              <a:spAutoFit/>
            </a:bodyPr>
            <a:lstStyle/>
            <a:p>
              <a:pPr algn="l"/>
              <a:r>
                <a:rPr lang="en-GB" sz="9600" b="0" i="0">
                  <a:solidFill>
                    <a:schemeClr val="accent2"/>
                  </a:solidFill>
                  <a:latin typeface="+mn-lt"/>
                  <a:ea typeface="Noto Sans"/>
                  <a:cs typeface="Noto Sans"/>
                </a:rPr>
                <a:t>Thank </a:t>
              </a:r>
              <a:endParaRPr lang="en-GB" sz="13800" b="0" i="0">
                <a:solidFill>
                  <a:schemeClr val="accent2"/>
                </a:solidFill>
                <a:latin typeface="+mn-lt"/>
                <a:ea typeface="Noto Sans"/>
                <a:cs typeface="Noto Sans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BDE88B0F-873F-14FB-7D4D-2CBDBD197F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840"/>
            <a:stretch>
              <a:fillRect/>
            </a:stretch>
          </p:blipFill>
          <p:spPr>
            <a:xfrm>
              <a:off x="3789539" y="3354572"/>
              <a:ext cx="2044608" cy="1448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1D901B-426E-65B3-4A4A-410EC99E4998}"/>
                </a:ext>
              </a:extLst>
            </p:cNvPr>
            <p:cNvSpPr txBox="1"/>
            <p:nvPr userDrawn="1"/>
          </p:nvSpPr>
          <p:spPr>
            <a:xfrm>
              <a:off x="1422896" y="3177384"/>
              <a:ext cx="2526133" cy="1569648"/>
            </a:xfrm>
            <a:prstGeom prst="rect">
              <a:avLst/>
            </a:prstGeom>
            <a:noFill/>
          </p:spPr>
          <p:txBody>
            <a:bodyPr wrap="square" lIns="91428" tIns="45714" rIns="91428" bIns="45714" rtlCol="0" anchor="t">
              <a:spAutoFit/>
            </a:bodyPr>
            <a:lstStyle/>
            <a:p>
              <a:pPr algn="l"/>
              <a:r>
                <a:rPr lang="en-GB" sz="9600" b="0" i="0">
                  <a:solidFill>
                    <a:schemeClr val="accent2"/>
                  </a:solidFill>
                  <a:latin typeface="+mn-lt"/>
                  <a:ea typeface="Noto Sans"/>
                  <a:cs typeface="Noto Sans"/>
                </a:rPr>
                <a:t>you</a:t>
              </a:r>
              <a:endParaRPr lang="en-GB" sz="13800" b="0" i="0">
                <a:solidFill>
                  <a:schemeClr val="accent2"/>
                </a:solidFill>
                <a:latin typeface="+mn-lt"/>
                <a:ea typeface="Noto Sans"/>
                <a:cs typeface="Not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5895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97E0C-1A2A-3799-8C13-068FEDF3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08FCF-5ED2-A5FC-0237-F50D6BEDF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D0541-AF9A-CAEB-482E-70D324455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4232C545-7EB3-F641-A3CF-599386811F03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AE006-BC14-9DBE-3B76-8EB3B5C75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BCFC9-732B-E4E5-0CFC-2275A931A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EBD8787E-A45C-CA4B-804C-4B1807D7BA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8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  <p:sldLayoutId id="2147484020" r:id="rId2"/>
    <p:sldLayoutId id="2147484021" r:id="rId3"/>
    <p:sldLayoutId id="214748438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97E0C-1A2A-3799-8C13-068FEDF3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08FCF-5ED2-A5FC-0237-F50D6BEDF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D0541-AF9A-CAEB-482E-70D324455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4232C545-7EB3-F641-A3CF-599386811F03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AE006-BC14-9DBE-3B76-8EB3B5C75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BCFC9-732B-E4E5-0CFC-2275A931A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EBD8787E-A45C-CA4B-804C-4B1807D7BA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6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6" r:id="rId1"/>
    <p:sldLayoutId id="2147484067" r:id="rId2"/>
    <p:sldLayoutId id="2147484068" r:id="rId3"/>
    <p:sldLayoutId id="2147484069" r:id="rId4"/>
    <p:sldLayoutId id="2147484070" r:id="rId5"/>
    <p:sldLayoutId id="214748407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97E0C-1A2A-3799-8C13-068FEDF3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08FCF-5ED2-A5FC-0237-F50D6BEDF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D0541-AF9A-CAEB-482E-70D324455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4232C545-7EB3-F641-A3CF-599386811F03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AE006-BC14-9DBE-3B76-8EB3B5C75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BCFC9-732B-E4E5-0CFC-2275A931A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EBD8787E-A45C-CA4B-804C-4B1807D7BA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38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6" r:id="rId1"/>
    <p:sldLayoutId id="2147484118" r:id="rId2"/>
    <p:sldLayoutId id="2147484119" r:id="rId3"/>
    <p:sldLayoutId id="214748412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97E0C-1A2A-3799-8C13-068FEDF3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08FCF-5ED2-A5FC-0237-F50D6BEDF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D0541-AF9A-CAEB-482E-70D324455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4232C545-7EB3-F641-A3CF-599386811F03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AE006-BC14-9DBE-3B76-8EB3B5C75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BCFC9-732B-E4E5-0CFC-2275A931A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EBD8787E-A45C-CA4B-804C-4B1807D7BA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4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5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  <p:sldLayoutId id="2147484176" r:id="rId12"/>
    <p:sldLayoutId id="2147484177" r:id="rId13"/>
    <p:sldLayoutId id="214748417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97E0C-1A2A-3799-8C13-068FEDF3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08FCF-5ED2-A5FC-0237-F50D6BEDF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D0541-AF9A-CAEB-482E-70D324455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4232C545-7EB3-F641-A3CF-599386811F03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AE006-BC14-9DBE-3B76-8EB3B5C75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BCFC9-732B-E4E5-0CFC-2275A931A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EBD8787E-A45C-CA4B-804C-4B1807D7BA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8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3" r:id="rId1"/>
    <p:sldLayoutId id="2147484224" r:id="rId2"/>
    <p:sldLayoutId id="2147484225" r:id="rId3"/>
    <p:sldLayoutId id="2147484226" r:id="rId4"/>
    <p:sldLayoutId id="2147484227" r:id="rId5"/>
    <p:sldLayoutId id="214748422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97E0C-1A2A-3799-8C13-068FEDF3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08FCF-5ED2-A5FC-0237-F50D6BEDF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D0541-AF9A-CAEB-482E-70D324455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4232C545-7EB3-F641-A3CF-599386811F03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AE006-BC14-9DBE-3B76-8EB3B5C75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BCFC9-732B-E4E5-0CFC-2275A931A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EBD8787E-A45C-CA4B-804C-4B1807D7BA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68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4" r:id="rId2"/>
    <p:sldLayoutId id="21474842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97E0C-1A2A-3799-8C13-068FEDF3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08FCF-5ED2-A5FC-0237-F50D6BEDF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D0541-AF9A-CAEB-482E-70D324455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4232C545-7EB3-F641-A3CF-599386811F03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AE006-BC14-9DBE-3B76-8EB3B5C75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BCFC9-732B-E4E5-0CFC-2275A931A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EBD8787E-A45C-CA4B-804C-4B1807D7BA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83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0" r:id="rId1"/>
    <p:sldLayoutId id="2147484321" r:id="rId2"/>
    <p:sldLayoutId id="214748432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97E0C-1A2A-3799-8C13-068FEDF3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08FCF-5ED2-A5FC-0237-F50D6BEDF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D0541-AF9A-CAEB-482E-70D324455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4232C545-7EB3-F641-A3CF-599386811F03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AE006-BC14-9DBE-3B76-8EB3B5C75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BCFC9-732B-E4E5-0CFC-2275A931A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EBD8787E-A45C-CA4B-804C-4B1807D7BA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3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67" r:id="rId1"/>
    <p:sldLayoutId id="2147484368" r:id="rId2"/>
    <p:sldLayoutId id="2147484369" r:id="rId3"/>
    <p:sldLayoutId id="2147484371" r:id="rId4"/>
    <p:sldLayoutId id="2147484372" r:id="rId5"/>
    <p:sldLayoutId id="2147484373" r:id="rId6"/>
    <p:sldLayoutId id="2147484374" r:id="rId7"/>
    <p:sldLayoutId id="2147484375" r:id="rId8"/>
    <p:sldLayoutId id="2147484376" r:id="rId9"/>
    <p:sldLayoutId id="2147484377" r:id="rId10"/>
    <p:sldLayoutId id="2147484378" r:id="rId11"/>
    <p:sldLayoutId id="214748437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1.png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1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FC5B6-7B4B-637F-8295-C8C76AFF2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81" y="3000951"/>
            <a:ext cx="4811756" cy="1325563"/>
          </a:xfrm>
        </p:spPr>
        <p:txBody>
          <a:bodyPr/>
          <a:lstStyle/>
          <a:p>
            <a:pPr algn="ctr"/>
            <a:r>
              <a:rPr lang="en-US"/>
              <a:t>Pre/Post</a:t>
            </a:r>
            <a:br>
              <a:rPr lang="en-US"/>
            </a:br>
            <a:r>
              <a:rPr lang="en-US"/>
              <a:t>ML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567DF-1151-F8E7-575B-F0132BB861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9784" y="5100743"/>
            <a:ext cx="3892580" cy="712787"/>
          </a:xfrm>
        </p:spPr>
        <p:txBody>
          <a:bodyPr/>
          <a:lstStyle/>
          <a:p>
            <a:r>
              <a:rPr lang="en-US"/>
              <a:t>February 19, 2026</a:t>
            </a:r>
          </a:p>
        </p:txBody>
      </p:sp>
      <p:pic>
        <p:nvPicPr>
          <p:cNvPr id="6" name="Picture Placeholder 5" descr="A cruise ship in the ocean&#10;&#10;AI-generated content may be incorrect.">
            <a:extLst>
              <a:ext uri="{FF2B5EF4-FFF2-40B4-BE49-F238E27FC236}">
                <a16:creationId xmlns:a16="http://schemas.microsoft.com/office/drawing/2014/main" id="{D57ED4CF-FD6D-E683-44D8-DDDA8515FF5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1859" r="21643"/>
          <a:stretch>
            <a:fillRect/>
          </a:stretch>
        </p:blipFill>
        <p:spPr>
          <a:xfrm>
            <a:off x="2409340" y="-1589"/>
            <a:ext cx="9782660" cy="6859589"/>
          </a:xfr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D371693-221E-245C-6EE0-B92E66E27EA8}"/>
              </a:ext>
            </a:extLst>
          </p:cNvPr>
          <p:cNvGrpSpPr/>
          <p:nvPr/>
        </p:nvGrpSpPr>
        <p:grpSpPr>
          <a:xfrm>
            <a:off x="638865" y="1209723"/>
            <a:ext cx="3540949" cy="1431440"/>
            <a:chOff x="812836" y="1502298"/>
            <a:chExt cx="2950791" cy="1192867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2CBE800-E706-1050-32CE-4C6AB32132B1}"/>
                </a:ext>
              </a:extLst>
            </p:cNvPr>
            <p:cNvSpPr/>
            <p:nvPr/>
          </p:nvSpPr>
          <p:spPr>
            <a:xfrm>
              <a:off x="1973544" y="1502298"/>
              <a:ext cx="628848" cy="547676"/>
            </a:xfrm>
            <a:custGeom>
              <a:avLst/>
              <a:gdLst>
                <a:gd name="csX0" fmla="*/ 628849 w 628848"/>
                <a:gd name="csY0" fmla="*/ 452725 h 547676"/>
                <a:gd name="csX1" fmla="*/ 628849 w 628848"/>
                <a:gd name="csY1" fmla="*/ 0 h 547676"/>
                <a:gd name="csX2" fmla="*/ 0 w 628848"/>
                <a:gd name="csY2" fmla="*/ 0 h 547676"/>
                <a:gd name="csX3" fmla="*/ 0 w 628848"/>
                <a:gd name="csY3" fmla="*/ 536444 h 547676"/>
                <a:gd name="csX4" fmla="*/ 132833 w 628848"/>
                <a:gd name="csY4" fmla="*/ 478854 h 547676"/>
                <a:gd name="csX5" fmla="*/ 392701 w 628848"/>
                <a:gd name="csY5" fmla="*/ 543909 h 547676"/>
                <a:gd name="csX6" fmla="*/ 623577 w 628848"/>
                <a:gd name="csY6" fmla="*/ 463390 h 547676"/>
                <a:gd name="csX7" fmla="*/ 628321 w 628848"/>
                <a:gd name="csY7" fmla="*/ 454858 h 547676"/>
                <a:gd name="csX8" fmla="*/ 628321 w 628848"/>
                <a:gd name="csY8" fmla="*/ 453258 h 547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28848" h="547676">
                  <a:moveTo>
                    <a:pt x="628849" y="452725"/>
                  </a:moveTo>
                  <a:lnTo>
                    <a:pt x="628849" y="0"/>
                  </a:lnTo>
                  <a:lnTo>
                    <a:pt x="0" y="0"/>
                  </a:lnTo>
                  <a:lnTo>
                    <a:pt x="0" y="536444"/>
                  </a:lnTo>
                  <a:cubicBezTo>
                    <a:pt x="0" y="536444"/>
                    <a:pt x="55874" y="484186"/>
                    <a:pt x="132833" y="478854"/>
                  </a:cubicBezTo>
                  <a:cubicBezTo>
                    <a:pt x="243000" y="471388"/>
                    <a:pt x="288332" y="525779"/>
                    <a:pt x="392701" y="543909"/>
                  </a:cubicBezTo>
                  <a:cubicBezTo>
                    <a:pt x="520263" y="565773"/>
                    <a:pt x="604074" y="486319"/>
                    <a:pt x="623577" y="463390"/>
                  </a:cubicBezTo>
                  <a:cubicBezTo>
                    <a:pt x="628321" y="457524"/>
                    <a:pt x="627794" y="455924"/>
                    <a:pt x="628321" y="454858"/>
                  </a:cubicBezTo>
                  <a:lnTo>
                    <a:pt x="628321" y="453258"/>
                  </a:lnTo>
                </a:path>
              </a:pathLst>
            </a:custGeom>
            <a:solidFill>
              <a:srgbClr val="3D90C3"/>
            </a:solidFill>
            <a:ln w="52552" cap="flat">
              <a:noFill/>
              <a:prstDash val="solid"/>
              <a:miter/>
            </a:ln>
          </p:spPr>
          <p:txBody>
            <a:bodyPr/>
            <a:lstStyle/>
            <a:p>
              <a:pPr defTabSz="1097280"/>
              <a:endParaRPr lang="en-US" sz="2160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AF4DABE-6CBE-0110-F812-458916DBE553}"/>
                </a:ext>
              </a:extLst>
            </p:cNvPr>
            <p:cNvSpPr/>
            <p:nvPr/>
          </p:nvSpPr>
          <p:spPr>
            <a:xfrm>
              <a:off x="2020826" y="1612146"/>
              <a:ext cx="536193" cy="363435"/>
            </a:xfrm>
            <a:custGeom>
              <a:avLst/>
              <a:gdLst>
                <a:gd name="csX0" fmla="*/ 12283 w 536193"/>
                <a:gd name="csY0" fmla="*/ 329012 h 363435"/>
                <a:gd name="csX1" fmla="*/ 96621 w 536193"/>
                <a:gd name="csY1" fmla="*/ 309282 h 363435"/>
                <a:gd name="csX2" fmla="*/ 345419 w 536193"/>
                <a:gd name="csY2" fmla="*/ 359407 h 363435"/>
                <a:gd name="csX3" fmla="*/ 504081 w 536193"/>
                <a:gd name="csY3" fmla="*/ 331678 h 363435"/>
                <a:gd name="csX4" fmla="*/ 526747 w 536193"/>
                <a:gd name="csY4" fmla="*/ 315148 h 363435"/>
                <a:gd name="csX5" fmla="*/ 535708 w 536193"/>
                <a:gd name="csY5" fmla="*/ 298084 h 363435"/>
                <a:gd name="csX6" fmla="*/ 530964 w 536193"/>
                <a:gd name="csY6" fmla="*/ 298084 h 363435"/>
                <a:gd name="csX7" fmla="*/ 524112 w 536193"/>
                <a:gd name="csY7" fmla="*/ 302883 h 363435"/>
                <a:gd name="csX8" fmla="*/ 248430 w 536193"/>
                <a:gd name="csY8" fmla="*/ 297017 h 363435"/>
                <a:gd name="csX9" fmla="*/ 11755 w 536193"/>
                <a:gd name="csY9" fmla="*/ 316214 h 363435"/>
                <a:gd name="csX10" fmla="*/ 2267 w 536193"/>
                <a:gd name="csY10" fmla="*/ 325812 h 363435"/>
                <a:gd name="csX11" fmla="*/ 1740 w 536193"/>
                <a:gd name="csY11" fmla="*/ 334344 h 363435"/>
                <a:gd name="csX12" fmla="*/ 13337 w 536193"/>
                <a:gd name="csY12" fmla="*/ 327945 h 363435"/>
                <a:gd name="csX13" fmla="*/ 136682 w 536193"/>
                <a:gd name="csY13" fmla="*/ 188769 h 363435"/>
                <a:gd name="csX14" fmla="*/ 46545 w 536193"/>
                <a:gd name="csY14" fmla="*/ 68789 h 363435"/>
                <a:gd name="csX15" fmla="*/ 46545 w 536193"/>
                <a:gd name="csY15" fmla="*/ 188769 h 363435"/>
                <a:gd name="csX16" fmla="*/ 5957 w 536193"/>
                <a:gd name="csY16" fmla="*/ 188769 h 363435"/>
                <a:gd name="csX17" fmla="*/ 5957 w 536193"/>
                <a:gd name="csY17" fmla="*/ 0 h 363435"/>
                <a:gd name="csX18" fmla="*/ 43909 w 536193"/>
                <a:gd name="csY18" fmla="*/ 0 h 363435"/>
                <a:gd name="csX19" fmla="*/ 131411 w 536193"/>
                <a:gd name="csY19" fmla="*/ 116247 h 363435"/>
                <a:gd name="csX20" fmla="*/ 131411 w 536193"/>
                <a:gd name="csY20" fmla="*/ 0 h 363435"/>
                <a:gd name="csX21" fmla="*/ 171999 w 536193"/>
                <a:gd name="csY21" fmla="*/ 0 h 363435"/>
                <a:gd name="csX22" fmla="*/ 171999 w 536193"/>
                <a:gd name="csY22" fmla="*/ 188769 h 363435"/>
                <a:gd name="csX23" fmla="*/ 137209 w 536193"/>
                <a:gd name="csY23" fmla="*/ 188769 h 363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536193" h="363435">
                  <a:moveTo>
                    <a:pt x="12283" y="329012"/>
                  </a:moveTo>
                  <a:cubicBezTo>
                    <a:pt x="33367" y="317814"/>
                    <a:pt x="51816" y="311948"/>
                    <a:pt x="96621" y="309282"/>
                  </a:cubicBezTo>
                  <a:cubicBezTo>
                    <a:pt x="203625" y="302883"/>
                    <a:pt x="243686" y="343410"/>
                    <a:pt x="345419" y="359407"/>
                  </a:cubicBezTo>
                  <a:cubicBezTo>
                    <a:pt x="425014" y="371671"/>
                    <a:pt x="469819" y="354074"/>
                    <a:pt x="504081" y="331678"/>
                  </a:cubicBezTo>
                  <a:cubicBezTo>
                    <a:pt x="522003" y="319947"/>
                    <a:pt x="517259" y="323146"/>
                    <a:pt x="526747" y="315148"/>
                  </a:cubicBezTo>
                  <a:cubicBezTo>
                    <a:pt x="535181" y="308215"/>
                    <a:pt x="537289" y="302883"/>
                    <a:pt x="535708" y="298084"/>
                  </a:cubicBezTo>
                  <a:cubicBezTo>
                    <a:pt x="535708" y="296484"/>
                    <a:pt x="533600" y="296484"/>
                    <a:pt x="530964" y="298084"/>
                  </a:cubicBezTo>
                  <a:cubicBezTo>
                    <a:pt x="528856" y="299683"/>
                    <a:pt x="524112" y="302883"/>
                    <a:pt x="524112" y="302883"/>
                  </a:cubicBezTo>
                  <a:cubicBezTo>
                    <a:pt x="444517" y="359407"/>
                    <a:pt x="339621" y="325812"/>
                    <a:pt x="248430" y="297017"/>
                  </a:cubicBezTo>
                  <a:cubicBezTo>
                    <a:pt x="163565" y="269822"/>
                    <a:pt x="59196" y="282086"/>
                    <a:pt x="11755" y="316214"/>
                  </a:cubicBezTo>
                  <a:cubicBezTo>
                    <a:pt x="11755" y="316214"/>
                    <a:pt x="5957" y="319947"/>
                    <a:pt x="2267" y="325812"/>
                  </a:cubicBezTo>
                  <a:cubicBezTo>
                    <a:pt x="1213" y="327945"/>
                    <a:pt x="-1950" y="335944"/>
                    <a:pt x="1740" y="334344"/>
                  </a:cubicBezTo>
                  <a:cubicBezTo>
                    <a:pt x="5957" y="332211"/>
                    <a:pt x="9647" y="329545"/>
                    <a:pt x="13337" y="327945"/>
                  </a:cubicBezTo>
                  <a:moveTo>
                    <a:pt x="136682" y="188769"/>
                  </a:moveTo>
                  <a:lnTo>
                    <a:pt x="46545" y="68789"/>
                  </a:lnTo>
                  <a:lnTo>
                    <a:pt x="46545" y="188769"/>
                  </a:lnTo>
                  <a:lnTo>
                    <a:pt x="5957" y="188769"/>
                  </a:lnTo>
                  <a:lnTo>
                    <a:pt x="5957" y="0"/>
                  </a:lnTo>
                  <a:lnTo>
                    <a:pt x="43909" y="0"/>
                  </a:lnTo>
                  <a:lnTo>
                    <a:pt x="131411" y="116247"/>
                  </a:lnTo>
                  <a:lnTo>
                    <a:pt x="131411" y="0"/>
                  </a:lnTo>
                  <a:lnTo>
                    <a:pt x="171999" y="0"/>
                  </a:lnTo>
                  <a:lnTo>
                    <a:pt x="171999" y="188769"/>
                  </a:lnTo>
                  <a:lnTo>
                    <a:pt x="137209" y="188769"/>
                  </a:lnTo>
                </a:path>
              </a:pathLst>
            </a:custGeom>
            <a:solidFill>
              <a:srgbClr val="FFFFFF"/>
            </a:solidFill>
            <a:ln w="52552" cap="flat">
              <a:noFill/>
              <a:prstDash val="solid"/>
              <a:miter/>
            </a:ln>
          </p:spPr>
          <p:txBody>
            <a:bodyPr/>
            <a:lstStyle/>
            <a:p>
              <a:pPr defTabSz="1097280"/>
              <a:endParaRPr lang="en-US" sz="2160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EBA109E-A366-EE09-6A3E-AFDB1D5ACEA6}"/>
                </a:ext>
              </a:extLst>
            </p:cNvPr>
            <p:cNvSpPr/>
            <p:nvPr/>
          </p:nvSpPr>
          <p:spPr>
            <a:xfrm>
              <a:off x="2218653" y="1608947"/>
              <a:ext cx="334191" cy="195167"/>
            </a:xfrm>
            <a:custGeom>
              <a:avLst/>
              <a:gdLst>
                <a:gd name="csX0" fmla="*/ 95935 w 334191"/>
                <a:gd name="csY0" fmla="*/ 195168 h 195167"/>
                <a:gd name="csX1" fmla="*/ 0 w 334191"/>
                <a:gd name="csY1" fmla="*/ 98117 h 195167"/>
                <a:gd name="csX2" fmla="*/ 0 w 334191"/>
                <a:gd name="csY2" fmla="*/ 98117 h 195167"/>
                <a:gd name="csX3" fmla="*/ 97516 w 334191"/>
                <a:gd name="csY3" fmla="*/ 0 h 195167"/>
                <a:gd name="csX4" fmla="*/ 171312 w 334191"/>
                <a:gd name="csY4" fmla="*/ 29328 h 195167"/>
                <a:gd name="csX5" fmla="*/ 144957 w 334191"/>
                <a:gd name="csY5" fmla="*/ 59723 h 195167"/>
                <a:gd name="csX6" fmla="*/ 96989 w 334191"/>
                <a:gd name="csY6" fmla="*/ 38394 h 195167"/>
                <a:gd name="csX7" fmla="*/ 43223 w 334191"/>
                <a:gd name="csY7" fmla="*/ 97051 h 195167"/>
                <a:gd name="csX8" fmla="*/ 43223 w 334191"/>
                <a:gd name="csY8" fmla="*/ 97051 h 195167"/>
                <a:gd name="csX9" fmla="*/ 96989 w 334191"/>
                <a:gd name="csY9" fmla="*/ 156774 h 195167"/>
                <a:gd name="csX10" fmla="*/ 146011 w 334191"/>
                <a:gd name="csY10" fmla="*/ 134911 h 195167"/>
                <a:gd name="csX11" fmla="*/ 172367 w 334191"/>
                <a:gd name="csY11" fmla="*/ 161573 h 195167"/>
                <a:gd name="csX12" fmla="*/ 95935 w 334191"/>
                <a:gd name="csY12" fmla="*/ 195168 h 195167"/>
                <a:gd name="csX13" fmla="*/ 199777 w 334191"/>
                <a:gd name="csY13" fmla="*/ 191968 h 195167"/>
                <a:gd name="csX14" fmla="*/ 199777 w 334191"/>
                <a:gd name="csY14" fmla="*/ 3199 h 195167"/>
                <a:gd name="csX15" fmla="*/ 240892 w 334191"/>
                <a:gd name="csY15" fmla="*/ 3199 h 195167"/>
                <a:gd name="csX16" fmla="*/ 240892 w 334191"/>
                <a:gd name="csY16" fmla="*/ 154108 h 195167"/>
                <a:gd name="csX17" fmla="*/ 334191 w 334191"/>
                <a:gd name="csY17" fmla="*/ 154108 h 195167"/>
                <a:gd name="csX18" fmla="*/ 334191 w 334191"/>
                <a:gd name="csY18" fmla="*/ 191968 h 195167"/>
                <a:gd name="csX19" fmla="*/ 199777 w 334191"/>
                <a:gd name="csY19" fmla="*/ 191968 h 1951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334191" h="195167">
                  <a:moveTo>
                    <a:pt x="95935" y="195168"/>
                  </a:moveTo>
                  <a:cubicBezTo>
                    <a:pt x="41115" y="195168"/>
                    <a:pt x="0" y="152508"/>
                    <a:pt x="0" y="98117"/>
                  </a:cubicBezTo>
                  <a:lnTo>
                    <a:pt x="0" y="98117"/>
                  </a:lnTo>
                  <a:cubicBezTo>
                    <a:pt x="0" y="43726"/>
                    <a:pt x="40061" y="0"/>
                    <a:pt x="97516" y="0"/>
                  </a:cubicBezTo>
                  <a:cubicBezTo>
                    <a:pt x="132833" y="0"/>
                    <a:pt x="153918" y="11731"/>
                    <a:pt x="171312" y="29328"/>
                  </a:cubicBezTo>
                  <a:lnTo>
                    <a:pt x="144957" y="59723"/>
                  </a:lnTo>
                  <a:cubicBezTo>
                    <a:pt x="130725" y="46392"/>
                    <a:pt x="115965" y="38394"/>
                    <a:pt x="96989" y="38394"/>
                  </a:cubicBezTo>
                  <a:cubicBezTo>
                    <a:pt x="65362" y="38394"/>
                    <a:pt x="43223" y="65056"/>
                    <a:pt x="43223" y="97051"/>
                  </a:cubicBezTo>
                  <a:lnTo>
                    <a:pt x="43223" y="97051"/>
                  </a:lnTo>
                  <a:cubicBezTo>
                    <a:pt x="43223" y="130112"/>
                    <a:pt x="65362" y="156774"/>
                    <a:pt x="96989" y="156774"/>
                  </a:cubicBezTo>
                  <a:cubicBezTo>
                    <a:pt x="118601" y="156774"/>
                    <a:pt x="131252" y="148242"/>
                    <a:pt x="146011" y="134911"/>
                  </a:cubicBezTo>
                  <a:lnTo>
                    <a:pt x="172367" y="161573"/>
                  </a:lnTo>
                  <a:cubicBezTo>
                    <a:pt x="153391" y="182370"/>
                    <a:pt x="131779" y="195168"/>
                    <a:pt x="95935" y="195168"/>
                  </a:cubicBezTo>
                  <a:moveTo>
                    <a:pt x="199777" y="191968"/>
                  </a:moveTo>
                  <a:lnTo>
                    <a:pt x="199777" y="3199"/>
                  </a:lnTo>
                  <a:lnTo>
                    <a:pt x="240892" y="3199"/>
                  </a:lnTo>
                  <a:lnTo>
                    <a:pt x="240892" y="154108"/>
                  </a:lnTo>
                  <a:lnTo>
                    <a:pt x="334191" y="154108"/>
                  </a:lnTo>
                  <a:lnTo>
                    <a:pt x="334191" y="191968"/>
                  </a:lnTo>
                  <a:lnTo>
                    <a:pt x="199777" y="191968"/>
                  </a:lnTo>
                </a:path>
              </a:pathLst>
            </a:custGeom>
            <a:solidFill>
              <a:srgbClr val="FFFFFF"/>
            </a:solidFill>
            <a:ln w="52552" cap="flat">
              <a:noFill/>
              <a:prstDash val="solid"/>
              <a:miter/>
            </a:ln>
          </p:spPr>
          <p:txBody>
            <a:bodyPr/>
            <a:lstStyle/>
            <a:p>
              <a:pPr defTabSz="1097280"/>
              <a:endParaRPr lang="en-US" sz="2160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C2611EA-224F-626B-4728-F74051D0FAC2}"/>
                </a:ext>
              </a:extLst>
            </p:cNvPr>
            <p:cNvSpPr/>
            <p:nvPr/>
          </p:nvSpPr>
          <p:spPr>
            <a:xfrm>
              <a:off x="812836" y="2157122"/>
              <a:ext cx="2950791" cy="538043"/>
            </a:xfrm>
            <a:custGeom>
              <a:avLst/>
              <a:gdLst>
                <a:gd name="csX0" fmla="*/ 197668 w 2950791"/>
                <a:gd name="csY0" fmla="*/ 290618 h 538043"/>
                <a:gd name="csX1" fmla="*/ 61145 w 2950791"/>
                <a:gd name="csY1" fmla="*/ 109315 h 538043"/>
                <a:gd name="csX2" fmla="*/ 61145 w 2950791"/>
                <a:gd name="csY2" fmla="*/ 290618 h 538043"/>
                <a:gd name="csX3" fmla="*/ 0 w 2950791"/>
                <a:gd name="csY3" fmla="*/ 290618 h 538043"/>
                <a:gd name="csX4" fmla="*/ 0 w 2950791"/>
                <a:gd name="csY4" fmla="*/ 5332 h 538043"/>
                <a:gd name="csX5" fmla="*/ 56928 w 2950791"/>
                <a:gd name="csY5" fmla="*/ 5332 h 538043"/>
                <a:gd name="csX6" fmla="*/ 189234 w 2950791"/>
                <a:gd name="csY6" fmla="*/ 180770 h 538043"/>
                <a:gd name="csX7" fmla="*/ 189234 w 2950791"/>
                <a:gd name="csY7" fmla="*/ 5332 h 538043"/>
                <a:gd name="csX8" fmla="*/ 250380 w 2950791"/>
                <a:gd name="csY8" fmla="*/ 5332 h 538043"/>
                <a:gd name="csX9" fmla="*/ 250380 w 2950791"/>
                <a:gd name="csY9" fmla="*/ 290618 h 538043"/>
                <a:gd name="csX10" fmla="*/ 197668 w 2950791"/>
                <a:gd name="csY10" fmla="*/ 290618 h 538043"/>
                <a:gd name="csX11" fmla="*/ 580354 w 2950791"/>
                <a:gd name="csY11" fmla="*/ 148242 h 538043"/>
                <a:gd name="csX12" fmla="*/ 494961 w 2950791"/>
                <a:gd name="csY12" fmla="*/ 58657 h 538043"/>
                <a:gd name="csX13" fmla="*/ 410623 w 2950791"/>
                <a:gd name="csY13" fmla="*/ 147709 h 538043"/>
                <a:gd name="csX14" fmla="*/ 410623 w 2950791"/>
                <a:gd name="csY14" fmla="*/ 148775 h 538043"/>
                <a:gd name="csX15" fmla="*/ 496016 w 2950791"/>
                <a:gd name="csY15" fmla="*/ 238360 h 538043"/>
                <a:gd name="csX16" fmla="*/ 580354 w 2950791"/>
                <a:gd name="csY16" fmla="*/ 149842 h 538043"/>
                <a:gd name="csX17" fmla="*/ 580354 w 2950791"/>
                <a:gd name="csY17" fmla="*/ 148775 h 538043"/>
                <a:gd name="csX18" fmla="*/ 495488 w 2950791"/>
                <a:gd name="csY18" fmla="*/ 295418 h 538043"/>
                <a:gd name="csX19" fmla="*/ 346315 w 2950791"/>
                <a:gd name="csY19" fmla="*/ 148775 h 538043"/>
                <a:gd name="csX20" fmla="*/ 346315 w 2950791"/>
                <a:gd name="csY20" fmla="*/ 147709 h 538043"/>
                <a:gd name="csX21" fmla="*/ 496543 w 2950791"/>
                <a:gd name="csY21" fmla="*/ 0 h 538043"/>
                <a:gd name="csX22" fmla="*/ 645716 w 2950791"/>
                <a:gd name="csY22" fmla="*/ 146642 h 538043"/>
                <a:gd name="csX23" fmla="*/ 645716 w 2950791"/>
                <a:gd name="csY23" fmla="*/ 147709 h 538043"/>
                <a:gd name="csX24" fmla="*/ 495488 w 2950791"/>
                <a:gd name="csY24" fmla="*/ 294884 h 538043"/>
                <a:gd name="csX25" fmla="*/ 905584 w 2950791"/>
                <a:gd name="csY25" fmla="*/ 102916 h 538043"/>
                <a:gd name="csX26" fmla="*/ 857090 w 2950791"/>
                <a:gd name="csY26" fmla="*/ 62390 h 538043"/>
                <a:gd name="csX27" fmla="*/ 795417 w 2950791"/>
                <a:gd name="csY27" fmla="*/ 62390 h 538043"/>
                <a:gd name="csX28" fmla="*/ 795417 w 2950791"/>
                <a:gd name="csY28" fmla="*/ 144509 h 538043"/>
                <a:gd name="csX29" fmla="*/ 858144 w 2950791"/>
                <a:gd name="csY29" fmla="*/ 144509 h 538043"/>
                <a:gd name="csX30" fmla="*/ 905584 w 2950791"/>
                <a:gd name="csY30" fmla="*/ 103983 h 538043"/>
                <a:gd name="csX31" fmla="*/ 905584 w 2950791"/>
                <a:gd name="csY31" fmla="*/ 102916 h 538043"/>
                <a:gd name="csX32" fmla="*/ 904530 w 2950791"/>
                <a:gd name="csY32" fmla="*/ 290618 h 538043"/>
                <a:gd name="csX33" fmla="*/ 843912 w 2950791"/>
                <a:gd name="csY33" fmla="*/ 199434 h 538043"/>
                <a:gd name="csX34" fmla="*/ 795417 w 2950791"/>
                <a:gd name="csY34" fmla="*/ 199434 h 538043"/>
                <a:gd name="csX35" fmla="*/ 795417 w 2950791"/>
                <a:gd name="csY35" fmla="*/ 290618 h 538043"/>
                <a:gd name="csX36" fmla="*/ 733745 w 2950791"/>
                <a:gd name="csY36" fmla="*/ 290618 h 538043"/>
                <a:gd name="csX37" fmla="*/ 733745 w 2950791"/>
                <a:gd name="csY37" fmla="*/ 5332 h 538043"/>
                <a:gd name="csX38" fmla="*/ 862361 w 2950791"/>
                <a:gd name="csY38" fmla="*/ 5332 h 538043"/>
                <a:gd name="csX39" fmla="*/ 968838 w 2950791"/>
                <a:gd name="csY39" fmla="*/ 99184 h 538043"/>
                <a:gd name="csX40" fmla="*/ 968838 w 2950791"/>
                <a:gd name="csY40" fmla="*/ 100250 h 538043"/>
                <a:gd name="csX41" fmla="*/ 908220 w 2950791"/>
                <a:gd name="csY41" fmla="*/ 188769 h 538043"/>
                <a:gd name="csX42" fmla="*/ 977272 w 2950791"/>
                <a:gd name="csY42" fmla="*/ 290618 h 538043"/>
                <a:gd name="csX43" fmla="*/ 904530 w 2950791"/>
                <a:gd name="csY43" fmla="*/ 290618 h 538043"/>
                <a:gd name="csX44" fmla="*/ 1368391 w 2950791"/>
                <a:gd name="csY44" fmla="*/ 292751 h 538043"/>
                <a:gd name="csX45" fmla="*/ 1314626 w 2950791"/>
                <a:gd name="csY45" fmla="*/ 292751 h 538043"/>
                <a:gd name="csX46" fmla="*/ 1250845 w 2950791"/>
                <a:gd name="csY46" fmla="*/ 106116 h 538043"/>
                <a:gd name="csX47" fmla="*/ 1187064 w 2950791"/>
                <a:gd name="csY47" fmla="*/ 292751 h 538043"/>
                <a:gd name="csX48" fmla="*/ 1133298 w 2950791"/>
                <a:gd name="csY48" fmla="*/ 292751 h 538043"/>
                <a:gd name="csX49" fmla="*/ 1036836 w 2950791"/>
                <a:gd name="csY49" fmla="*/ 5332 h 538043"/>
                <a:gd name="csX50" fmla="*/ 1103252 w 2950791"/>
                <a:gd name="csY50" fmla="*/ 5332 h 538043"/>
                <a:gd name="csX51" fmla="*/ 1161762 w 2950791"/>
                <a:gd name="csY51" fmla="*/ 198367 h 538043"/>
                <a:gd name="csX52" fmla="*/ 1225016 w 2950791"/>
                <a:gd name="csY52" fmla="*/ 4266 h 538043"/>
                <a:gd name="csX53" fmla="*/ 1278255 w 2950791"/>
                <a:gd name="csY53" fmla="*/ 4266 h 538043"/>
                <a:gd name="csX54" fmla="*/ 1341509 w 2950791"/>
                <a:gd name="csY54" fmla="*/ 198367 h 538043"/>
                <a:gd name="csX55" fmla="*/ 1400018 w 2950791"/>
                <a:gd name="csY55" fmla="*/ 5332 h 538043"/>
                <a:gd name="csX56" fmla="*/ 1464854 w 2950791"/>
                <a:gd name="csY56" fmla="*/ 5332 h 538043"/>
                <a:gd name="csX57" fmla="*/ 1368919 w 2950791"/>
                <a:gd name="csY57" fmla="*/ 292751 h 538043"/>
                <a:gd name="csX58" fmla="*/ 1538650 w 2950791"/>
                <a:gd name="csY58" fmla="*/ 290618 h 538043"/>
                <a:gd name="csX59" fmla="*/ 1538650 w 2950791"/>
                <a:gd name="csY59" fmla="*/ 5332 h 538043"/>
                <a:gd name="csX60" fmla="*/ 1751077 w 2950791"/>
                <a:gd name="csY60" fmla="*/ 5332 h 538043"/>
                <a:gd name="csX61" fmla="*/ 1751077 w 2950791"/>
                <a:gd name="csY61" fmla="*/ 61323 h 538043"/>
                <a:gd name="csX62" fmla="*/ 1600322 w 2950791"/>
                <a:gd name="csY62" fmla="*/ 61323 h 538043"/>
                <a:gd name="csX63" fmla="*/ 1600322 w 2950791"/>
                <a:gd name="csY63" fmla="*/ 119447 h 538043"/>
                <a:gd name="csX64" fmla="*/ 1733155 w 2950791"/>
                <a:gd name="csY64" fmla="*/ 119447 h 538043"/>
                <a:gd name="csX65" fmla="*/ 1733155 w 2950791"/>
                <a:gd name="csY65" fmla="*/ 175437 h 538043"/>
                <a:gd name="csX66" fmla="*/ 1600322 w 2950791"/>
                <a:gd name="csY66" fmla="*/ 175437 h 538043"/>
                <a:gd name="csX67" fmla="*/ 1600322 w 2950791"/>
                <a:gd name="csY67" fmla="*/ 235161 h 538043"/>
                <a:gd name="csX68" fmla="*/ 1753186 w 2950791"/>
                <a:gd name="csY68" fmla="*/ 235161 h 538043"/>
                <a:gd name="csX69" fmla="*/ 1753186 w 2950791"/>
                <a:gd name="csY69" fmla="*/ 291152 h 538043"/>
                <a:gd name="csX70" fmla="*/ 1538650 w 2950791"/>
                <a:gd name="csY70" fmla="*/ 291152 h 538043"/>
                <a:gd name="csX71" fmla="*/ 1972466 w 2950791"/>
                <a:gd name="csY71" fmla="*/ 295418 h 538043"/>
                <a:gd name="csX72" fmla="*/ 1824346 w 2950791"/>
                <a:gd name="csY72" fmla="*/ 148775 h 538043"/>
                <a:gd name="csX73" fmla="*/ 1824346 w 2950791"/>
                <a:gd name="csY73" fmla="*/ 147709 h 538043"/>
                <a:gd name="csX74" fmla="*/ 1971939 w 2950791"/>
                <a:gd name="csY74" fmla="*/ 0 h 538043"/>
                <a:gd name="csX75" fmla="*/ 2082633 w 2950791"/>
                <a:gd name="csY75" fmla="*/ 38927 h 538043"/>
                <a:gd name="csX76" fmla="*/ 2043626 w 2950791"/>
                <a:gd name="csY76" fmla="*/ 86386 h 538043"/>
                <a:gd name="csX77" fmla="*/ 1969830 w 2950791"/>
                <a:gd name="csY77" fmla="*/ 57590 h 538043"/>
                <a:gd name="csX78" fmla="*/ 1888654 w 2950791"/>
                <a:gd name="csY78" fmla="*/ 146642 h 538043"/>
                <a:gd name="csX79" fmla="*/ 1888654 w 2950791"/>
                <a:gd name="csY79" fmla="*/ 147709 h 538043"/>
                <a:gd name="csX80" fmla="*/ 1974047 w 2950791"/>
                <a:gd name="csY80" fmla="*/ 237827 h 538043"/>
                <a:gd name="csX81" fmla="*/ 2032557 w 2950791"/>
                <a:gd name="csY81" fmla="*/ 220763 h 538043"/>
                <a:gd name="csX82" fmla="*/ 2032557 w 2950791"/>
                <a:gd name="csY82" fmla="*/ 180237 h 538043"/>
                <a:gd name="csX83" fmla="*/ 1970357 w 2950791"/>
                <a:gd name="csY83" fmla="*/ 180237 h 538043"/>
                <a:gd name="csX84" fmla="*/ 1970357 w 2950791"/>
                <a:gd name="csY84" fmla="*/ 125846 h 538043"/>
                <a:gd name="csX85" fmla="*/ 2092648 w 2950791"/>
                <a:gd name="csY85" fmla="*/ 125846 h 538043"/>
                <a:gd name="csX86" fmla="*/ 2092648 w 2950791"/>
                <a:gd name="csY86" fmla="*/ 249558 h 538043"/>
                <a:gd name="csX87" fmla="*/ 1972466 w 2950791"/>
                <a:gd name="csY87" fmla="*/ 294884 h 538043"/>
                <a:gd name="csX88" fmla="*/ 2189637 w 2950791"/>
                <a:gd name="csY88" fmla="*/ 290618 h 538043"/>
                <a:gd name="csX89" fmla="*/ 2251837 w 2950791"/>
                <a:gd name="csY89" fmla="*/ 290618 h 538043"/>
                <a:gd name="csX90" fmla="*/ 2251837 w 2950791"/>
                <a:gd name="csY90" fmla="*/ 5332 h 538043"/>
                <a:gd name="csX91" fmla="*/ 2189637 w 2950791"/>
                <a:gd name="csY91" fmla="*/ 5332 h 538043"/>
                <a:gd name="csX92" fmla="*/ 2189637 w 2950791"/>
                <a:gd name="csY92" fmla="*/ 290618 h 538043"/>
                <a:gd name="csX93" fmla="*/ 2476388 w 2950791"/>
                <a:gd name="csY93" fmla="*/ 78920 h 538043"/>
                <a:gd name="csX94" fmla="*/ 2438963 w 2950791"/>
                <a:gd name="csY94" fmla="*/ 171172 h 538043"/>
                <a:gd name="csX95" fmla="*/ 2513813 w 2950791"/>
                <a:gd name="csY95" fmla="*/ 171172 h 538043"/>
                <a:gd name="csX96" fmla="*/ 2476388 w 2950791"/>
                <a:gd name="csY96" fmla="*/ 78920 h 538043"/>
                <a:gd name="csX97" fmla="*/ 2561781 w 2950791"/>
                <a:gd name="csY97" fmla="*/ 290618 h 538043"/>
                <a:gd name="csX98" fmla="*/ 2530154 w 2950791"/>
                <a:gd name="csY98" fmla="*/ 226629 h 538043"/>
                <a:gd name="csX99" fmla="*/ 2416824 w 2950791"/>
                <a:gd name="csY99" fmla="*/ 226629 h 538043"/>
                <a:gd name="csX100" fmla="*/ 2390995 w 2950791"/>
                <a:gd name="csY100" fmla="*/ 290618 h 538043"/>
                <a:gd name="csX101" fmla="*/ 2327741 w 2950791"/>
                <a:gd name="csY101" fmla="*/ 290618 h 538043"/>
                <a:gd name="csX102" fmla="*/ 2448451 w 2950791"/>
                <a:gd name="csY102" fmla="*/ 3199 h 538043"/>
                <a:gd name="csX103" fmla="*/ 2505379 w 2950791"/>
                <a:gd name="csY103" fmla="*/ 3199 h 538043"/>
                <a:gd name="csX104" fmla="*/ 2626089 w 2950791"/>
                <a:gd name="csY104" fmla="*/ 290618 h 538043"/>
                <a:gd name="csX105" fmla="*/ 2561254 w 2950791"/>
                <a:gd name="csY105" fmla="*/ 290618 h 538043"/>
                <a:gd name="csX106" fmla="*/ 2898080 w 2950791"/>
                <a:gd name="csY106" fmla="*/ 290618 h 538043"/>
                <a:gd name="csX107" fmla="*/ 2761557 w 2950791"/>
                <a:gd name="csY107" fmla="*/ 109315 h 538043"/>
                <a:gd name="csX108" fmla="*/ 2761557 w 2950791"/>
                <a:gd name="csY108" fmla="*/ 290618 h 538043"/>
                <a:gd name="csX109" fmla="*/ 2700412 w 2950791"/>
                <a:gd name="csY109" fmla="*/ 290618 h 538043"/>
                <a:gd name="csX110" fmla="*/ 2700412 w 2950791"/>
                <a:gd name="csY110" fmla="*/ 5332 h 538043"/>
                <a:gd name="csX111" fmla="*/ 2757341 w 2950791"/>
                <a:gd name="csY111" fmla="*/ 5332 h 538043"/>
                <a:gd name="csX112" fmla="*/ 2889646 w 2950791"/>
                <a:gd name="csY112" fmla="*/ 180770 h 538043"/>
                <a:gd name="csX113" fmla="*/ 2889646 w 2950791"/>
                <a:gd name="csY113" fmla="*/ 5332 h 538043"/>
                <a:gd name="csX114" fmla="*/ 2950792 w 2950791"/>
                <a:gd name="csY114" fmla="*/ 5332 h 538043"/>
                <a:gd name="csX115" fmla="*/ 2950792 w 2950791"/>
                <a:gd name="csY115" fmla="*/ 290618 h 538043"/>
                <a:gd name="csX116" fmla="*/ 2898080 w 2950791"/>
                <a:gd name="csY116" fmla="*/ 290618 h 538043"/>
                <a:gd name="csX117" fmla="*/ 795417 w 2950791"/>
                <a:gd name="csY117" fmla="*/ 537511 h 538043"/>
                <a:gd name="csX118" fmla="*/ 723202 w 2950791"/>
                <a:gd name="csY118" fmla="*/ 464456 h 538043"/>
                <a:gd name="csX119" fmla="*/ 723202 w 2950791"/>
                <a:gd name="csY119" fmla="*/ 464456 h 538043"/>
                <a:gd name="csX120" fmla="*/ 796471 w 2950791"/>
                <a:gd name="csY120" fmla="*/ 390335 h 538043"/>
                <a:gd name="csX121" fmla="*/ 851818 w 2950791"/>
                <a:gd name="csY121" fmla="*/ 412198 h 538043"/>
                <a:gd name="csX122" fmla="*/ 831788 w 2950791"/>
                <a:gd name="csY122" fmla="*/ 435128 h 538043"/>
                <a:gd name="csX123" fmla="*/ 795944 w 2950791"/>
                <a:gd name="csY123" fmla="*/ 419130 h 538043"/>
                <a:gd name="csX124" fmla="*/ 755356 w 2950791"/>
                <a:gd name="csY124" fmla="*/ 463390 h 538043"/>
                <a:gd name="csX125" fmla="*/ 755356 w 2950791"/>
                <a:gd name="csY125" fmla="*/ 463390 h 538043"/>
                <a:gd name="csX126" fmla="*/ 795944 w 2950791"/>
                <a:gd name="csY126" fmla="*/ 508715 h 538043"/>
                <a:gd name="csX127" fmla="*/ 832842 w 2950791"/>
                <a:gd name="csY127" fmla="*/ 492185 h 538043"/>
                <a:gd name="csX128" fmla="*/ 852346 w 2950791"/>
                <a:gd name="csY128" fmla="*/ 512448 h 538043"/>
                <a:gd name="csX129" fmla="*/ 794363 w 2950791"/>
                <a:gd name="csY129" fmla="*/ 538044 h 5380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2950791" h="538043">
                  <a:moveTo>
                    <a:pt x="197668" y="290618"/>
                  </a:moveTo>
                  <a:lnTo>
                    <a:pt x="61145" y="109315"/>
                  </a:lnTo>
                  <a:lnTo>
                    <a:pt x="61145" y="290618"/>
                  </a:lnTo>
                  <a:lnTo>
                    <a:pt x="0" y="290618"/>
                  </a:lnTo>
                  <a:lnTo>
                    <a:pt x="0" y="5332"/>
                  </a:lnTo>
                  <a:lnTo>
                    <a:pt x="56928" y="5332"/>
                  </a:lnTo>
                  <a:lnTo>
                    <a:pt x="189234" y="180770"/>
                  </a:lnTo>
                  <a:lnTo>
                    <a:pt x="189234" y="5332"/>
                  </a:lnTo>
                  <a:lnTo>
                    <a:pt x="250380" y="5332"/>
                  </a:lnTo>
                  <a:lnTo>
                    <a:pt x="250380" y="290618"/>
                  </a:lnTo>
                  <a:lnTo>
                    <a:pt x="197668" y="290618"/>
                  </a:lnTo>
                  <a:moveTo>
                    <a:pt x="580354" y="148242"/>
                  </a:moveTo>
                  <a:cubicBezTo>
                    <a:pt x="580354" y="99184"/>
                    <a:pt x="545037" y="58657"/>
                    <a:pt x="494961" y="58657"/>
                  </a:cubicBezTo>
                  <a:cubicBezTo>
                    <a:pt x="444885" y="58657"/>
                    <a:pt x="410623" y="98650"/>
                    <a:pt x="410623" y="147709"/>
                  </a:cubicBezTo>
                  <a:lnTo>
                    <a:pt x="410623" y="148775"/>
                  </a:lnTo>
                  <a:cubicBezTo>
                    <a:pt x="410623" y="197834"/>
                    <a:pt x="445940" y="238360"/>
                    <a:pt x="496016" y="238360"/>
                  </a:cubicBezTo>
                  <a:cubicBezTo>
                    <a:pt x="546092" y="238360"/>
                    <a:pt x="580354" y="198367"/>
                    <a:pt x="580354" y="149842"/>
                  </a:cubicBezTo>
                  <a:lnTo>
                    <a:pt x="580354" y="148775"/>
                  </a:lnTo>
                  <a:close/>
                  <a:moveTo>
                    <a:pt x="495488" y="295418"/>
                  </a:moveTo>
                  <a:cubicBezTo>
                    <a:pt x="408514" y="295418"/>
                    <a:pt x="346315" y="229828"/>
                    <a:pt x="346315" y="148775"/>
                  </a:cubicBezTo>
                  <a:lnTo>
                    <a:pt x="346315" y="147709"/>
                  </a:lnTo>
                  <a:cubicBezTo>
                    <a:pt x="346315" y="66656"/>
                    <a:pt x="409569" y="0"/>
                    <a:pt x="496543" y="0"/>
                  </a:cubicBezTo>
                  <a:cubicBezTo>
                    <a:pt x="583517" y="0"/>
                    <a:pt x="645716" y="65589"/>
                    <a:pt x="645716" y="146642"/>
                  </a:cubicBezTo>
                  <a:lnTo>
                    <a:pt x="645716" y="147709"/>
                  </a:lnTo>
                  <a:cubicBezTo>
                    <a:pt x="645716" y="228762"/>
                    <a:pt x="582462" y="294884"/>
                    <a:pt x="495488" y="294884"/>
                  </a:cubicBezTo>
                  <a:moveTo>
                    <a:pt x="905584" y="102916"/>
                  </a:moveTo>
                  <a:cubicBezTo>
                    <a:pt x="905584" y="76254"/>
                    <a:pt x="887135" y="62390"/>
                    <a:pt x="857090" y="62390"/>
                  </a:cubicBezTo>
                  <a:lnTo>
                    <a:pt x="795417" y="62390"/>
                  </a:lnTo>
                  <a:lnTo>
                    <a:pt x="795417" y="144509"/>
                  </a:lnTo>
                  <a:lnTo>
                    <a:pt x="858144" y="144509"/>
                  </a:lnTo>
                  <a:cubicBezTo>
                    <a:pt x="888189" y="144509"/>
                    <a:pt x="905584" y="127979"/>
                    <a:pt x="905584" y="103983"/>
                  </a:cubicBezTo>
                  <a:lnTo>
                    <a:pt x="905584" y="102916"/>
                  </a:lnTo>
                  <a:close/>
                  <a:moveTo>
                    <a:pt x="904530" y="290618"/>
                  </a:moveTo>
                  <a:lnTo>
                    <a:pt x="843912" y="199434"/>
                  </a:lnTo>
                  <a:lnTo>
                    <a:pt x="795417" y="199434"/>
                  </a:lnTo>
                  <a:lnTo>
                    <a:pt x="795417" y="290618"/>
                  </a:lnTo>
                  <a:lnTo>
                    <a:pt x="733745" y="290618"/>
                  </a:lnTo>
                  <a:lnTo>
                    <a:pt x="733745" y="5332"/>
                  </a:lnTo>
                  <a:lnTo>
                    <a:pt x="862361" y="5332"/>
                  </a:lnTo>
                  <a:cubicBezTo>
                    <a:pt x="928777" y="5332"/>
                    <a:pt x="968838" y="40527"/>
                    <a:pt x="968838" y="99184"/>
                  </a:cubicBezTo>
                  <a:lnTo>
                    <a:pt x="968838" y="100250"/>
                  </a:lnTo>
                  <a:cubicBezTo>
                    <a:pt x="968838" y="146109"/>
                    <a:pt x="944064" y="174904"/>
                    <a:pt x="908220" y="188769"/>
                  </a:cubicBezTo>
                  <a:lnTo>
                    <a:pt x="977272" y="290618"/>
                  </a:lnTo>
                  <a:lnTo>
                    <a:pt x="904530" y="290618"/>
                  </a:lnTo>
                  <a:moveTo>
                    <a:pt x="1368391" y="292751"/>
                  </a:moveTo>
                  <a:lnTo>
                    <a:pt x="1314626" y="292751"/>
                  </a:lnTo>
                  <a:lnTo>
                    <a:pt x="1250845" y="106116"/>
                  </a:lnTo>
                  <a:lnTo>
                    <a:pt x="1187064" y="292751"/>
                  </a:lnTo>
                  <a:lnTo>
                    <a:pt x="1133298" y="292751"/>
                  </a:lnTo>
                  <a:lnTo>
                    <a:pt x="1036836" y="5332"/>
                  </a:lnTo>
                  <a:lnTo>
                    <a:pt x="1103252" y="5332"/>
                  </a:lnTo>
                  <a:lnTo>
                    <a:pt x="1161762" y="198367"/>
                  </a:lnTo>
                  <a:lnTo>
                    <a:pt x="1225016" y="4266"/>
                  </a:lnTo>
                  <a:lnTo>
                    <a:pt x="1278255" y="4266"/>
                  </a:lnTo>
                  <a:lnTo>
                    <a:pt x="1341509" y="198367"/>
                  </a:lnTo>
                  <a:lnTo>
                    <a:pt x="1400018" y="5332"/>
                  </a:lnTo>
                  <a:lnTo>
                    <a:pt x="1464854" y="5332"/>
                  </a:lnTo>
                  <a:lnTo>
                    <a:pt x="1368919" y="292751"/>
                  </a:lnTo>
                  <a:moveTo>
                    <a:pt x="1538650" y="290618"/>
                  </a:moveTo>
                  <a:lnTo>
                    <a:pt x="1538650" y="5332"/>
                  </a:lnTo>
                  <a:lnTo>
                    <a:pt x="1751077" y="5332"/>
                  </a:lnTo>
                  <a:lnTo>
                    <a:pt x="1751077" y="61323"/>
                  </a:lnTo>
                  <a:lnTo>
                    <a:pt x="1600322" y="61323"/>
                  </a:lnTo>
                  <a:lnTo>
                    <a:pt x="1600322" y="119447"/>
                  </a:lnTo>
                  <a:lnTo>
                    <a:pt x="1733155" y="119447"/>
                  </a:lnTo>
                  <a:lnTo>
                    <a:pt x="1733155" y="175437"/>
                  </a:lnTo>
                  <a:lnTo>
                    <a:pt x="1600322" y="175437"/>
                  </a:lnTo>
                  <a:lnTo>
                    <a:pt x="1600322" y="235161"/>
                  </a:lnTo>
                  <a:lnTo>
                    <a:pt x="1753186" y="235161"/>
                  </a:lnTo>
                  <a:lnTo>
                    <a:pt x="1753186" y="291152"/>
                  </a:lnTo>
                  <a:lnTo>
                    <a:pt x="1538650" y="291152"/>
                  </a:lnTo>
                  <a:moveTo>
                    <a:pt x="1972466" y="295418"/>
                  </a:moveTo>
                  <a:cubicBezTo>
                    <a:pt x="1884437" y="295418"/>
                    <a:pt x="1824346" y="233028"/>
                    <a:pt x="1824346" y="148775"/>
                  </a:cubicBezTo>
                  <a:lnTo>
                    <a:pt x="1824346" y="147709"/>
                  </a:lnTo>
                  <a:cubicBezTo>
                    <a:pt x="1824346" y="66656"/>
                    <a:pt x="1886546" y="0"/>
                    <a:pt x="1971939" y="0"/>
                  </a:cubicBezTo>
                  <a:cubicBezTo>
                    <a:pt x="2022542" y="0"/>
                    <a:pt x="2053114" y="13864"/>
                    <a:pt x="2082633" y="38927"/>
                  </a:cubicBezTo>
                  <a:lnTo>
                    <a:pt x="2043626" y="86386"/>
                  </a:lnTo>
                  <a:cubicBezTo>
                    <a:pt x="2022015" y="68255"/>
                    <a:pt x="2002511" y="57590"/>
                    <a:pt x="1969830" y="57590"/>
                  </a:cubicBezTo>
                  <a:cubicBezTo>
                    <a:pt x="1924498" y="57590"/>
                    <a:pt x="1888654" y="98117"/>
                    <a:pt x="1888654" y="146642"/>
                  </a:cubicBezTo>
                  <a:lnTo>
                    <a:pt x="1888654" y="147709"/>
                  </a:lnTo>
                  <a:cubicBezTo>
                    <a:pt x="1888654" y="199967"/>
                    <a:pt x="1923971" y="237827"/>
                    <a:pt x="1974047" y="237827"/>
                  </a:cubicBezTo>
                  <a:cubicBezTo>
                    <a:pt x="1996713" y="237827"/>
                    <a:pt x="2016743" y="231961"/>
                    <a:pt x="2032557" y="220763"/>
                  </a:cubicBezTo>
                  <a:lnTo>
                    <a:pt x="2032557" y="180237"/>
                  </a:lnTo>
                  <a:lnTo>
                    <a:pt x="1970357" y="180237"/>
                  </a:lnTo>
                  <a:lnTo>
                    <a:pt x="1970357" y="125846"/>
                  </a:lnTo>
                  <a:lnTo>
                    <a:pt x="2092648" y="125846"/>
                  </a:lnTo>
                  <a:lnTo>
                    <a:pt x="2092648" y="249558"/>
                  </a:lnTo>
                  <a:cubicBezTo>
                    <a:pt x="2063657" y="274621"/>
                    <a:pt x="2023596" y="294884"/>
                    <a:pt x="1972466" y="294884"/>
                  </a:cubicBezTo>
                  <a:moveTo>
                    <a:pt x="2189637" y="290618"/>
                  </a:moveTo>
                  <a:lnTo>
                    <a:pt x="2251837" y="290618"/>
                  </a:lnTo>
                  <a:lnTo>
                    <a:pt x="2251837" y="5332"/>
                  </a:lnTo>
                  <a:lnTo>
                    <a:pt x="2189637" y="5332"/>
                  </a:lnTo>
                  <a:cubicBezTo>
                    <a:pt x="2189637" y="5332"/>
                    <a:pt x="2189637" y="290618"/>
                    <a:pt x="2189637" y="290618"/>
                  </a:cubicBezTo>
                  <a:close/>
                  <a:moveTo>
                    <a:pt x="2476388" y="78920"/>
                  </a:moveTo>
                  <a:lnTo>
                    <a:pt x="2438963" y="171172"/>
                  </a:lnTo>
                  <a:lnTo>
                    <a:pt x="2513813" y="171172"/>
                  </a:lnTo>
                  <a:cubicBezTo>
                    <a:pt x="2513813" y="171172"/>
                    <a:pt x="2476388" y="78920"/>
                    <a:pt x="2476388" y="78920"/>
                  </a:cubicBezTo>
                  <a:close/>
                  <a:moveTo>
                    <a:pt x="2561781" y="290618"/>
                  </a:moveTo>
                  <a:lnTo>
                    <a:pt x="2530154" y="226629"/>
                  </a:lnTo>
                  <a:lnTo>
                    <a:pt x="2416824" y="226629"/>
                  </a:lnTo>
                  <a:lnTo>
                    <a:pt x="2390995" y="290618"/>
                  </a:lnTo>
                  <a:lnTo>
                    <a:pt x="2327741" y="290618"/>
                  </a:lnTo>
                  <a:lnTo>
                    <a:pt x="2448451" y="3199"/>
                  </a:lnTo>
                  <a:lnTo>
                    <a:pt x="2505379" y="3199"/>
                  </a:lnTo>
                  <a:lnTo>
                    <a:pt x="2626089" y="290618"/>
                  </a:lnTo>
                  <a:lnTo>
                    <a:pt x="2561254" y="290618"/>
                  </a:lnTo>
                  <a:moveTo>
                    <a:pt x="2898080" y="290618"/>
                  </a:moveTo>
                  <a:lnTo>
                    <a:pt x="2761557" y="109315"/>
                  </a:lnTo>
                  <a:lnTo>
                    <a:pt x="2761557" y="290618"/>
                  </a:lnTo>
                  <a:lnTo>
                    <a:pt x="2700412" y="290618"/>
                  </a:lnTo>
                  <a:lnTo>
                    <a:pt x="2700412" y="5332"/>
                  </a:lnTo>
                  <a:lnTo>
                    <a:pt x="2757341" y="5332"/>
                  </a:lnTo>
                  <a:lnTo>
                    <a:pt x="2889646" y="180770"/>
                  </a:lnTo>
                  <a:lnTo>
                    <a:pt x="2889646" y="5332"/>
                  </a:lnTo>
                  <a:lnTo>
                    <a:pt x="2950792" y="5332"/>
                  </a:lnTo>
                  <a:lnTo>
                    <a:pt x="2950792" y="290618"/>
                  </a:lnTo>
                  <a:lnTo>
                    <a:pt x="2898080" y="290618"/>
                  </a:lnTo>
                  <a:moveTo>
                    <a:pt x="795417" y="537511"/>
                  </a:moveTo>
                  <a:cubicBezTo>
                    <a:pt x="753775" y="537511"/>
                    <a:pt x="723202" y="504983"/>
                    <a:pt x="723202" y="464456"/>
                  </a:cubicBezTo>
                  <a:lnTo>
                    <a:pt x="723202" y="464456"/>
                  </a:lnTo>
                  <a:cubicBezTo>
                    <a:pt x="723202" y="423396"/>
                    <a:pt x="753248" y="390335"/>
                    <a:pt x="796471" y="390335"/>
                  </a:cubicBezTo>
                  <a:cubicBezTo>
                    <a:pt x="823354" y="390335"/>
                    <a:pt x="839168" y="399400"/>
                    <a:pt x="851818" y="412198"/>
                  </a:cubicBezTo>
                  <a:lnTo>
                    <a:pt x="831788" y="435128"/>
                  </a:lnTo>
                  <a:cubicBezTo>
                    <a:pt x="821246" y="424996"/>
                    <a:pt x="809649" y="419130"/>
                    <a:pt x="795944" y="419130"/>
                  </a:cubicBezTo>
                  <a:cubicBezTo>
                    <a:pt x="772224" y="419130"/>
                    <a:pt x="755356" y="439394"/>
                    <a:pt x="755356" y="463390"/>
                  </a:cubicBezTo>
                  <a:lnTo>
                    <a:pt x="755356" y="463390"/>
                  </a:lnTo>
                  <a:cubicBezTo>
                    <a:pt x="755356" y="487919"/>
                    <a:pt x="772224" y="508715"/>
                    <a:pt x="795944" y="508715"/>
                  </a:cubicBezTo>
                  <a:cubicBezTo>
                    <a:pt x="812285" y="508715"/>
                    <a:pt x="821773" y="502316"/>
                    <a:pt x="832842" y="492185"/>
                  </a:cubicBezTo>
                  <a:lnTo>
                    <a:pt x="852346" y="512448"/>
                  </a:lnTo>
                  <a:cubicBezTo>
                    <a:pt x="837586" y="528445"/>
                    <a:pt x="821773" y="538044"/>
                    <a:pt x="794363" y="538044"/>
                  </a:cubicBezTo>
                </a:path>
              </a:pathLst>
            </a:custGeom>
            <a:solidFill>
              <a:schemeClr val="bg1"/>
            </a:solidFill>
            <a:ln w="52552" cap="flat">
              <a:noFill/>
              <a:prstDash val="solid"/>
              <a:miter/>
            </a:ln>
          </p:spPr>
          <p:txBody>
            <a:bodyPr/>
            <a:lstStyle/>
            <a:p>
              <a:pPr defTabSz="1097280"/>
              <a:endParaRPr lang="en-US" sz="2160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A0F1EBC-CBD9-CBDF-D9A8-382C5B3A32EB}"/>
                </a:ext>
              </a:extLst>
            </p:cNvPr>
            <p:cNvSpPr/>
            <p:nvPr/>
          </p:nvSpPr>
          <p:spPr>
            <a:xfrm>
              <a:off x="1711568" y="2547991"/>
              <a:ext cx="1329384" cy="146642"/>
            </a:xfrm>
            <a:custGeom>
              <a:avLst/>
              <a:gdLst>
                <a:gd name="csX0" fmla="*/ 85920 w 1329384"/>
                <a:gd name="csY0" fmla="*/ 50658 h 146642"/>
                <a:gd name="csX1" fmla="*/ 61673 w 1329384"/>
                <a:gd name="csY1" fmla="*/ 30395 h 146642"/>
                <a:gd name="csX2" fmla="*/ 31100 w 1329384"/>
                <a:gd name="csY2" fmla="*/ 30395 h 146642"/>
                <a:gd name="csX3" fmla="*/ 31100 w 1329384"/>
                <a:gd name="csY3" fmla="*/ 71455 h 146642"/>
                <a:gd name="csX4" fmla="*/ 62727 w 1329384"/>
                <a:gd name="csY4" fmla="*/ 71455 h 146642"/>
                <a:gd name="csX5" fmla="*/ 86447 w 1329384"/>
                <a:gd name="csY5" fmla="*/ 51191 h 146642"/>
                <a:gd name="csX6" fmla="*/ 86447 w 1329384"/>
                <a:gd name="csY6" fmla="*/ 51191 h 146642"/>
                <a:gd name="csX7" fmla="*/ 85393 w 1329384"/>
                <a:gd name="csY7" fmla="*/ 144509 h 146642"/>
                <a:gd name="csX8" fmla="*/ 55347 w 1329384"/>
                <a:gd name="csY8" fmla="*/ 98650 h 146642"/>
                <a:gd name="csX9" fmla="*/ 31100 w 1329384"/>
                <a:gd name="csY9" fmla="*/ 98650 h 146642"/>
                <a:gd name="csX10" fmla="*/ 31100 w 1329384"/>
                <a:gd name="csY10" fmla="*/ 144509 h 146642"/>
                <a:gd name="csX11" fmla="*/ 0 w 1329384"/>
                <a:gd name="csY11" fmla="*/ 144509 h 146642"/>
                <a:gd name="csX12" fmla="*/ 0 w 1329384"/>
                <a:gd name="csY12" fmla="*/ 2133 h 146642"/>
                <a:gd name="csX13" fmla="*/ 64308 w 1329384"/>
                <a:gd name="csY13" fmla="*/ 2133 h 146642"/>
                <a:gd name="csX14" fmla="*/ 117547 w 1329384"/>
                <a:gd name="csY14" fmla="*/ 49059 h 146642"/>
                <a:gd name="csX15" fmla="*/ 117547 w 1329384"/>
                <a:gd name="csY15" fmla="*/ 49059 h 146642"/>
                <a:gd name="csX16" fmla="*/ 87501 w 1329384"/>
                <a:gd name="csY16" fmla="*/ 93851 h 146642"/>
                <a:gd name="csX17" fmla="*/ 121764 w 1329384"/>
                <a:gd name="csY17" fmla="*/ 144509 h 146642"/>
                <a:gd name="csX18" fmla="*/ 85393 w 1329384"/>
                <a:gd name="csY18" fmla="*/ 144509 h 146642"/>
                <a:gd name="csX19" fmla="*/ 224551 w 1329384"/>
                <a:gd name="csY19" fmla="*/ 146642 h 146642"/>
                <a:gd name="csX20" fmla="*/ 163406 w 1329384"/>
                <a:gd name="csY20" fmla="*/ 83186 h 146642"/>
                <a:gd name="csX21" fmla="*/ 163406 w 1329384"/>
                <a:gd name="csY21" fmla="*/ 1600 h 146642"/>
                <a:gd name="csX22" fmla="*/ 194506 w 1329384"/>
                <a:gd name="csY22" fmla="*/ 1600 h 146642"/>
                <a:gd name="csX23" fmla="*/ 194506 w 1329384"/>
                <a:gd name="csY23" fmla="*/ 82120 h 146642"/>
                <a:gd name="csX24" fmla="*/ 225078 w 1329384"/>
                <a:gd name="csY24" fmla="*/ 117314 h 146642"/>
                <a:gd name="csX25" fmla="*/ 255651 w 1329384"/>
                <a:gd name="csY25" fmla="*/ 83186 h 146642"/>
                <a:gd name="csX26" fmla="*/ 255651 w 1329384"/>
                <a:gd name="csY26" fmla="*/ 1600 h 146642"/>
                <a:gd name="csX27" fmla="*/ 286751 w 1329384"/>
                <a:gd name="csY27" fmla="*/ 1600 h 146642"/>
                <a:gd name="csX28" fmla="*/ 286751 w 1329384"/>
                <a:gd name="csY28" fmla="*/ 82120 h 146642"/>
                <a:gd name="csX29" fmla="*/ 225078 w 1329384"/>
                <a:gd name="csY29" fmla="*/ 146642 h 146642"/>
                <a:gd name="csX30" fmla="*/ 339462 w 1329384"/>
                <a:gd name="csY30" fmla="*/ 144509 h 146642"/>
                <a:gd name="csX31" fmla="*/ 370562 w 1329384"/>
                <a:gd name="csY31" fmla="*/ 144509 h 146642"/>
                <a:gd name="csX32" fmla="*/ 370562 w 1329384"/>
                <a:gd name="csY32" fmla="*/ 2133 h 146642"/>
                <a:gd name="csX33" fmla="*/ 339462 w 1329384"/>
                <a:gd name="csY33" fmla="*/ 2133 h 146642"/>
                <a:gd name="csX34" fmla="*/ 339462 w 1329384"/>
                <a:gd name="csY34" fmla="*/ 144509 h 146642"/>
                <a:gd name="csX35" fmla="*/ 475985 w 1329384"/>
                <a:gd name="csY35" fmla="*/ 146642 h 146642"/>
                <a:gd name="csX36" fmla="*/ 416421 w 1329384"/>
                <a:gd name="csY36" fmla="*/ 123713 h 146642"/>
                <a:gd name="csX37" fmla="*/ 434870 w 1329384"/>
                <a:gd name="csY37" fmla="*/ 101316 h 146642"/>
                <a:gd name="csX38" fmla="*/ 477039 w 1329384"/>
                <a:gd name="csY38" fmla="*/ 118914 h 146642"/>
                <a:gd name="csX39" fmla="*/ 497597 w 1329384"/>
                <a:gd name="csY39" fmla="*/ 105582 h 146642"/>
                <a:gd name="csX40" fmla="*/ 497597 w 1329384"/>
                <a:gd name="csY40" fmla="*/ 105582 h 146642"/>
                <a:gd name="csX41" fmla="*/ 469133 w 1329384"/>
                <a:gd name="csY41" fmla="*/ 86919 h 146642"/>
                <a:gd name="csX42" fmla="*/ 422219 w 1329384"/>
                <a:gd name="csY42" fmla="*/ 43193 h 146642"/>
                <a:gd name="csX43" fmla="*/ 422219 w 1329384"/>
                <a:gd name="csY43" fmla="*/ 43193 h 146642"/>
                <a:gd name="csX44" fmla="*/ 471768 w 1329384"/>
                <a:gd name="csY44" fmla="*/ 0 h 146642"/>
                <a:gd name="csX45" fmla="*/ 523953 w 1329384"/>
                <a:gd name="csY45" fmla="*/ 18130 h 146642"/>
                <a:gd name="csX46" fmla="*/ 507612 w 1329384"/>
                <a:gd name="csY46" fmla="*/ 41593 h 146642"/>
                <a:gd name="csX47" fmla="*/ 470714 w 1329384"/>
                <a:gd name="csY47" fmla="*/ 27729 h 146642"/>
                <a:gd name="csX48" fmla="*/ 452265 w 1329384"/>
                <a:gd name="csY48" fmla="*/ 39993 h 146642"/>
                <a:gd name="csX49" fmla="*/ 452265 w 1329384"/>
                <a:gd name="csY49" fmla="*/ 39993 h 146642"/>
                <a:gd name="csX50" fmla="*/ 482838 w 1329384"/>
                <a:gd name="csY50" fmla="*/ 59190 h 146642"/>
                <a:gd name="csX51" fmla="*/ 527643 w 1329384"/>
                <a:gd name="csY51" fmla="*/ 101850 h 146642"/>
                <a:gd name="csX52" fmla="*/ 527643 w 1329384"/>
                <a:gd name="csY52" fmla="*/ 101850 h 146642"/>
                <a:gd name="csX53" fmla="*/ 475985 w 1329384"/>
                <a:gd name="csY53" fmla="*/ 146642 h 146642"/>
                <a:gd name="csX54" fmla="*/ 574556 w 1329384"/>
                <a:gd name="csY54" fmla="*/ 144509 h 146642"/>
                <a:gd name="csX55" fmla="*/ 574556 w 1329384"/>
                <a:gd name="csY55" fmla="*/ 2133 h 146642"/>
                <a:gd name="csX56" fmla="*/ 681033 w 1329384"/>
                <a:gd name="csY56" fmla="*/ 2133 h 146642"/>
                <a:gd name="csX57" fmla="*/ 681033 w 1329384"/>
                <a:gd name="csY57" fmla="*/ 29862 h 146642"/>
                <a:gd name="csX58" fmla="*/ 605656 w 1329384"/>
                <a:gd name="csY58" fmla="*/ 29862 h 146642"/>
                <a:gd name="csX59" fmla="*/ 605656 w 1329384"/>
                <a:gd name="csY59" fmla="*/ 58657 h 146642"/>
                <a:gd name="csX60" fmla="*/ 672072 w 1329384"/>
                <a:gd name="csY60" fmla="*/ 58657 h 146642"/>
                <a:gd name="csX61" fmla="*/ 672072 w 1329384"/>
                <a:gd name="csY61" fmla="*/ 86386 h 146642"/>
                <a:gd name="csX62" fmla="*/ 605656 w 1329384"/>
                <a:gd name="csY62" fmla="*/ 86386 h 146642"/>
                <a:gd name="csX63" fmla="*/ 605656 w 1329384"/>
                <a:gd name="csY63" fmla="*/ 116247 h 146642"/>
                <a:gd name="csX64" fmla="*/ 682087 w 1329384"/>
                <a:gd name="csY64" fmla="*/ 116247 h 146642"/>
                <a:gd name="csX65" fmla="*/ 682087 w 1329384"/>
                <a:gd name="csY65" fmla="*/ 143976 h 146642"/>
                <a:gd name="csX66" fmla="*/ 574556 w 1329384"/>
                <a:gd name="csY66" fmla="*/ 143976 h 146642"/>
                <a:gd name="csX67" fmla="*/ 810176 w 1329384"/>
                <a:gd name="csY67" fmla="*/ 144509 h 146642"/>
                <a:gd name="csX68" fmla="*/ 810176 w 1329384"/>
                <a:gd name="csY68" fmla="*/ 2133 h 146642"/>
                <a:gd name="csX69" fmla="*/ 841276 w 1329384"/>
                <a:gd name="csY69" fmla="*/ 2133 h 146642"/>
                <a:gd name="csX70" fmla="*/ 841276 w 1329384"/>
                <a:gd name="csY70" fmla="*/ 116247 h 146642"/>
                <a:gd name="csX71" fmla="*/ 911383 w 1329384"/>
                <a:gd name="csY71" fmla="*/ 116247 h 146642"/>
                <a:gd name="csX72" fmla="*/ 911383 w 1329384"/>
                <a:gd name="csY72" fmla="*/ 145042 h 146642"/>
                <a:gd name="csX73" fmla="*/ 810176 w 1329384"/>
                <a:gd name="csY73" fmla="*/ 145042 h 146642"/>
                <a:gd name="csX74" fmla="*/ 956187 w 1329384"/>
                <a:gd name="csY74" fmla="*/ 144509 h 146642"/>
                <a:gd name="csX75" fmla="*/ 987287 w 1329384"/>
                <a:gd name="csY75" fmla="*/ 144509 h 146642"/>
                <a:gd name="csX76" fmla="*/ 987287 w 1329384"/>
                <a:gd name="csY76" fmla="*/ 2133 h 146642"/>
                <a:gd name="csX77" fmla="*/ 956187 w 1329384"/>
                <a:gd name="csY77" fmla="*/ 2133 h 146642"/>
                <a:gd name="csX78" fmla="*/ 956187 w 1329384"/>
                <a:gd name="csY78" fmla="*/ 144509 h 146642"/>
                <a:gd name="csX79" fmla="*/ 1141732 w 1329384"/>
                <a:gd name="csY79" fmla="*/ 144509 h 146642"/>
                <a:gd name="csX80" fmla="*/ 1073734 w 1329384"/>
                <a:gd name="csY80" fmla="*/ 53858 h 146642"/>
                <a:gd name="csX81" fmla="*/ 1073734 w 1329384"/>
                <a:gd name="csY81" fmla="*/ 144509 h 146642"/>
                <a:gd name="csX82" fmla="*/ 1043161 w 1329384"/>
                <a:gd name="csY82" fmla="*/ 144509 h 146642"/>
                <a:gd name="csX83" fmla="*/ 1043161 w 1329384"/>
                <a:gd name="csY83" fmla="*/ 2133 h 146642"/>
                <a:gd name="csX84" fmla="*/ 1071626 w 1329384"/>
                <a:gd name="csY84" fmla="*/ 2133 h 146642"/>
                <a:gd name="csX85" fmla="*/ 1137515 w 1329384"/>
                <a:gd name="csY85" fmla="*/ 90118 h 146642"/>
                <a:gd name="csX86" fmla="*/ 1137515 w 1329384"/>
                <a:gd name="csY86" fmla="*/ 2133 h 146642"/>
                <a:gd name="csX87" fmla="*/ 1168088 w 1329384"/>
                <a:gd name="csY87" fmla="*/ 2133 h 146642"/>
                <a:gd name="csX88" fmla="*/ 1168088 w 1329384"/>
                <a:gd name="csY88" fmla="*/ 144509 h 146642"/>
                <a:gd name="csX89" fmla="*/ 1141732 w 1329384"/>
                <a:gd name="csY89" fmla="*/ 144509 h 146642"/>
                <a:gd name="csX90" fmla="*/ 1221853 w 1329384"/>
                <a:gd name="csY90" fmla="*/ 144509 h 146642"/>
                <a:gd name="csX91" fmla="*/ 1221853 w 1329384"/>
                <a:gd name="csY91" fmla="*/ 2133 h 146642"/>
                <a:gd name="csX92" fmla="*/ 1328331 w 1329384"/>
                <a:gd name="csY92" fmla="*/ 2133 h 146642"/>
                <a:gd name="csX93" fmla="*/ 1328331 w 1329384"/>
                <a:gd name="csY93" fmla="*/ 29862 h 146642"/>
                <a:gd name="csX94" fmla="*/ 1252953 w 1329384"/>
                <a:gd name="csY94" fmla="*/ 29862 h 146642"/>
                <a:gd name="csX95" fmla="*/ 1252953 w 1329384"/>
                <a:gd name="csY95" fmla="*/ 58657 h 146642"/>
                <a:gd name="csX96" fmla="*/ 1319370 w 1329384"/>
                <a:gd name="csY96" fmla="*/ 58657 h 146642"/>
                <a:gd name="csX97" fmla="*/ 1319370 w 1329384"/>
                <a:gd name="csY97" fmla="*/ 86386 h 146642"/>
                <a:gd name="csX98" fmla="*/ 1252953 w 1329384"/>
                <a:gd name="csY98" fmla="*/ 86386 h 146642"/>
                <a:gd name="csX99" fmla="*/ 1252953 w 1329384"/>
                <a:gd name="csY99" fmla="*/ 116247 h 146642"/>
                <a:gd name="csX100" fmla="*/ 1329385 w 1329384"/>
                <a:gd name="csY100" fmla="*/ 116247 h 146642"/>
                <a:gd name="csX101" fmla="*/ 1329385 w 1329384"/>
                <a:gd name="csY101" fmla="*/ 143976 h 146642"/>
                <a:gd name="csX102" fmla="*/ 1221853 w 1329384"/>
                <a:gd name="csY102" fmla="*/ 143976 h 1466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</a:cxnLst>
              <a:rect l="l" t="t" r="r" b="b"/>
              <a:pathLst>
                <a:path w="1329384" h="146642">
                  <a:moveTo>
                    <a:pt x="85920" y="50658"/>
                  </a:moveTo>
                  <a:cubicBezTo>
                    <a:pt x="85920" y="37327"/>
                    <a:pt x="76432" y="30395"/>
                    <a:pt x="61673" y="30395"/>
                  </a:cubicBezTo>
                  <a:lnTo>
                    <a:pt x="31100" y="30395"/>
                  </a:lnTo>
                  <a:lnTo>
                    <a:pt x="31100" y="71455"/>
                  </a:lnTo>
                  <a:lnTo>
                    <a:pt x="62727" y="71455"/>
                  </a:lnTo>
                  <a:cubicBezTo>
                    <a:pt x="78013" y="71455"/>
                    <a:pt x="86447" y="63456"/>
                    <a:pt x="86447" y="51191"/>
                  </a:cubicBezTo>
                  <a:lnTo>
                    <a:pt x="86447" y="51191"/>
                  </a:lnTo>
                  <a:close/>
                  <a:moveTo>
                    <a:pt x="85393" y="144509"/>
                  </a:moveTo>
                  <a:lnTo>
                    <a:pt x="55347" y="98650"/>
                  </a:lnTo>
                  <a:lnTo>
                    <a:pt x="31100" y="98650"/>
                  </a:lnTo>
                  <a:lnTo>
                    <a:pt x="31100" y="144509"/>
                  </a:lnTo>
                  <a:lnTo>
                    <a:pt x="0" y="144509"/>
                  </a:lnTo>
                  <a:lnTo>
                    <a:pt x="0" y="2133"/>
                  </a:lnTo>
                  <a:lnTo>
                    <a:pt x="64308" y="2133"/>
                  </a:lnTo>
                  <a:cubicBezTo>
                    <a:pt x="97516" y="2133"/>
                    <a:pt x="117547" y="19730"/>
                    <a:pt x="117547" y="49059"/>
                  </a:cubicBezTo>
                  <a:lnTo>
                    <a:pt x="117547" y="49059"/>
                  </a:lnTo>
                  <a:cubicBezTo>
                    <a:pt x="117547" y="72521"/>
                    <a:pt x="105423" y="86919"/>
                    <a:pt x="87501" y="93851"/>
                  </a:cubicBezTo>
                  <a:lnTo>
                    <a:pt x="121764" y="144509"/>
                  </a:lnTo>
                  <a:lnTo>
                    <a:pt x="85393" y="144509"/>
                  </a:lnTo>
                  <a:moveTo>
                    <a:pt x="224551" y="146642"/>
                  </a:moveTo>
                  <a:cubicBezTo>
                    <a:pt x="186599" y="146642"/>
                    <a:pt x="163406" y="125312"/>
                    <a:pt x="163406" y="83186"/>
                  </a:cubicBezTo>
                  <a:lnTo>
                    <a:pt x="163406" y="1600"/>
                  </a:lnTo>
                  <a:lnTo>
                    <a:pt x="194506" y="1600"/>
                  </a:lnTo>
                  <a:lnTo>
                    <a:pt x="194506" y="82120"/>
                  </a:lnTo>
                  <a:cubicBezTo>
                    <a:pt x="194506" y="105582"/>
                    <a:pt x="206102" y="117314"/>
                    <a:pt x="225078" y="117314"/>
                  </a:cubicBezTo>
                  <a:cubicBezTo>
                    <a:pt x="244054" y="117314"/>
                    <a:pt x="255651" y="105582"/>
                    <a:pt x="255651" y="83186"/>
                  </a:cubicBezTo>
                  <a:lnTo>
                    <a:pt x="255651" y="1600"/>
                  </a:lnTo>
                  <a:lnTo>
                    <a:pt x="286751" y="1600"/>
                  </a:lnTo>
                  <a:lnTo>
                    <a:pt x="286751" y="82120"/>
                  </a:lnTo>
                  <a:cubicBezTo>
                    <a:pt x="286751" y="125312"/>
                    <a:pt x="262504" y="146642"/>
                    <a:pt x="225078" y="146642"/>
                  </a:cubicBezTo>
                  <a:moveTo>
                    <a:pt x="339462" y="144509"/>
                  </a:moveTo>
                  <a:lnTo>
                    <a:pt x="370562" y="144509"/>
                  </a:lnTo>
                  <a:lnTo>
                    <a:pt x="370562" y="2133"/>
                  </a:lnTo>
                  <a:lnTo>
                    <a:pt x="339462" y="2133"/>
                  </a:lnTo>
                  <a:lnTo>
                    <a:pt x="339462" y="144509"/>
                  </a:lnTo>
                  <a:close/>
                  <a:moveTo>
                    <a:pt x="475985" y="146642"/>
                  </a:moveTo>
                  <a:cubicBezTo>
                    <a:pt x="454901" y="146642"/>
                    <a:pt x="433289" y="139177"/>
                    <a:pt x="416421" y="123713"/>
                  </a:cubicBezTo>
                  <a:lnTo>
                    <a:pt x="434870" y="101316"/>
                  </a:lnTo>
                  <a:cubicBezTo>
                    <a:pt x="447521" y="111981"/>
                    <a:pt x="460699" y="118914"/>
                    <a:pt x="477039" y="118914"/>
                  </a:cubicBezTo>
                  <a:cubicBezTo>
                    <a:pt x="489690" y="118914"/>
                    <a:pt x="497597" y="113581"/>
                    <a:pt x="497597" y="105582"/>
                  </a:cubicBezTo>
                  <a:lnTo>
                    <a:pt x="497597" y="105582"/>
                  </a:lnTo>
                  <a:cubicBezTo>
                    <a:pt x="497597" y="97051"/>
                    <a:pt x="492853" y="93318"/>
                    <a:pt x="469133" y="86919"/>
                  </a:cubicBezTo>
                  <a:cubicBezTo>
                    <a:pt x="440668" y="79453"/>
                    <a:pt x="422219" y="71455"/>
                    <a:pt x="422219" y="43193"/>
                  </a:cubicBezTo>
                  <a:lnTo>
                    <a:pt x="422219" y="43193"/>
                  </a:lnTo>
                  <a:cubicBezTo>
                    <a:pt x="422219" y="17064"/>
                    <a:pt x="442777" y="0"/>
                    <a:pt x="471768" y="0"/>
                  </a:cubicBezTo>
                  <a:cubicBezTo>
                    <a:pt x="492326" y="0"/>
                    <a:pt x="509721" y="6399"/>
                    <a:pt x="523953" y="18130"/>
                  </a:cubicBezTo>
                  <a:lnTo>
                    <a:pt x="507612" y="41593"/>
                  </a:lnTo>
                  <a:cubicBezTo>
                    <a:pt x="494961" y="32528"/>
                    <a:pt x="482838" y="27729"/>
                    <a:pt x="470714" y="27729"/>
                  </a:cubicBezTo>
                  <a:cubicBezTo>
                    <a:pt x="458590" y="27729"/>
                    <a:pt x="452265" y="33061"/>
                    <a:pt x="452265" y="39993"/>
                  </a:cubicBezTo>
                  <a:lnTo>
                    <a:pt x="452265" y="39993"/>
                  </a:lnTo>
                  <a:cubicBezTo>
                    <a:pt x="452265" y="49592"/>
                    <a:pt x="458590" y="52791"/>
                    <a:pt x="482838" y="59190"/>
                  </a:cubicBezTo>
                  <a:cubicBezTo>
                    <a:pt x="511302" y="66656"/>
                    <a:pt x="527643" y="77320"/>
                    <a:pt x="527643" y="101850"/>
                  </a:cubicBezTo>
                  <a:lnTo>
                    <a:pt x="527643" y="101850"/>
                  </a:lnTo>
                  <a:cubicBezTo>
                    <a:pt x="527643" y="130645"/>
                    <a:pt x="506031" y="146642"/>
                    <a:pt x="475985" y="146642"/>
                  </a:cubicBezTo>
                  <a:moveTo>
                    <a:pt x="574556" y="144509"/>
                  </a:moveTo>
                  <a:lnTo>
                    <a:pt x="574556" y="2133"/>
                  </a:lnTo>
                  <a:lnTo>
                    <a:pt x="681033" y="2133"/>
                  </a:lnTo>
                  <a:lnTo>
                    <a:pt x="681033" y="29862"/>
                  </a:lnTo>
                  <a:lnTo>
                    <a:pt x="605656" y="29862"/>
                  </a:lnTo>
                  <a:lnTo>
                    <a:pt x="605656" y="58657"/>
                  </a:lnTo>
                  <a:lnTo>
                    <a:pt x="672072" y="58657"/>
                  </a:lnTo>
                  <a:lnTo>
                    <a:pt x="672072" y="86386"/>
                  </a:lnTo>
                  <a:lnTo>
                    <a:pt x="605656" y="86386"/>
                  </a:lnTo>
                  <a:lnTo>
                    <a:pt x="605656" y="116247"/>
                  </a:lnTo>
                  <a:lnTo>
                    <a:pt x="682087" y="116247"/>
                  </a:lnTo>
                  <a:lnTo>
                    <a:pt x="682087" y="143976"/>
                  </a:lnTo>
                  <a:lnTo>
                    <a:pt x="574556" y="143976"/>
                  </a:lnTo>
                  <a:moveTo>
                    <a:pt x="810176" y="144509"/>
                  </a:moveTo>
                  <a:lnTo>
                    <a:pt x="810176" y="2133"/>
                  </a:lnTo>
                  <a:lnTo>
                    <a:pt x="841276" y="2133"/>
                  </a:lnTo>
                  <a:lnTo>
                    <a:pt x="841276" y="116247"/>
                  </a:lnTo>
                  <a:lnTo>
                    <a:pt x="911383" y="116247"/>
                  </a:lnTo>
                  <a:lnTo>
                    <a:pt x="911383" y="145042"/>
                  </a:lnTo>
                  <a:lnTo>
                    <a:pt x="810176" y="145042"/>
                  </a:lnTo>
                  <a:moveTo>
                    <a:pt x="956187" y="144509"/>
                  </a:moveTo>
                  <a:lnTo>
                    <a:pt x="987287" y="144509"/>
                  </a:lnTo>
                  <a:lnTo>
                    <a:pt x="987287" y="2133"/>
                  </a:lnTo>
                  <a:lnTo>
                    <a:pt x="956187" y="2133"/>
                  </a:lnTo>
                  <a:lnTo>
                    <a:pt x="956187" y="144509"/>
                  </a:lnTo>
                  <a:close/>
                  <a:moveTo>
                    <a:pt x="1141732" y="144509"/>
                  </a:moveTo>
                  <a:lnTo>
                    <a:pt x="1073734" y="53858"/>
                  </a:lnTo>
                  <a:lnTo>
                    <a:pt x="1073734" y="144509"/>
                  </a:lnTo>
                  <a:lnTo>
                    <a:pt x="1043161" y="144509"/>
                  </a:lnTo>
                  <a:lnTo>
                    <a:pt x="1043161" y="2133"/>
                  </a:lnTo>
                  <a:lnTo>
                    <a:pt x="1071626" y="2133"/>
                  </a:lnTo>
                  <a:lnTo>
                    <a:pt x="1137515" y="90118"/>
                  </a:lnTo>
                  <a:lnTo>
                    <a:pt x="1137515" y="2133"/>
                  </a:lnTo>
                  <a:lnTo>
                    <a:pt x="1168088" y="2133"/>
                  </a:lnTo>
                  <a:lnTo>
                    <a:pt x="1168088" y="144509"/>
                  </a:lnTo>
                  <a:lnTo>
                    <a:pt x="1141732" y="144509"/>
                  </a:lnTo>
                  <a:moveTo>
                    <a:pt x="1221853" y="144509"/>
                  </a:moveTo>
                  <a:lnTo>
                    <a:pt x="1221853" y="2133"/>
                  </a:lnTo>
                  <a:lnTo>
                    <a:pt x="1328331" y="2133"/>
                  </a:lnTo>
                  <a:lnTo>
                    <a:pt x="1328331" y="29862"/>
                  </a:lnTo>
                  <a:lnTo>
                    <a:pt x="1252953" y="29862"/>
                  </a:lnTo>
                  <a:lnTo>
                    <a:pt x="1252953" y="58657"/>
                  </a:lnTo>
                  <a:lnTo>
                    <a:pt x="1319370" y="58657"/>
                  </a:lnTo>
                  <a:lnTo>
                    <a:pt x="1319370" y="86386"/>
                  </a:lnTo>
                  <a:lnTo>
                    <a:pt x="1252953" y="86386"/>
                  </a:lnTo>
                  <a:lnTo>
                    <a:pt x="1252953" y="116247"/>
                  </a:lnTo>
                  <a:lnTo>
                    <a:pt x="1329385" y="116247"/>
                  </a:lnTo>
                  <a:lnTo>
                    <a:pt x="1329385" y="143976"/>
                  </a:lnTo>
                  <a:lnTo>
                    <a:pt x="1221853" y="143976"/>
                  </a:lnTo>
                </a:path>
              </a:pathLst>
            </a:custGeom>
            <a:solidFill>
              <a:schemeClr val="bg1"/>
            </a:solidFill>
            <a:ln w="52552" cap="flat">
              <a:noFill/>
              <a:prstDash val="solid"/>
              <a:miter/>
            </a:ln>
          </p:spPr>
          <p:txBody>
            <a:bodyPr/>
            <a:lstStyle/>
            <a:p>
              <a:pPr defTabSz="1097280"/>
              <a:endParaRPr lang="en-US" sz="2160">
                <a:solidFill>
                  <a:srgbClr val="FFFFFF"/>
                </a:solidFill>
                <a:latin typeface="Montserra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908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5C260-E9A1-91E0-EFE7-1D2D29BF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30E401E-1947-E1FB-F4FF-EC7BA245764E}"/>
              </a:ext>
            </a:extLst>
          </p:cNvPr>
          <p:cNvSpPr/>
          <p:nvPr/>
        </p:nvSpPr>
        <p:spPr>
          <a:xfrm>
            <a:off x="6629400" y="447"/>
            <a:ext cx="5561014" cy="68575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2752915-4CB3-6A9A-8125-4455C23D1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7107" y="2505670"/>
            <a:ext cx="4294428" cy="1846659"/>
          </a:xfrm>
        </p:spPr>
        <p:txBody>
          <a:bodyPr/>
          <a:lstStyle/>
          <a:p>
            <a:r>
              <a:rPr lang="en-US" sz="2400">
                <a:solidFill>
                  <a:schemeClr val="accent2"/>
                </a:solidFill>
              </a:rPr>
              <a:t>Modern ML Ops stack will enable NCL to move quickly to deploy machine learning confidently to a variety of business decisions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15CCD5-1A74-7859-766F-49D5F89298B0}"/>
              </a:ext>
            </a:extLst>
          </p:cNvPr>
          <p:cNvSpPr txBox="1"/>
          <p:nvPr/>
        </p:nvSpPr>
        <p:spPr>
          <a:xfrm>
            <a:off x="457200" y="1934293"/>
            <a:ext cx="5308600" cy="33489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0" marR="0" lvl="0" indent="0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NCL has partnered with Blend to develop a best-in-class environment for building and deploying machine learning models on Snowflake. </a:t>
            </a:r>
            <a:b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</a:b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The foundation of this development is now in place, and teams are adopting new ways of working to maximize the new capabilities outlined in this document. </a:t>
            </a:r>
          </a:p>
          <a:p>
            <a:pPr marL="0" marR="0" lvl="0" indent="0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kern="0">
              <a:solidFill>
                <a:srgbClr val="000000"/>
              </a:solidFill>
              <a:latin typeface="Montserrat"/>
            </a:endParaRPr>
          </a:p>
          <a:p>
            <a:pPr marL="0" marR="0" lvl="0" indent="0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>
                <a:solidFill>
                  <a:srgbClr val="000000"/>
                </a:solidFill>
                <a:latin typeface="Montserrat"/>
              </a:rPr>
              <a:t>NCL can now:</a:t>
            </a:r>
          </a:p>
          <a:p>
            <a:pPr marL="285750" marR="0" lvl="0" indent="-285750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kern="0">
                <a:solidFill>
                  <a:srgbClr val="000000"/>
                </a:solidFill>
                <a:latin typeface="Montserrat"/>
              </a:rPr>
              <a:t>Quickly build and deploy new models to production</a:t>
            </a:r>
          </a:p>
          <a:p>
            <a:pPr marL="285750" marR="0" lvl="0" indent="-285750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kern="0">
                <a:solidFill>
                  <a:srgbClr val="000000"/>
                </a:solidFill>
                <a:latin typeface="Montserrat"/>
              </a:rPr>
              <a:t>Easily re-use model features while maintaining a single source of truth</a:t>
            </a:r>
          </a:p>
          <a:p>
            <a:pPr marL="285750" marR="0" lvl="0" indent="-285750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kern="0">
                <a:solidFill>
                  <a:srgbClr val="000000"/>
                </a:solidFill>
                <a:latin typeface="Montserrat"/>
              </a:rPr>
              <a:t>Monitor model performance and data drift</a:t>
            </a:r>
          </a:p>
          <a:p>
            <a:pPr marL="285750" marR="0" lvl="0" indent="-285750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kern="0">
                <a:solidFill>
                  <a:srgbClr val="000000"/>
                </a:solidFill>
                <a:latin typeface="Montserrat"/>
              </a:rPr>
              <a:t>Collaborate on data science projects using shared tools, techniques and infrastructure</a:t>
            </a:r>
          </a:p>
          <a:p>
            <a:pPr marL="285750" marR="0" lvl="0" indent="-285750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kern="0">
                <a:solidFill>
                  <a:srgbClr val="000000"/>
                </a:solidFill>
                <a:latin typeface="Montserrat"/>
              </a:rPr>
              <a:t>Reduce dependency and complexity from Salesforce</a:t>
            </a:r>
          </a:p>
          <a:p>
            <a:pPr marL="285750" marR="0" lvl="0" indent="-285750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kern="0">
              <a:solidFill>
                <a:srgbClr val="000000"/>
              </a:solidFill>
              <a:latin typeface="Montserrat"/>
            </a:endParaRPr>
          </a:p>
          <a:p>
            <a:pPr marL="0" marR="0" lvl="0" indent="0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BD4EC-61E3-55EC-FB05-3CBE50F96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478" y="199951"/>
            <a:ext cx="641803" cy="318209"/>
          </a:xfrm>
          <a:prstGeom prst="rect">
            <a:avLst/>
          </a:prstGeom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490638F7-AF56-5FCE-8616-5DBF43918B7F}"/>
              </a:ext>
            </a:extLst>
          </p:cNvPr>
          <p:cNvSpPr txBox="1">
            <a:spLocks/>
          </p:cNvSpPr>
          <p:nvPr/>
        </p:nvSpPr>
        <p:spPr>
          <a:xfrm>
            <a:off x="457200" y="359055"/>
            <a:ext cx="5791200" cy="11079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algn="l" defTabSz="91397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600" b="0" i="0" kern="1200" dirty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/>
              <a:t>Investing in the future of data science at NCL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D52338-BF8A-3977-6274-0006252F2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875" y="5768695"/>
            <a:ext cx="2381250" cy="571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C1BBE0-1B0C-5F90-B938-23EB0049B9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165" y="5660745"/>
            <a:ext cx="1968500" cy="78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85C36A-89E1-8BD0-B176-C96210364357}"/>
              </a:ext>
            </a:extLst>
          </p:cNvPr>
          <p:cNvSpPr txBox="1"/>
          <p:nvPr/>
        </p:nvSpPr>
        <p:spPr>
          <a:xfrm>
            <a:off x="2996165" y="5660745"/>
            <a:ext cx="385210" cy="7874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330590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FD167-91DA-A51A-1AB8-DCBBDD39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724C3F9-AA0D-113F-BC01-5CC401FE4CFD}"/>
              </a:ext>
            </a:extLst>
          </p:cNvPr>
          <p:cNvSpPr/>
          <p:nvPr/>
        </p:nvSpPr>
        <p:spPr>
          <a:xfrm>
            <a:off x="0" y="6159500"/>
            <a:ext cx="12190413" cy="6985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33728-EC96-AAD4-C2B2-3E68EAD396EF}"/>
              </a:ext>
            </a:extLst>
          </p:cNvPr>
          <p:cNvSpPr/>
          <p:nvPr/>
        </p:nvSpPr>
        <p:spPr>
          <a:xfrm>
            <a:off x="1" y="447"/>
            <a:ext cx="12190413" cy="1370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BD1816-97D0-4307-EFEC-AA2368007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465" y="453195"/>
            <a:ext cx="11354835" cy="553998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How machine learning is improved at NCL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570026-5A7B-F9D1-8A6B-38926E6818E0}"/>
              </a:ext>
            </a:extLst>
          </p:cNvPr>
          <p:cNvSpPr txBox="1"/>
          <p:nvPr/>
        </p:nvSpPr>
        <p:spPr>
          <a:xfrm>
            <a:off x="570465" y="1315544"/>
            <a:ext cx="10954785" cy="4742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marR="0" lvl="0" indent="0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 unified process that utilizes best in class technology and methodology to improve our data science capability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F91E53-1EAF-0D1C-4CCE-F0638EDFE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221747"/>
              </p:ext>
            </p:extLst>
          </p:nvPr>
        </p:nvGraphicFramePr>
        <p:xfrm>
          <a:off x="89210" y="1734082"/>
          <a:ext cx="11987561" cy="5064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595">
                  <a:extLst>
                    <a:ext uri="{9D8B030D-6E8A-4147-A177-3AD203B41FA5}">
                      <a16:colId xmlns:a16="http://schemas.microsoft.com/office/drawing/2014/main" val="127815824"/>
                    </a:ext>
                  </a:extLst>
                </a:gridCol>
                <a:gridCol w="4034836">
                  <a:extLst>
                    <a:ext uri="{9D8B030D-6E8A-4147-A177-3AD203B41FA5}">
                      <a16:colId xmlns:a16="http://schemas.microsoft.com/office/drawing/2014/main" val="2071849699"/>
                    </a:ext>
                  </a:extLst>
                </a:gridCol>
                <a:gridCol w="4078695">
                  <a:extLst>
                    <a:ext uri="{9D8B030D-6E8A-4147-A177-3AD203B41FA5}">
                      <a16:colId xmlns:a16="http://schemas.microsoft.com/office/drawing/2014/main" val="1063479073"/>
                    </a:ext>
                  </a:extLst>
                </a:gridCol>
                <a:gridCol w="1297435">
                  <a:extLst>
                    <a:ext uri="{9D8B030D-6E8A-4147-A177-3AD203B41FA5}">
                      <a16:colId xmlns:a16="http://schemas.microsoft.com/office/drawing/2014/main" val="2635715706"/>
                    </a:ext>
                  </a:extLst>
                </a:gridCol>
              </a:tblGrid>
              <a:tr h="32959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Steps in the model lifecycle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What we did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What we can do 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KPI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165106"/>
                  </a:ext>
                </a:extLst>
              </a:tr>
              <a:tr h="893956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Building new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Training data collected and collated from multiple sources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Analysts “choose your own adventure”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4-8 weeks of prep time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Hardened customer data marts with connected historical and current 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Templates and libraries in a central repo for re-use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/>
                        <a:t>6 months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200"/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200"/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 b="1"/>
                        <a:t>6 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375414"/>
                  </a:ext>
                </a:extLst>
              </a:tr>
              <a:tr h="5502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Features calculated in code, independently for each model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Multiple definitions of the same 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Features calculated once; available for any model to call as needed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Full history available back to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/>
                        <a:t>4 weeks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200"/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 b="1"/>
                        <a:t>1 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440704"/>
                  </a:ext>
                </a:extLst>
              </a:tr>
              <a:tr h="4966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Testing &amp;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Inconsistent and missing documentation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No 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Standardized metrics and validation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Centralized version and code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/>
                        <a:t>Days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200"/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 b="1"/>
                        <a:t>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771951"/>
                  </a:ext>
                </a:extLst>
              </a:tr>
              <a:tr h="4966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Release to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Multiple rounds of handoffs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Models ran from Dev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Standardized CI/CD process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Releases in as little as 30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/>
                        <a:t>Days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200"/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 b="1"/>
                        <a:t>30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988124"/>
                  </a:ext>
                </a:extLst>
              </a:tr>
              <a:tr h="4966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Ongoing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Jobs run on multiple platforms with various upstream 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Unified inference pipeline with optimized compute resources saves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/>
                        <a:t>2 hrs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200"/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 b="1"/>
                        <a:t>20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096612"/>
                  </a:ext>
                </a:extLst>
              </a:tr>
              <a:tr h="402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Monitoring &amp;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Occasional ad-hoc reports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Data drift occurred undetected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Real-time data quality monitors with dashboards and automated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/>
                        <a:t>Manual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200"/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 b="1"/>
                        <a:t>Automated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921726"/>
                  </a:ext>
                </a:extLst>
              </a:tr>
              <a:tr h="4028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Retraining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Manual, once per year at most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Can be automated as desired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/>
                        <a:t>Manual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200"/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200" b="1"/>
                        <a:t>Automated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38258"/>
                  </a:ext>
                </a:extLst>
              </a:tr>
            </a:tbl>
          </a:graphicData>
        </a:graphic>
      </p:graphicFrame>
      <p:sp>
        <p:nvSpPr>
          <p:cNvPr id="5" name="Down Arrow 4">
            <a:extLst>
              <a:ext uri="{FF2B5EF4-FFF2-40B4-BE49-F238E27FC236}">
                <a16:creationId xmlns:a16="http://schemas.microsoft.com/office/drawing/2014/main" id="{888D6730-AFF6-A806-8BD7-5934F650366F}"/>
              </a:ext>
            </a:extLst>
          </p:cNvPr>
          <p:cNvSpPr/>
          <p:nvPr/>
        </p:nvSpPr>
        <p:spPr>
          <a:xfrm>
            <a:off x="11338588" y="3245283"/>
            <a:ext cx="195611" cy="1751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2802ABC8-969E-75C4-5EDB-3A948F9C2AB0}"/>
              </a:ext>
            </a:extLst>
          </p:cNvPr>
          <p:cNvSpPr/>
          <p:nvPr/>
        </p:nvSpPr>
        <p:spPr>
          <a:xfrm>
            <a:off x="11336032" y="2379170"/>
            <a:ext cx="195611" cy="2564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67102E75-FF2E-2296-2581-B2FCAC1AE23E}"/>
              </a:ext>
            </a:extLst>
          </p:cNvPr>
          <p:cNvSpPr/>
          <p:nvPr/>
        </p:nvSpPr>
        <p:spPr>
          <a:xfrm>
            <a:off x="11341497" y="3890058"/>
            <a:ext cx="195611" cy="1592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2100E958-92F7-B5E3-124D-ED61B31BD4AD}"/>
              </a:ext>
            </a:extLst>
          </p:cNvPr>
          <p:cNvSpPr/>
          <p:nvPr/>
        </p:nvSpPr>
        <p:spPr>
          <a:xfrm>
            <a:off x="11336032" y="4518620"/>
            <a:ext cx="195611" cy="1592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CFDBF0EC-C0C8-A14F-6B83-8C12FE46B59C}"/>
              </a:ext>
            </a:extLst>
          </p:cNvPr>
          <p:cNvSpPr/>
          <p:nvPr/>
        </p:nvSpPr>
        <p:spPr>
          <a:xfrm>
            <a:off x="11341497" y="5162935"/>
            <a:ext cx="195611" cy="1592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2B83A8-3833-C914-02B3-B4FA7953A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478" y="199951"/>
            <a:ext cx="641803" cy="318209"/>
          </a:xfrm>
          <a:prstGeom prst="rect">
            <a:avLst/>
          </a:prstGeom>
        </p:spPr>
      </p:pic>
      <p:sp>
        <p:nvSpPr>
          <p:cNvPr id="12" name="Down Arrow 11">
            <a:extLst>
              <a:ext uri="{FF2B5EF4-FFF2-40B4-BE49-F238E27FC236}">
                <a16:creationId xmlns:a16="http://schemas.microsoft.com/office/drawing/2014/main" id="{6AF9E85B-D8DA-4663-2CE2-78AC7CEFED84}"/>
              </a:ext>
            </a:extLst>
          </p:cNvPr>
          <p:cNvSpPr/>
          <p:nvPr/>
        </p:nvSpPr>
        <p:spPr>
          <a:xfrm>
            <a:off x="11336031" y="5796103"/>
            <a:ext cx="195611" cy="1592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08C7AC5E-A510-C892-74E6-AD9C68DFE9C5}"/>
              </a:ext>
            </a:extLst>
          </p:cNvPr>
          <p:cNvSpPr/>
          <p:nvPr/>
        </p:nvSpPr>
        <p:spPr>
          <a:xfrm>
            <a:off x="11336030" y="6424665"/>
            <a:ext cx="195611" cy="1592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</p:spTree>
    <p:extLst>
      <p:ext uri="{BB962C8B-B14F-4D97-AF65-F5344CB8AC3E}">
        <p14:creationId xmlns:p14="http://schemas.microsoft.com/office/powerpoint/2010/main" val="4248154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2CFD7-FEB9-3778-5197-3C6E87231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E139144-F4F5-5B2D-5888-2247A30BED60}"/>
              </a:ext>
            </a:extLst>
          </p:cNvPr>
          <p:cNvSpPr/>
          <p:nvPr/>
        </p:nvSpPr>
        <p:spPr>
          <a:xfrm>
            <a:off x="1" y="447"/>
            <a:ext cx="12190413" cy="1370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EDB12B-E5DC-891B-21F2-952435DA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465" y="453195"/>
            <a:ext cx="11354835" cy="553998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Business impacts of these improvements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B07A61-9E35-3130-CEB4-AAAAB7AE873D}"/>
              </a:ext>
            </a:extLst>
          </p:cNvPr>
          <p:cNvSpPr txBox="1"/>
          <p:nvPr/>
        </p:nvSpPr>
        <p:spPr>
          <a:xfrm>
            <a:off x="570465" y="1459941"/>
            <a:ext cx="10954785" cy="4742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marR="0" lvl="0" indent="0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NCL can accelerate the use of data science for more business problems, having confidence in execution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CE100B-2DC8-3510-4DFD-C9C749156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872003"/>
              </p:ext>
            </p:extLst>
          </p:nvPr>
        </p:nvGraphicFramePr>
        <p:xfrm>
          <a:off x="570464" y="2023316"/>
          <a:ext cx="11192043" cy="3729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3836">
                  <a:extLst>
                    <a:ext uri="{9D8B030D-6E8A-4147-A177-3AD203B41FA5}">
                      <a16:colId xmlns:a16="http://schemas.microsoft.com/office/drawing/2014/main" val="3319997438"/>
                    </a:ext>
                  </a:extLst>
                </a:gridCol>
                <a:gridCol w="7838207">
                  <a:extLst>
                    <a:ext uri="{9D8B030D-6E8A-4147-A177-3AD203B41FA5}">
                      <a16:colId xmlns:a16="http://schemas.microsoft.com/office/drawing/2014/main" val="1063479073"/>
                    </a:ext>
                  </a:extLst>
                </a:gridCol>
              </a:tblGrid>
              <a:tr h="353686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Lifecycle steps improved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Benefits to the business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165106"/>
                  </a:ext>
                </a:extLst>
              </a:tr>
              <a:tr h="48230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Building new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Faster speed to development means more models can be created to address business needs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Data science team is more productive with the same resources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375414"/>
                  </a:ext>
                </a:extLst>
              </a:tr>
              <a:tr h="4823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/>
                        <a:t>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Features calculated once; available for any model to call as needed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Full history available back to 2023 speeds development time and improves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440704"/>
                  </a:ext>
                </a:extLst>
              </a:tr>
              <a:tr h="4823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/>
                        <a:t>Testing &amp;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Robust suite of model metrics and code tests prevent defective models from being used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Clear explainability for model components – no “black box”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771951"/>
                  </a:ext>
                </a:extLst>
              </a:tr>
              <a:tr h="4823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/>
                        <a:t>Release to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Faster speed to market for approved models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/>
                        <a:t>Uniform process means less risk of “knowledge loss” from team turnover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988124"/>
                  </a:ext>
                </a:extLst>
              </a:tr>
              <a:tr h="4823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/>
                        <a:t>Ongoing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Lower operating cost to produce the same volume of results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Reduced risk of failure in processing jobs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096612"/>
                  </a:ext>
                </a:extLst>
              </a:tr>
              <a:tr h="4823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/>
                        <a:t>Monitoring &amp;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/>
                        <a:t>Less risk of error in model predictions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Data quality issues upstream can be identified and addressed quickly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921726"/>
                  </a:ext>
                </a:extLst>
              </a:tr>
              <a:tr h="4823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/>
                        <a:t>Retraining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/>
                        <a:t>Models can be rapidly adjusted to reflect changes in business conditions leading to better predictions to inform business 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3825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D77560C-D780-FFC5-CA07-264AA0241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478" y="199951"/>
            <a:ext cx="641803" cy="31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420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B4B03-31D2-9E7D-F297-A884D704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D9D9E267-417A-F2F0-2EFF-AAF01EC6A380}"/>
              </a:ext>
            </a:extLst>
          </p:cNvPr>
          <p:cNvSpPr/>
          <p:nvPr/>
        </p:nvSpPr>
        <p:spPr>
          <a:xfrm>
            <a:off x="6382273" y="1798421"/>
            <a:ext cx="2277837" cy="23749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2538345-632F-68A3-23F6-B9BE63ED4188}"/>
              </a:ext>
            </a:extLst>
          </p:cNvPr>
          <p:cNvSpPr/>
          <p:nvPr/>
        </p:nvSpPr>
        <p:spPr>
          <a:xfrm>
            <a:off x="517137" y="1798422"/>
            <a:ext cx="2277837" cy="23749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6D13E1D-58B3-2309-4D3C-80A1C5FAF9D9}"/>
              </a:ext>
            </a:extLst>
          </p:cNvPr>
          <p:cNvSpPr/>
          <p:nvPr/>
        </p:nvSpPr>
        <p:spPr>
          <a:xfrm>
            <a:off x="3454750" y="1798421"/>
            <a:ext cx="2277837" cy="23749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C39FFC-4D38-47F5-53C5-DCA7D69D6131}"/>
              </a:ext>
            </a:extLst>
          </p:cNvPr>
          <p:cNvSpPr/>
          <p:nvPr/>
        </p:nvSpPr>
        <p:spPr>
          <a:xfrm>
            <a:off x="1" y="447"/>
            <a:ext cx="12190413" cy="1370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35B8EC8-0098-3B95-7450-AD92CF1D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Time to Market improvements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4D14CF-068F-9C03-209E-8B94FD248C96}"/>
              </a:ext>
            </a:extLst>
          </p:cNvPr>
          <p:cNvSpPr txBox="1"/>
          <p:nvPr/>
        </p:nvSpPr>
        <p:spPr>
          <a:xfrm>
            <a:off x="515388" y="1324128"/>
            <a:ext cx="2271245" cy="4742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DEVELOPMENT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2208A1-93D5-F3D5-9C62-D539C4D97362}"/>
              </a:ext>
            </a:extLst>
          </p:cNvPr>
          <p:cNvSpPr txBox="1"/>
          <p:nvPr/>
        </p:nvSpPr>
        <p:spPr>
          <a:xfrm>
            <a:off x="761173" y="2403394"/>
            <a:ext cx="1880924" cy="9548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algn="ctr" defTabSz="914126">
              <a:spcAft>
                <a:spcPts val="600"/>
              </a:spcAft>
              <a:defRPr/>
            </a:pPr>
            <a:r>
              <a:rPr lang="en-US" b="1" kern="0">
                <a:solidFill>
                  <a:schemeClr val="bg2"/>
                </a:solidFill>
                <a:latin typeface="Montserrat" pitchFamily="2" charset="77"/>
                <a:ea typeface="Roboto" charset="0"/>
                <a:cs typeface="Roboto" charset="0"/>
              </a:rPr>
              <a:t>75%-time reduction</a:t>
            </a:r>
          </a:p>
          <a:p>
            <a:pPr algn="ctr" defTabSz="914126">
              <a:spcAft>
                <a:spcPts val="1200"/>
              </a:spcAft>
              <a:defRPr/>
            </a:pPr>
            <a:r>
              <a:rPr lang="en-US" sz="1200" b="1" kern="0">
                <a:solidFill>
                  <a:srgbClr val="C00000"/>
                </a:solidFill>
                <a:latin typeface="Montserrat" pitchFamily="2" charset="77"/>
              </a:rPr>
              <a:t>6 </a:t>
            </a:r>
            <a:r>
              <a:rPr lang="en-US" sz="1400" b="1" kern="0">
                <a:solidFill>
                  <a:srgbClr val="C00000"/>
                </a:solidFill>
                <a:latin typeface="Montserrat" pitchFamily="2" charset="77"/>
              </a:rPr>
              <a:t>months</a:t>
            </a:r>
            <a:r>
              <a:rPr lang="en-US" sz="1200" kern="0">
                <a:solidFill>
                  <a:srgbClr val="C00000"/>
                </a:solidFill>
                <a:latin typeface="Montserrat" pitchFamily="2" charset="77"/>
              </a:rPr>
              <a:t> </a:t>
            </a:r>
            <a:r>
              <a:rPr lang="en-US" sz="1200" kern="0">
                <a:solidFill>
                  <a:schemeClr val="bg2"/>
                </a:solidFill>
                <a:latin typeface="Montserrat" pitchFamily="2" charset="77"/>
                <a:sym typeface="Wingdings" pitchFamily="2" charset="2"/>
              </a:rPr>
              <a:t> </a:t>
            </a:r>
            <a:r>
              <a:rPr lang="en-US" sz="1200" b="1" kern="0">
                <a:solidFill>
                  <a:srgbClr val="0072D7"/>
                </a:solidFill>
                <a:latin typeface="Montserrat" pitchFamily="2" charset="77"/>
                <a:sym typeface="Wingdings" pitchFamily="2" charset="2"/>
              </a:rPr>
              <a:t>6 weeks</a:t>
            </a:r>
            <a:endParaRPr lang="en-US" sz="1200" b="1" kern="0">
              <a:solidFill>
                <a:srgbClr val="0072D7"/>
              </a:solidFill>
              <a:latin typeface="Montserrat" pitchFamily="2" charset="77"/>
              <a:ea typeface="Lato Light" charset="0"/>
              <a:cs typeface="Lato Light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962256-509F-D299-8B5E-61F960571BB1}"/>
              </a:ext>
            </a:extLst>
          </p:cNvPr>
          <p:cNvSpPr/>
          <p:nvPr/>
        </p:nvSpPr>
        <p:spPr>
          <a:xfrm>
            <a:off x="1074698" y="3532338"/>
            <a:ext cx="1440000" cy="17352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ABAD70B-7CA1-2D3E-F3CE-B79F0DE83E17}"/>
              </a:ext>
            </a:extLst>
          </p:cNvPr>
          <p:cNvSpPr/>
          <p:nvPr/>
        </p:nvSpPr>
        <p:spPr>
          <a:xfrm>
            <a:off x="1074698" y="3739619"/>
            <a:ext cx="360000" cy="173525"/>
          </a:xfrm>
          <a:prstGeom prst="roundRect">
            <a:avLst/>
          </a:prstGeom>
          <a:solidFill>
            <a:srgbClr val="0072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399CDC-769C-C7B0-3F72-9FDC6D4CA00C}"/>
              </a:ext>
            </a:extLst>
          </p:cNvPr>
          <p:cNvSpPr txBox="1"/>
          <p:nvPr/>
        </p:nvSpPr>
        <p:spPr>
          <a:xfrm>
            <a:off x="515388" y="3510034"/>
            <a:ext cx="54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Y" sz="800">
                <a:solidFill>
                  <a:srgbClr val="C00000"/>
                </a:solidFill>
              </a:rPr>
              <a:t>Before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56F4C-CEE6-0470-90B9-0DD7CBBF2361}"/>
              </a:ext>
            </a:extLst>
          </p:cNvPr>
          <p:cNvSpPr txBox="1"/>
          <p:nvPr/>
        </p:nvSpPr>
        <p:spPr>
          <a:xfrm>
            <a:off x="515388" y="3717317"/>
            <a:ext cx="54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Y" sz="800">
                <a:solidFill>
                  <a:srgbClr val="0072D7"/>
                </a:solidFill>
              </a:rPr>
              <a:t>After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D32264-34BD-545A-D464-5A839C6A202C}"/>
              </a:ext>
            </a:extLst>
          </p:cNvPr>
          <p:cNvCxnSpPr/>
          <p:nvPr/>
        </p:nvCxnSpPr>
        <p:spPr>
          <a:xfrm>
            <a:off x="515388" y="1791042"/>
            <a:ext cx="22795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9307254-42B6-078C-9978-B58CF3AE038C}"/>
              </a:ext>
            </a:extLst>
          </p:cNvPr>
          <p:cNvSpPr txBox="1"/>
          <p:nvPr/>
        </p:nvSpPr>
        <p:spPr>
          <a:xfrm>
            <a:off x="3808074" y="1299726"/>
            <a:ext cx="7031538" cy="4742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CI / CD PIPELINE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811029-50A0-8DCE-2630-265D86D8367C}"/>
              </a:ext>
            </a:extLst>
          </p:cNvPr>
          <p:cNvSpPr txBox="1"/>
          <p:nvPr/>
        </p:nvSpPr>
        <p:spPr>
          <a:xfrm>
            <a:off x="3690445" y="2393371"/>
            <a:ext cx="1880924" cy="9548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algn="ctr" defTabSz="914126">
              <a:spcAft>
                <a:spcPts val="600"/>
              </a:spcAft>
              <a:defRPr/>
            </a:pPr>
            <a:r>
              <a:rPr lang="en-US" b="1" kern="0">
                <a:solidFill>
                  <a:schemeClr val="bg2"/>
                </a:solidFill>
                <a:latin typeface="Montserrat" pitchFamily="2" charset="77"/>
                <a:ea typeface="Roboto" charset="0"/>
                <a:cs typeface="Roboto" charset="0"/>
              </a:rPr>
              <a:t>98%-time reduction</a:t>
            </a:r>
          </a:p>
          <a:p>
            <a:pPr algn="ctr" defTabSz="914126">
              <a:spcAft>
                <a:spcPts val="1200"/>
              </a:spcAft>
              <a:defRPr/>
            </a:pPr>
            <a:r>
              <a:rPr lang="en-US" sz="1200" b="1" kern="0">
                <a:solidFill>
                  <a:srgbClr val="C00000"/>
                </a:solidFill>
                <a:latin typeface="Montserrat" pitchFamily="2" charset="77"/>
              </a:rPr>
              <a:t>days </a:t>
            </a:r>
            <a:r>
              <a:rPr lang="en-US" sz="1200" kern="0">
                <a:solidFill>
                  <a:schemeClr val="bg2"/>
                </a:solidFill>
                <a:latin typeface="Montserrat" pitchFamily="2" charset="77"/>
                <a:sym typeface="Wingdings" pitchFamily="2" charset="2"/>
              </a:rPr>
              <a:t> </a:t>
            </a:r>
            <a:r>
              <a:rPr lang="en-US" sz="1200" b="1" kern="0">
                <a:solidFill>
                  <a:srgbClr val="0072D7"/>
                </a:solidFill>
                <a:latin typeface="Montserrat" pitchFamily="2" charset="77"/>
                <a:sym typeface="Wingdings" pitchFamily="2" charset="2"/>
              </a:rPr>
              <a:t>30 min</a:t>
            </a:r>
            <a:endParaRPr lang="en-US" sz="1200" b="1" kern="0">
              <a:solidFill>
                <a:srgbClr val="0072D7"/>
              </a:solidFill>
              <a:latin typeface="Montserrat" pitchFamily="2" charset="77"/>
              <a:ea typeface="Lato Light" charset="0"/>
              <a:cs typeface="Lato Light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08A464C-605D-6090-75C9-19B981C17C97}"/>
              </a:ext>
            </a:extLst>
          </p:cNvPr>
          <p:cNvSpPr/>
          <p:nvPr/>
        </p:nvSpPr>
        <p:spPr>
          <a:xfrm>
            <a:off x="4003970" y="3522315"/>
            <a:ext cx="1440000" cy="17352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D4D0668-23E6-E482-2C1B-E1A0C2DE4D55}"/>
              </a:ext>
            </a:extLst>
          </p:cNvPr>
          <p:cNvSpPr/>
          <p:nvPr/>
        </p:nvSpPr>
        <p:spPr>
          <a:xfrm>
            <a:off x="4003970" y="3729596"/>
            <a:ext cx="28800" cy="173525"/>
          </a:xfrm>
          <a:prstGeom prst="roundRect">
            <a:avLst/>
          </a:prstGeom>
          <a:solidFill>
            <a:srgbClr val="0072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89D605-A70F-F258-C1D4-55F945DE4BC6}"/>
              </a:ext>
            </a:extLst>
          </p:cNvPr>
          <p:cNvSpPr txBox="1"/>
          <p:nvPr/>
        </p:nvSpPr>
        <p:spPr>
          <a:xfrm>
            <a:off x="3444660" y="3500011"/>
            <a:ext cx="54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Y" sz="800">
                <a:solidFill>
                  <a:srgbClr val="C00000"/>
                </a:solidFill>
              </a:rPr>
              <a:t>Before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5AA26F-A08D-CD96-1FE1-09CED0FE8E61}"/>
              </a:ext>
            </a:extLst>
          </p:cNvPr>
          <p:cNvSpPr txBox="1"/>
          <p:nvPr/>
        </p:nvSpPr>
        <p:spPr>
          <a:xfrm>
            <a:off x="3444660" y="3707294"/>
            <a:ext cx="54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Y" sz="800">
                <a:solidFill>
                  <a:srgbClr val="0072D7"/>
                </a:solidFill>
              </a:rPr>
              <a:t>After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32B015-EF8C-EBA1-2A9D-506A170027C4}"/>
              </a:ext>
            </a:extLst>
          </p:cNvPr>
          <p:cNvSpPr txBox="1"/>
          <p:nvPr/>
        </p:nvSpPr>
        <p:spPr>
          <a:xfrm>
            <a:off x="6622372" y="2387223"/>
            <a:ext cx="1880924" cy="9548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algn="ctr" defTabSz="914126">
              <a:spcAft>
                <a:spcPts val="600"/>
              </a:spcAft>
              <a:defRPr/>
            </a:pPr>
            <a:r>
              <a:rPr lang="en-US" b="1" kern="0">
                <a:solidFill>
                  <a:schemeClr val="bg2"/>
                </a:solidFill>
                <a:latin typeface="Montserrat" pitchFamily="2" charset="77"/>
                <a:ea typeface="Roboto" charset="0"/>
                <a:cs typeface="Roboto" charset="0"/>
              </a:rPr>
              <a:t>90%-time reduction</a:t>
            </a:r>
          </a:p>
          <a:p>
            <a:pPr algn="ctr" defTabSz="914126">
              <a:spcAft>
                <a:spcPts val="1200"/>
              </a:spcAft>
              <a:defRPr/>
            </a:pPr>
            <a:r>
              <a:rPr lang="en-US" sz="1200" b="1" kern="0">
                <a:solidFill>
                  <a:srgbClr val="C00000"/>
                </a:solidFill>
                <a:latin typeface="Montserrat" pitchFamily="2" charset="77"/>
              </a:rPr>
              <a:t>days </a:t>
            </a:r>
            <a:r>
              <a:rPr lang="en-US" sz="1200" kern="0">
                <a:solidFill>
                  <a:schemeClr val="bg2"/>
                </a:solidFill>
                <a:latin typeface="Montserrat" pitchFamily="2" charset="77"/>
                <a:sym typeface="Wingdings" pitchFamily="2" charset="2"/>
              </a:rPr>
              <a:t> </a:t>
            </a:r>
            <a:r>
              <a:rPr lang="en-US" sz="1200" b="1" kern="0">
                <a:solidFill>
                  <a:srgbClr val="0072D7"/>
                </a:solidFill>
                <a:latin typeface="Montserrat" pitchFamily="2" charset="77"/>
                <a:sym typeface="Wingdings" pitchFamily="2" charset="2"/>
              </a:rPr>
              <a:t>2 hours</a:t>
            </a:r>
            <a:endParaRPr lang="en-US" sz="1200" b="1" kern="0">
              <a:solidFill>
                <a:srgbClr val="0072D7"/>
              </a:solidFill>
              <a:latin typeface="Montserrat" pitchFamily="2" charset="77"/>
              <a:ea typeface="Lato Light" charset="0"/>
              <a:cs typeface="Lato Light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665FD39-E23B-A044-ED32-E9CCA775F397}"/>
              </a:ext>
            </a:extLst>
          </p:cNvPr>
          <p:cNvSpPr/>
          <p:nvPr/>
        </p:nvSpPr>
        <p:spPr>
          <a:xfrm>
            <a:off x="6935897" y="3516167"/>
            <a:ext cx="1440000" cy="17352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40EBA02-5D9C-7548-DF75-5EC1879E4579}"/>
              </a:ext>
            </a:extLst>
          </p:cNvPr>
          <p:cNvSpPr/>
          <p:nvPr/>
        </p:nvSpPr>
        <p:spPr>
          <a:xfrm>
            <a:off x="6935896" y="3723448"/>
            <a:ext cx="144000" cy="173525"/>
          </a:xfrm>
          <a:prstGeom prst="roundRect">
            <a:avLst/>
          </a:prstGeom>
          <a:solidFill>
            <a:srgbClr val="0072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A21F98-5F1B-DE38-A2E4-E91A1D16C8F5}"/>
              </a:ext>
            </a:extLst>
          </p:cNvPr>
          <p:cNvSpPr txBox="1"/>
          <p:nvPr/>
        </p:nvSpPr>
        <p:spPr>
          <a:xfrm>
            <a:off x="6376587" y="3493863"/>
            <a:ext cx="54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Y" sz="800">
                <a:solidFill>
                  <a:srgbClr val="C00000"/>
                </a:solidFill>
              </a:rPr>
              <a:t>Before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6B33AD-59A8-2119-1B8C-F56497034C1F}"/>
              </a:ext>
            </a:extLst>
          </p:cNvPr>
          <p:cNvSpPr txBox="1"/>
          <p:nvPr/>
        </p:nvSpPr>
        <p:spPr>
          <a:xfrm>
            <a:off x="6376587" y="3701146"/>
            <a:ext cx="54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Y" sz="800">
                <a:solidFill>
                  <a:srgbClr val="0072D7"/>
                </a:solidFill>
              </a:rPr>
              <a:t>After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F31BCA1-1205-14D6-1430-E2B53CE9F7CD}"/>
              </a:ext>
            </a:extLst>
          </p:cNvPr>
          <p:cNvSpPr/>
          <p:nvPr/>
        </p:nvSpPr>
        <p:spPr>
          <a:xfrm>
            <a:off x="9300371" y="1774019"/>
            <a:ext cx="2277837" cy="23749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CC49C1-7869-B948-819D-7D52C6061019}"/>
              </a:ext>
            </a:extLst>
          </p:cNvPr>
          <p:cNvSpPr txBox="1"/>
          <p:nvPr/>
        </p:nvSpPr>
        <p:spPr>
          <a:xfrm>
            <a:off x="9536990" y="2355441"/>
            <a:ext cx="1880924" cy="9548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algn="ctr" defTabSz="914126">
              <a:spcAft>
                <a:spcPts val="600"/>
              </a:spcAft>
              <a:defRPr/>
            </a:pPr>
            <a:r>
              <a:rPr lang="en-US" b="1" kern="0">
                <a:solidFill>
                  <a:schemeClr val="bg2"/>
                </a:solidFill>
                <a:latin typeface="Montserrat" pitchFamily="2" charset="77"/>
                <a:ea typeface="Roboto" charset="0"/>
                <a:cs typeface="Roboto" charset="0"/>
              </a:rPr>
              <a:t>84%-time reduction</a:t>
            </a:r>
          </a:p>
          <a:p>
            <a:pPr algn="ctr" defTabSz="914126">
              <a:spcAft>
                <a:spcPts val="1200"/>
              </a:spcAft>
              <a:defRPr/>
            </a:pPr>
            <a:r>
              <a:rPr lang="en-US" sz="1200" b="1" kern="0">
                <a:solidFill>
                  <a:srgbClr val="C00000"/>
                </a:solidFill>
                <a:latin typeface="Montserrat" pitchFamily="2" charset="77"/>
              </a:rPr>
              <a:t>2 </a:t>
            </a:r>
            <a:r>
              <a:rPr lang="en-US" sz="1200" b="1" kern="0" err="1">
                <a:solidFill>
                  <a:srgbClr val="C00000"/>
                </a:solidFill>
                <a:latin typeface="Montserrat" pitchFamily="2" charset="77"/>
              </a:rPr>
              <a:t>hrs</a:t>
            </a:r>
            <a:r>
              <a:rPr lang="en-US" sz="1200" b="1" kern="0">
                <a:solidFill>
                  <a:srgbClr val="C00000"/>
                </a:solidFill>
                <a:latin typeface="Montserrat" pitchFamily="2" charset="77"/>
              </a:rPr>
              <a:t> </a:t>
            </a:r>
            <a:r>
              <a:rPr lang="en-US" sz="1200" kern="0">
                <a:solidFill>
                  <a:schemeClr val="bg2"/>
                </a:solidFill>
                <a:latin typeface="Montserrat" pitchFamily="2" charset="77"/>
                <a:sym typeface="Wingdings" pitchFamily="2" charset="2"/>
              </a:rPr>
              <a:t> </a:t>
            </a:r>
            <a:r>
              <a:rPr lang="en-US" sz="1200" b="1" kern="0">
                <a:solidFill>
                  <a:srgbClr val="0072D7"/>
                </a:solidFill>
                <a:latin typeface="Montserrat" pitchFamily="2" charset="77"/>
                <a:sym typeface="Wingdings" pitchFamily="2" charset="2"/>
              </a:rPr>
              <a:t>20 min</a:t>
            </a:r>
            <a:endParaRPr lang="en-US" sz="1200" b="1" kern="0">
              <a:solidFill>
                <a:srgbClr val="0072D7"/>
              </a:solidFill>
              <a:latin typeface="Montserrat" pitchFamily="2" charset="77"/>
              <a:ea typeface="Lato Light" charset="0"/>
              <a:cs typeface="Lato Light" charset="0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1E37C4BF-77F5-4299-4278-3482E25DEFFD}"/>
              </a:ext>
            </a:extLst>
          </p:cNvPr>
          <p:cNvSpPr/>
          <p:nvPr/>
        </p:nvSpPr>
        <p:spPr>
          <a:xfrm>
            <a:off x="9850515" y="3484385"/>
            <a:ext cx="1440000" cy="17352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A4603038-9DF4-C07F-5A9B-E6D5213B7554}"/>
              </a:ext>
            </a:extLst>
          </p:cNvPr>
          <p:cNvSpPr/>
          <p:nvPr/>
        </p:nvSpPr>
        <p:spPr>
          <a:xfrm>
            <a:off x="9850514" y="3691666"/>
            <a:ext cx="230400" cy="173525"/>
          </a:xfrm>
          <a:prstGeom prst="roundRect">
            <a:avLst/>
          </a:prstGeom>
          <a:solidFill>
            <a:srgbClr val="0072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8F709B-153F-DF4C-B876-42B8FE52E371}"/>
              </a:ext>
            </a:extLst>
          </p:cNvPr>
          <p:cNvSpPr txBox="1"/>
          <p:nvPr/>
        </p:nvSpPr>
        <p:spPr>
          <a:xfrm>
            <a:off x="9291205" y="3462081"/>
            <a:ext cx="54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Y" sz="800">
                <a:solidFill>
                  <a:srgbClr val="C00000"/>
                </a:solidFill>
              </a:rPr>
              <a:t>Before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CEA915-159D-1483-1E1A-C61720CCC341}"/>
              </a:ext>
            </a:extLst>
          </p:cNvPr>
          <p:cNvSpPr txBox="1"/>
          <p:nvPr/>
        </p:nvSpPr>
        <p:spPr>
          <a:xfrm>
            <a:off x="9291205" y="3669364"/>
            <a:ext cx="5496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Y" sz="800">
                <a:solidFill>
                  <a:srgbClr val="0072D7"/>
                </a:solidFill>
              </a:rPr>
              <a:t>After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A50259-2D42-6338-5712-7B23575C525D}"/>
              </a:ext>
            </a:extLst>
          </p:cNvPr>
          <p:cNvCxnSpPr>
            <a:cxnSpLocks/>
          </p:cNvCxnSpPr>
          <p:nvPr/>
        </p:nvCxnSpPr>
        <p:spPr>
          <a:xfrm flipV="1">
            <a:off x="3426894" y="1774019"/>
            <a:ext cx="8151314" cy="229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27CA142-4EB4-5F1B-BCFD-74698A530D0C}"/>
              </a:ext>
            </a:extLst>
          </p:cNvPr>
          <p:cNvSpPr txBox="1"/>
          <p:nvPr/>
        </p:nvSpPr>
        <p:spPr>
          <a:xfrm>
            <a:off x="512582" y="1842053"/>
            <a:ext cx="2271245" cy="4742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Implementation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B9316A-1B60-9894-A8AF-CF927327AD9B}"/>
              </a:ext>
            </a:extLst>
          </p:cNvPr>
          <p:cNvSpPr txBox="1"/>
          <p:nvPr/>
        </p:nvSpPr>
        <p:spPr>
          <a:xfrm>
            <a:off x="3458045" y="1828268"/>
            <a:ext cx="2271245" cy="4742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>
                <a:solidFill>
                  <a:srgbClr val="000000"/>
                </a:solidFill>
                <a:latin typeface="Montserrat"/>
              </a:rPr>
              <a:t>Deployment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073518-8389-445E-0683-AC325E2E3BFE}"/>
              </a:ext>
            </a:extLst>
          </p:cNvPr>
          <p:cNvSpPr txBox="1"/>
          <p:nvPr/>
        </p:nvSpPr>
        <p:spPr>
          <a:xfrm>
            <a:off x="6372847" y="1843708"/>
            <a:ext cx="2271245" cy="4742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>
                <a:solidFill>
                  <a:srgbClr val="000000"/>
                </a:solidFill>
                <a:latin typeface="Montserrat"/>
              </a:rPr>
              <a:t>Training &amp; Validation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7C12904-08DF-A17A-F22F-4849AEB07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478" y="199951"/>
            <a:ext cx="641803" cy="3182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290D43-7D9A-FC7B-974A-5FC606B258B7}"/>
              </a:ext>
            </a:extLst>
          </p:cNvPr>
          <p:cNvCxnSpPr/>
          <p:nvPr/>
        </p:nvCxnSpPr>
        <p:spPr>
          <a:xfrm>
            <a:off x="512582" y="4360127"/>
            <a:ext cx="0" cy="202952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EB00E7E-8B19-E01E-F5D7-03012035A7AD}"/>
              </a:ext>
            </a:extLst>
          </p:cNvPr>
          <p:cNvCxnSpPr/>
          <p:nvPr/>
        </p:nvCxnSpPr>
        <p:spPr>
          <a:xfrm>
            <a:off x="3454750" y="4360127"/>
            <a:ext cx="0" cy="202952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ight Arrow 28">
            <a:extLst>
              <a:ext uri="{FF2B5EF4-FFF2-40B4-BE49-F238E27FC236}">
                <a16:creationId xmlns:a16="http://schemas.microsoft.com/office/drawing/2014/main" id="{212F5A9E-D00D-7743-734A-8768A5B246B6}"/>
              </a:ext>
            </a:extLst>
          </p:cNvPr>
          <p:cNvSpPr/>
          <p:nvPr/>
        </p:nvSpPr>
        <p:spPr>
          <a:xfrm>
            <a:off x="512582" y="4222750"/>
            <a:ext cx="11065626" cy="62446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Y"/>
              <a:t>6 months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520BADA4-2F63-D568-2CD1-86E81DB84B8E}"/>
              </a:ext>
            </a:extLst>
          </p:cNvPr>
          <p:cNvSpPr/>
          <p:nvPr/>
        </p:nvSpPr>
        <p:spPr>
          <a:xfrm>
            <a:off x="3459083" y="5471736"/>
            <a:ext cx="8119123" cy="62446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Y"/>
              <a:t>1 week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0E416E0A-EC1E-69C5-CCF2-723803729706}"/>
              </a:ext>
            </a:extLst>
          </p:cNvPr>
          <p:cNvSpPr/>
          <p:nvPr/>
        </p:nvSpPr>
        <p:spPr>
          <a:xfrm>
            <a:off x="3454749" y="6096203"/>
            <a:ext cx="8119117" cy="624467"/>
          </a:xfrm>
          <a:prstGeom prst="rightArrow">
            <a:avLst/>
          </a:prstGeom>
          <a:solidFill>
            <a:srgbClr val="0072D7">
              <a:alpha val="2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73842736-1D0B-AA62-E30D-E17BBD8DF90F}"/>
              </a:ext>
            </a:extLst>
          </p:cNvPr>
          <p:cNvSpPr/>
          <p:nvPr/>
        </p:nvSpPr>
        <p:spPr>
          <a:xfrm>
            <a:off x="515387" y="4828740"/>
            <a:ext cx="11062815" cy="624467"/>
          </a:xfrm>
          <a:prstGeom prst="rightArrow">
            <a:avLst/>
          </a:prstGeom>
          <a:solidFill>
            <a:srgbClr val="0072D7">
              <a:alpha val="2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336CAF1F-BA40-E921-A133-5B8142EB3D36}"/>
              </a:ext>
            </a:extLst>
          </p:cNvPr>
          <p:cNvSpPr/>
          <p:nvPr/>
        </p:nvSpPr>
        <p:spPr>
          <a:xfrm>
            <a:off x="512581" y="4828741"/>
            <a:ext cx="2700000" cy="624467"/>
          </a:xfrm>
          <a:prstGeom prst="rightArrow">
            <a:avLst/>
          </a:prstGeom>
          <a:solidFill>
            <a:srgbClr val="0072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Y"/>
              <a:t>6 weeks</a:t>
            </a:r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A01248E4-AD45-05BD-504F-2795659DA023}"/>
              </a:ext>
            </a:extLst>
          </p:cNvPr>
          <p:cNvSpPr/>
          <p:nvPr/>
        </p:nvSpPr>
        <p:spPr>
          <a:xfrm>
            <a:off x="3469491" y="6096203"/>
            <a:ext cx="1225169" cy="624467"/>
          </a:xfrm>
          <a:prstGeom prst="rightArrow">
            <a:avLst/>
          </a:prstGeom>
          <a:solidFill>
            <a:srgbClr val="0072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Y"/>
              <a:t>3 hours</a:t>
            </a:r>
          </a:p>
        </p:txBody>
      </p:sp>
    </p:spTree>
    <p:extLst>
      <p:ext uri="{BB962C8B-B14F-4D97-AF65-F5344CB8AC3E}">
        <p14:creationId xmlns:p14="http://schemas.microsoft.com/office/powerpoint/2010/main" val="292493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2838B-0ABA-9D66-3DDF-602C5F2E8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2103170-C85D-FB5D-6301-C4E72DFF574C}"/>
              </a:ext>
            </a:extLst>
          </p:cNvPr>
          <p:cNvSpPr/>
          <p:nvPr/>
        </p:nvSpPr>
        <p:spPr>
          <a:xfrm>
            <a:off x="1" y="447"/>
            <a:ext cx="12190413" cy="1370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892AE67-5CF9-30F0-8152-A0F345C91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012" y="131654"/>
            <a:ext cx="10857999" cy="553998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Legacy 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4ADC-D84A-048D-EF8E-883180F10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478" y="199951"/>
            <a:ext cx="641803" cy="31820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8353172-9EDC-0ADF-3842-3D85C1ECF9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04503" y="1025912"/>
            <a:ext cx="10751975" cy="538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844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1F360-42E6-595E-0AE6-23019B9F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41D7A20-A1EF-3616-DDA7-779F892CAF9F}"/>
              </a:ext>
            </a:extLst>
          </p:cNvPr>
          <p:cNvSpPr/>
          <p:nvPr/>
        </p:nvSpPr>
        <p:spPr>
          <a:xfrm>
            <a:off x="1" y="447"/>
            <a:ext cx="12190413" cy="1370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911139-1BA1-ACE7-47D5-2F8C7A9BB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012" y="131654"/>
            <a:ext cx="10857999" cy="553998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Legacy Architecture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55FB679-18A8-3248-6F06-54963DB360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4503" y="1025912"/>
            <a:ext cx="10751975" cy="5388613"/>
          </a:xfrm>
          <a:prstGeom prst="rect">
            <a:avLst/>
          </a:prstGeom>
        </p:spPr>
      </p:pic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FFC3374-C6E9-FFD2-69AA-B4584F15B140}"/>
              </a:ext>
            </a:extLst>
          </p:cNvPr>
          <p:cNvSpPr/>
          <p:nvPr/>
        </p:nvSpPr>
        <p:spPr>
          <a:xfrm>
            <a:off x="4728118" y="2352908"/>
            <a:ext cx="4192858" cy="2488008"/>
          </a:xfrm>
          <a:prstGeom prst="roundRect">
            <a:avLst>
              <a:gd name="adj" fmla="val 7778"/>
            </a:avLst>
          </a:prstGeom>
          <a:solidFill>
            <a:srgbClr val="000000">
              <a:alpha val="50196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/>
          </a:p>
        </p:txBody>
      </p:sp>
      <p:sp>
        <p:nvSpPr>
          <p:cNvPr id="55" name="Rectangular Callout 54">
            <a:extLst>
              <a:ext uri="{FF2B5EF4-FFF2-40B4-BE49-F238E27FC236}">
                <a16:creationId xmlns:a16="http://schemas.microsoft.com/office/drawing/2014/main" id="{130FD177-AC07-2BD1-C37D-AB70AB2C6CD9}"/>
              </a:ext>
            </a:extLst>
          </p:cNvPr>
          <p:cNvSpPr/>
          <p:nvPr/>
        </p:nvSpPr>
        <p:spPr>
          <a:xfrm>
            <a:off x="9879981" y="2776654"/>
            <a:ext cx="1132404" cy="522707"/>
          </a:xfrm>
          <a:prstGeom prst="wedgeRectCallout">
            <a:avLst>
              <a:gd name="adj1" fmla="val -138936"/>
              <a:gd name="adj2" fmla="val 530"/>
            </a:avLst>
          </a:prstGeom>
          <a:effectLst>
            <a:outerShdw blurRad="232714" dist="38100" dir="4920000" sx="106816" sy="106816" algn="tl" rotWithShape="0">
              <a:prstClr val="black">
                <a:alpha val="5108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Y" sz="1200"/>
              <a:t>Salesforce Einstein</a:t>
            </a:r>
          </a:p>
          <a:p>
            <a:pPr algn="ctr"/>
            <a:r>
              <a:rPr lang="en-UY" sz="1200"/>
              <a:t>Black-Box</a:t>
            </a:r>
          </a:p>
        </p:txBody>
      </p:sp>
      <p:sp>
        <p:nvSpPr>
          <p:cNvPr id="56" name="Rectangular Callout 55">
            <a:extLst>
              <a:ext uri="{FF2B5EF4-FFF2-40B4-BE49-F238E27FC236}">
                <a16:creationId xmlns:a16="http://schemas.microsoft.com/office/drawing/2014/main" id="{55D853CE-B611-3872-CF34-4C86C36B78B0}"/>
              </a:ext>
            </a:extLst>
          </p:cNvPr>
          <p:cNvSpPr/>
          <p:nvPr/>
        </p:nvSpPr>
        <p:spPr>
          <a:xfrm>
            <a:off x="116855" y="4436899"/>
            <a:ext cx="2172302" cy="1501408"/>
          </a:xfrm>
          <a:prstGeom prst="wedgeRectCallout">
            <a:avLst>
              <a:gd name="adj1" fmla="val -9549"/>
              <a:gd name="adj2" fmla="val -80137"/>
            </a:avLst>
          </a:prstGeom>
          <a:solidFill>
            <a:srgbClr val="053057">
              <a:alpha val="65098"/>
            </a:srgbClr>
          </a:solidFill>
          <a:effectLst>
            <a:outerShdw blurRad="232714" dist="38100" dir="4920000" sx="106816" sy="106816" algn="tl" rotWithShape="0">
              <a:prstClr val="black">
                <a:alpha val="5108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System Font Regular"/>
              <a:buChar char="-"/>
            </a:pPr>
            <a:r>
              <a:rPr lang="en-US" sz="1200"/>
              <a:t>Limited CI/CD</a:t>
            </a:r>
          </a:p>
          <a:p>
            <a:pPr marL="171450" indent="-171450">
              <a:buFont typeface="System Font Regular"/>
              <a:buChar char="-"/>
            </a:pPr>
            <a:r>
              <a:rPr lang="en-US" sz="1200"/>
              <a:t>No cadence/retraining scheduling</a:t>
            </a:r>
          </a:p>
          <a:p>
            <a:pPr marL="171450" indent="-171450">
              <a:buFont typeface="System Font Regular"/>
              <a:buChar char="-"/>
            </a:pPr>
            <a:r>
              <a:rPr lang="en-US" sz="1200"/>
              <a:t>Limited Collaboration (No GitHub)</a:t>
            </a:r>
          </a:p>
          <a:p>
            <a:pPr marL="171450" indent="-171450">
              <a:buFont typeface="System Font Regular"/>
              <a:buChar char="-"/>
            </a:pPr>
            <a:r>
              <a:rPr lang="en-US" sz="1200"/>
              <a:t>Code on individual PCs</a:t>
            </a:r>
          </a:p>
        </p:txBody>
      </p:sp>
      <p:sp>
        <p:nvSpPr>
          <p:cNvPr id="2" name="Rectangular Callout 1">
            <a:extLst>
              <a:ext uri="{FF2B5EF4-FFF2-40B4-BE49-F238E27FC236}">
                <a16:creationId xmlns:a16="http://schemas.microsoft.com/office/drawing/2014/main" id="{9F7A7260-7036-97B6-36EB-FBF07BE739EA}"/>
              </a:ext>
            </a:extLst>
          </p:cNvPr>
          <p:cNvSpPr/>
          <p:nvPr/>
        </p:nvSpPr>
        <p:spPr>
          <a:xfrm>
            <a:off x="2588561" y="5187603"/>
            <a:ext cx="2819779" cy="1286983"/>
          </a:xfrm>
          <a:prstGeom prst="wedgeRectCallout">
            <a:avLst>
              <a:gd name="adj1" fmla="val -308"/>
              <a:gd name="adj2" fmla="val -78651"/>
            </a:avLst>
          </a:prstGeom>
          <a:solidFill>
            <a:srgbClr val="053057">
              <a:alpha val="65098"/>
            </a:srgbClr>
          </a:solidFill>
          <a:effectLst>
            <a:outerShdw blurRad="232714" dist="38100" dir="4920000" sx="106816" sy="106816" algn="tl" rotWithShape="0">
              <a:prstClr val="black">
                <a:alpha val="5108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System Font Regular"/>
              <a:buChar char="-"/>
            </a:pPr>
            <a:r>
              <a:rPr lang="en-US" sz="1200"/>
              <a:t>Data gathering  completed by "stitching" data from desperate sources</a:t>
            </a:r>
          </a:p>
          <a:p>
            <a:pPr marL="628650" lvl="1" indent="-171450">
              <a:buFont typeface="System Font Regular"/>
              <a:buChar char="-"/>
            </a:pPr>
            <a:r>
              <a:rPr lang="en-US" sz="1200"/>
              <a:t>4+ weeks</a:t>
            </a:r>
          </a:p>
          <a:p>
            <a:pPr marL="171450" indent="-171450">
              <a:buFont typeface="System Font Regular"/>
              <a:buChar char="-"/>
            </a:pPr>
            <a:r>
              <a:rPr lang="en-US" sz="1200"/>
              <a:t>Ad-Hoc Feature engineering </a:t>
            </a:r>
          </a:p>
          <a:p>
            <a:pPr marL="628650" lvl="1" indent="-171450">
              <a:buFont typeface="System Font Regular"/>
              <a:buChar char="-"/>
            </a:pPr>
            <a:r>
              <a:rPr lang="en-US" sz="1200"/>
              <a:t>4+ weeks </a:t>
            </a:r>
          </a:p>
        </p:txBody>
      </p:sp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40C31251-D1CB-97DF-DB95-E3A6CF5A7EBC}"/>
              </a:ext>
            </a:extLst>
          </p:cNvPr>
          <p:cNvSpPr/>
          <p:nvPr/>
        </p:nvSpPr>
        <p:spPr>
          <a:xfrm>
            <a:off x="5765181" y="5187603"/>
            <a:ext cx="2642840" cy="1286983"/>
          </a:xfrm>
          <a:prstGeom prst="wedgeRectCallout">
            <a:avLst>
              <a:gd name="adj1" fmla="val 87"/>
              <a:gd name="adj2" fmla="val -96476"/>
            </a:avLst>
          </a:prstGeom>
          <a:solidFill>
            <a:srgbClr val="053057">
              <a:alpha val="65098"/>
            </a:srgbClr>
          </a:solidFill>
          <a:effectLst>
            <a:outerShdw blurRad="232714" dist="38100" dir="4920000" sx="106816" sy="106816" algn="tl" rotWithShape="0">
              <a:prstClr val="black">
                <a:alpha val="5108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buFont typeface="System Font Regular"/>
              <a:buChar char="-"/>
            </a:pPr>
            <a:r>
              <a:rPr lang="en-US" sz="1200"/>
              <a:t>Static Models with no automatic retraining led to significant ”model drift”</a:t>
            </a:r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2A8DC2E4-E301-1301-43B5-BB3BE4D824F0}"/>
              </a:ext>
            </a:extLst>
          </p:cNvPr>
          <p:cNvSpPr/>
          <p:nvPr/>
        </p:nvSpPr>
        <p:spPr>
          <a:xfrm>
            <a:off x="9201286" y="5783349"/>
            <a:ext cx="2642840" cy="820652"/>
          </a:xfrm>
          <a:prstGeom prst="wedgeRectCallout">
            <a:avLst>
              <a:gd name="adj1" fmla="val 86"/>
              <a:gd name="adj2" fmla="val -142381"/>
            </a:avLst>
          </a:prstGeom>
          <a:solidFill>
            <a:srgbClr val="053057">
              <a:alpha val="65098"/>
            </a:srgbClr>
          </a:solidFill>
          <a:effectLst>
            <a:outerShdw blurRad="232714" dist="38100" dir="4920000" sx="106816" sy="106816" algn="tl" rotWithShape="0">
              <a:prstClr val="black">
                <a:alpha val="5108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System Font Regular"/>
              <a:buChar char="-"/>
            </a:pPr>
            <a:r>
              <a:rPr lang="en-US" sz="1200"/>
              <a:t>Limited monitoring and output validation</a:t>
            </a:r>
          </a:p>
          <a:p>
            <a:pPr marL="171450" indent="-171450">
              <a:buFont typeface="System Font Regular"/>
              <a:buChar char="-"/>
            </a:pPr>
            <a:r>
              <a:rPr lang="en-US" sz="1200"/>
              <a:t>Late to notice and respond to errors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49063C-AEE5-493A-62F3-D3C6B65F3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478" y="199951"/>
            <a:ext cx="641803" cy="31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11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B808F-A905-E6DF-D9E9-08A6D0989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4A961E3-D093-ED9C-34CB-B05DAF18B24E}"/>
              </a:ext>
            </a:extLst>
          </p:cNvPr>
          <p:cNvSpPr/>
          <p:nvPr/>
        </p:nvSpPr>
        <p:spPr>
          <a:xfrm>
            <a:off x="1" y="447"/>
            <a:ext cx="12190413" cy="1370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A7982F-5C77-D2EC-1359-19728E64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012" y="131654"/>
            <a:ext cx="10857999" cy="553998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Current Architecture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BF9D7EE-EBBC-99CA-7C91-91BBEAEFAD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11484" y="770663"/>
            <a:ext cx="10141658" cy="59183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5F41D7F-7BA9-2BA2-F010-640B3CF6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478" y="199951"/>
            <a:ext cx="641803" cy="3182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22F6D8-4B4D-0468-9F22-8B9B36C17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86" y="6087337"/>
            <a:ext cx="713119" cy="44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95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64FC3-F4C7-73E7-36A3-E44E150AC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AB2CB65-714E-0495-4863-495ABF46168D}"/>
              </a:ext>
            </a:extLst>
          </p:cNvPr>
          <p:cNvSpPr/>
          <p:nvPr/>
        </p:nvSpPr>
        <p:spPr>
          <a:xfrm>
            <a:off x="1" y="447"/>
            <a:ext cx="12190413" cy="1370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14C106-A607-198E-230E-DE7E9F46F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012" y="131654"/>
            <a:ext cx="10857999" cy="553998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Current Architecture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0D3231B-C73D-2B96-B416-82898CD85E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11484" y="770663"/>
            <a:ext cx="10141658" cy="5918348"/>
          </a:xfrm>
          <a:prstGeom prst="rect">
            <a:avLst/>
          </a:prstGeom>
        </p:spPr>
      </p:pic>
      <p:sp>
        <p:nvSpPr>
          <p:cNvPr id="2" name="Rectangular Callout 1">
            <a:extLst>
              <a:ext uri="{FF2B5EF4-FFF2-40B4-BE49-F238E27FC236}">
                <a16:creationId xmlns:a16="http://schemas.microsoft.com/office/drawing/2014/main" id="{D2AE1354-7A02-B76D-8278-18136F05E9CA}"/>
              </a:ext>
            </a:extLst>
          </p:cNvPr>
          <p:cNvSpPr/>
          <p:nvPr/>
        </p:nvSpPr>
        <p:spPr>
          <a:xfrm>
            <a:off x="347874" y="4493365"/>
            <a:ext cx="2172302" cy="1206395"/>
          </a:xfrm>
          <a:prstGeom prst="wedgeRectCallout">
            <a:avLst>
              <a:gd name="adj1" fmla="val 39173"/>
              <a:gd name="adj2" fmla="val -121714"/>
            </a:avLst>
          </a:prstGeom>
          <a:solidFill>
            <a:srgbClr val="053057">
              <a:alpha val="65098"/>
            </a:srgbClr>
          </a:solidFill>
          <a:effectLst>
            <a:outerShdw blurRad="232714" dist="38100" dir="4920000" sx="106816" sy="106816" algn="tl" rotWithShape="0">
              <a:prstClr val="black">
                <a:alpha val="5108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buFont typeface="System Font Regular"/>
              <a:buChar char="-"/>
            </a:pPr>
            <a:r>
              <a:rPr lang="en-US" sz="1200"/>
              <a:t>Full featured CI/CD pipelines</a:t>
            </a:r>
          </a:p>
          <a:p>
            <a:pPr marL="171450" indent="-171450">
              <a:buFont typeface="System Font Regular"/>
              <a:buChar char="-"/>
            </a:pPr>
            <a:r>
              <a:rPr lang="en-US" sz="1200"/>
              <a:t>Automated Re-Training</a:t>
            </a:r>
          </a:p>
          <a:p>
            <a:pPr marL="171450" indent="-171450">
              <a:buFont typeface="System Font Regular"/>
              <a:buChar char="-"/>
            </a:pPr>
            <a:r>
              <a:rPr lang="en-US" sz="1200"/>
              <a:t>Collaboration in </a:t>
            </a:r>
            <a:r>
              <a:rPr lang="en-US" sz="1200" err="1"/>
              <a:t>Github</a:t>
            </a:r>
            <a:r>
              <a:rPr lang="en-US" sz="1200"/>
              <a:t> repos</a:t>
            </a:r>
            <a:endParaRPr lang="en-UY" sz="1200"/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5DA353F6-941C-B103-A6A2-3E40E59832E8}"/>
              </a:ext>
            </a:extLst>
          </p:cNvPr>
          <p:cNvSpPr/>
          <p:nvPr/>
        </p:nvSpPr>
        <p:spPr>
          <a:xfrm>
            <a:off x="6757545" y="5472083"/>
            <a:ext cx="2172302" cy="807170"/>
          </a:xfrm>
          <a:prstGeom prst="wedgeRectCallout">
            <a:avLst>
              <a:gd name="adj1" fmla="val -31348"/>
              <a:gd name="adj2" fmla="val -142503"/>
            </a:avLst>
          </a:prstGeom>
          <a:solidFill>
            <a:srgbClr val="053057">
              <a:alpha val="65098"/>
            </a:srgbClr>
          </a:solidFill>
          <a:effectLst>
            <a:outerShdw blurRad="232714" dist="38100" dir="4920000" sx="106816" sy="106816" algn="tl" rotWithShape="0">
              <a:prstClr val="black">
                <a:alpha val="5108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System Font Regular"/>
              <a:buChar char="-"/>
            </a:pPr>
            <a:r>
              <a:rPr lang="en-US" sz="1200"/>
              <a:t>Model Registry simplifies process</a:t>
            </a:r>
            <a:endParaRPr lang="en-UY" sz="1200"/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E086169E-8F20-24FE-5BA9-A9B211E3D27B}"/>
              </a:ext>
            </a:extLst>
          </p:cNvPr>
          <p:cNvSpPr/>
          <p:nvPr/>
        </p:nvSpPr>
        <p:spPr>
          <a:xfrm>
            <a:off x="9724265" y="1835470"/>
            <a:ext cx="2172302" cy="807170"/>
          </a:xfrm>
          <a:prstGeom prst="wedgeRectCallout">
            <a:avLst>
              <a:gd name="adj1" fmla="val -53107"/>
              <a:gd name="adj2" fmla="val 96080"/>
            </a:avLst>
          </a:prstGeom>
          <a:solidFill>
            <a:srgbClr val="053057">
              <a:alpha val="65098"/>
            </a:srgbClr>
          </a:solidFill>
          <a:effectLst>
            <a:outerShdw blurRad="232714" dist="38100" dir="4920000" sx="106816" sy="106816" algn="tl" rotWithShape="0">
              <a:prstClr val="black">
                <a:alpha val="5108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System Font Regular"/>
              <a:buChar char="-"/>
            </a:pPr>
            <a:r>
              <a:rPr lang="en-US" sz="1200"/>
              <a:t>Monitoring Dashboards</a:t>
            </a:r>
          </a:p>
          <a:p>
            <a:pPr marL="171450" indent="-171450">
              <a:buFont typeface="System Font Regular"/>
              <a:buChar char="-"/>
            </a:pPr>
            <a:r>
              <a:rPr lang="en-US" sz="1200"/>
              <a:t>Alerts on quality/drifts</a:t>
            </a:r>
            <a:endParaRPr lang="en-UY" sz="12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3B860C-54BA-2543-9A5D-1EFC12CB5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478" y="199951"/>
            <a:ext cx="641803" cy="3182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C19B20-213E-C1CC-F0B7-A8C7C5A2B0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86" y="6087337"/>
            <a:ext cx="713119" cy="442786"/>
          </a:xfrm>
          <a:prstGeom prst="rect">
            <a:avLst/>
          </a:prstGeom>
        </p:spPr>
      </p:pic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0523B13A-F168-6A45-3858-CA2ED35D2CD3}"/>
              </a:ext>
            </a:extLst>
          </p:cNvPr>
          <p:cNvSpPr/>
          <p:nvPr/>
        </p:nvSpPr>
        <p:spPr>
          <a:xfrm>
            <a:off x="3922905" y="5187603"/>
            <a:ext cx="2172302" cy="807170"/>
          </a:xfrm>
          <a:prstGeom prst="wedgeRectCallout">
            <a:avLst>
              <a:gd name="adj1" fmla="val -40029"/>
              <a:gd name="adj2" fmla="val -110144"/>
            </a:avLst>
          </a:prstGeom>
          <a:solidFill>
            <a:srgbClr val="053057">
              <a:alpha val="65098"/>
            </a:srgbClr>
          </a:solidFill>
          <a:effectLst>
            <a:outerShdw blurRad="232714" dist="38100" dir="4920000" sx="106816" sy="106816" algn="tl" rotWithShape="0">
              <a:prstClr val="black">
                <a:alpha val="5108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System Font Regular"/>
              <a:buChar char="-"/>
            </a:pPr>
            <a:r>
              <a:rPr lang="en-US" sz="1200"/>
              <a:t>Feature Store Strategy</a:t>
            </a:r>
          </a:p>
          <a:p>
            <a:pPr marL="171450" indent="-171450">
              <a:buFont typeface="System Font Regular"/>
              <a:buChar char="-"/>
            </a:pPr>
            <a:r>
              <a:rPr lang="en-US" sz="1200"/>
              <a:t>Automated Feature Refresh</a:t>
            </a:r>
            <a:endParaRPr lang="en-UY" sz="1200"/>
          </a:p>
        </p:txBody>
      </p:sp>
    </p:spTree>
    <p:extLst>
      <p:ext uri="{BB962C8B-B14F-4D97-AF65-F5344CB8AC3E}">
        <p14:creationId xmlns:p14="http://schemas.microsoft.com/office/powerpoint/2010/main" val="49619398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Pages">
  <a:themeElements>
    <a:clrScheme name="Custom 1">
      <a:dk1>
        <a:srgbClr val="000000"/>
      </a:dk1>
      <a:lt1>
        <a:srgbClr val="FFFFFF"/>
      </a:lt1>
      <a:dk2>
        <a:srgbClr val="053057"/>
      </a:dk2>
      <a:lt2>
        <a:srgbClr val="F4F3F0"/>
      </a:lt2>
      <a:accent1>
        <a:srgbClr val="053057"/>
      </a:accent1>
      <a:accent2>
        <a:srgbClr val="00EDED"/>
      </a:accent2>
      <a:accent3>
        <a:srgbClr val="A2F3F3"/>
      </a:accent3>
      <a:accent4>
        <a:srgbClr val="314550"/>
      </a:accent4>
      <a:accent5>
        <a:srgbClr val="1A1A1A"/>
      </a:accent5>
      <a:accent6>
        <a:srgbClr val="0B0D0E"/>
      </a:accent6>
      <a:hlink>
        <a:srgbClr val="007676"/>
      </a:hlink>
      <a:folHlink>
        <a:srgbClr val="00ECEC"/>
      </a:folHlink>
    </a:clrScheme>
    <a:fontScheme name="Montserrat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end+toolkit-Revamp-v2" id="{7231DC54-400F-5746-B1C4-6AB0DD1EAFBE}" vid="{B1256C6A-DD3C-C24B-A625-CC668142D764}"/>
    </a:ext>
  </a:extLst>
</a:theme>
</file>

<file path=ppt/theme/theme2.xml><?xml version="1.0" encoding="utf-8"?>
<a:theme xmlns:a="http://schemas.openxmlformats.org/drawingml/2006/main" name="Agenda">
  <a:themeElements>
    <a:clrScheme name="Custom 1">
      <a:dk1>
        <a:srgbClr val="000000"/>
      </a:dk1>
      <a:lt1>
        <a:srgbClr val="FFFFFF"/>
      </a:lt1>
      <a:dk2>
        <a:srgbClr val="053057"/>
      </a:dk2>
      <a:lt2>
        <a:srgbClr val="F4F3F0"/>
      </a:lt2>
      <a:accent1>
        <a:srgbClr val="053057"/>
      </a:accent1>
      <a:accent2>
        <a:srgbClr val="00EDED"/>
      </a:accent2>
      <a:accent3>
        <a:srgbClr val="A2F3F3"/>
      </a:accent3>
      <a:accent4>
        <a:srgbClr val="314550"/>
      </a:accent4>
      <a:accent5>
        <a:srgbClr val="1A1A1A"/>
      </a:accent5>
      <a:accent6>
        <a:srgbClr val="0B0D0E"/>
      </a:accent6>
      <a:hlink>
        <a:srgbClr val="007676"/>
      </a:hlink>
      <a:folHlink>
        <a:srgbClr val="00ECEC"/>
      </a:folHlink>
    </a:clrScheme>
    <a:fontScheme name="Montserrat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end+toolkit-Revamp-v2" id="{7231DC54-400F-5746-B1C4-6AB0DD1EAFBE}" vid="{F3AF3F88-8859-FE44-95DD-BEC54437BE32}"/>
    </a:ext>
  </a:extLst>
</a:theme>
</file>

<file path=ppt/theme/theme3.xml><?xml version="1.0" encoding="utf-8"?>
<a:theme xmlns:a="http://schemas.openxmlformats.org/drawingml/2006/main" name="Page Breakers">
  <a:themeElements>
    <a:clrScheme name="Custom 1">
      <a:dk1>
        <a:srgbClr val="000000"/>
      </a:dk1>
      <a:lt1>
        <a:srgbClr val="FFFFFF"/>
      </a:lt1>
      <a:dk2>
        <a:srgbClr val="053057"/>
      </a:dk2>
      <a:lt2>
        <a:srgbClr val="F4F3F0"/>
      </a:lt2>
      <a:accent1>
        <a:srgbClr val="053057"/>
      </a:accent1>
      <a:accent2>
        <a:srgbClr val="00EDED"/>
      </a:accent2>
      <a:accent3>
        <a:srgbClr val="A2F3F3"/>
      </a:accent3>
      <a:accent4>
        <a:srgbClr val="314550"/>
      </a:accent4>
      <a:accent5>
        <a:srgbClr val="1A1A1A"/>
      </a:accent5>
      <a:accent6>
        <a:srgbClr val="0B0D0E"/>
      </a:accent6>
      <a:hlink>
        <a:srgbClr val="007676"/>
      </a:hlink>
      <a:folHlink>
        <a:srgbClr val="00ECEC"/>
      </a:folHlink>
    </a:clrScheme>
    <a:fontScheme name="Montserrat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end+toolkit-Revamp-v2" id="{7231DC54-400F-5746-B1C4-6AB0DD1EAFBE}" vid="{D3AD968A-E45A-5A44-815D-43BC4497A37E}"/>
    </a:ext>
  </a:extLst>
</a:theme>
</file>

<file path=ppt/theme/theme4.xml><?xml version="1.0" encoding="utf-8"?>
<a:theme xmlns:a="http://schemas.openxmlformats.org/drawingml/2006/main" name="Blank Layout">
  <a:themeElements>
    <a:clrScheme name="Custom 1">
      <a:dk1>
        <a:srgbClr val="000000"/>
      </a:dk1>
      <a:lt1>
        <a:srgbClr val="FFFFFF"/>
      </a:lt1>
      <a:dk2>
        <a:srgbClr val="053057"/>
      </a:dk2>
      <a:lt2>
        <a:srgbClr val="F4F3F0"/>
      </a:lt2>
      <a:accent1>
        <a:srgbClr val="053057"/>
      </a:accent1>
      <a:accent2>
        <a:srgbClr val="00EDED"/>
      </a:accent2>
      <a:accent3>
        <a:srgbClr val="A2F3F3"/>
      </a:accent3>
      <a:accent4>
        <a:srgbClr val="314550"/>
      </a:accent4>
      <a:accent5>
        <a:srgbClr val="1A1A1A"/>
      </a:accent5>
      <a:accent6>
        <a:srgbClr val="0B0D0E"/>
      </a:accent6>
      <a:hlink>
        <a:srgbClr val="007676"/>
      </a:hlink>
      <a:folHlink>
        <a:srgbClr val="00ECEC"/>
      </a:folHlink>
    </a:clrScheme>
    <a:fontScheme name="Montserrat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end+toolkit-Revamp-v2" id="{7231DC54-400F-5746-B1C4-6AB0DD1EAFBE}" vid="{9C4C06B7-34FC-1C4A-B0DB-75FE2B011166}"/>
    </a:ext>
  </a:extLst>
</a:theme>
</file>

<file path=ppt/theme/theme5.xml><?xml version="1.0" encoding="utf-8"?>
<a:theme xmlns:a="http://schemas.openxmlformats.org/drawingml/2006/main" name="Callout / Quotes">
  <a:themeElements>
    <a:clrScheme name="Custom 1">
      <a:dk1>
        <a:srgbClr val="000000"/>
      </a:dk1>
      <a:lt1>
        <a:srgbClr val="FFFFFF"/>
      </a:lt1>
      <a:dk2>
        <a:srgbClr val="053057"/>
      </a:dk2>
      <a:lt2>
        <a:srgbClr val="F4F3F0"/>
      </a:lt2>
      <a:accent1>
        <a:srgbClr val="053057"/>
      </a:accent1>
      <a:accent2>
        <a:srgbClr val="00EDED"/>
      </a:accent2>
      <a:accent3>
        <a:srgbClr val="A2F3F3"/>
      </a:accent3>
      <a:accent4>
        <a:srgbClr val="314550"/>
      </a:accent4>
      <a:accent5>
        <a:srgbClr val="1A1A1A"/>
      </a:accent5>
      <a:accent6>
        <a:srgbClr val="0B0D0E"/>
      </a:accent6>
      <a:hlink>
        <a:srgbClr val="007676"/>
      </a:hlink>
      <a:folHlink>
        <a:srgbClr val="00ECEC"/>
      </a:folHlink>
    </a:clrScheme>
    <a:fontScheme name="Montserrat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end+toolkit-Revamp-v2" id="{7231DC54-400F-5746-B1C4-6AB0DD1EAFBE}" vid="{39901185-A0A3-E943-9850-419D6E00F471}"/>
    </a:ext>
  </a:extLst>
</a:theme>
</file>

<file path=ppt/theme/theme6.xml><?xml version="1.0" encoding="utf-8"?>
<a:theme xmlns:a="http://schemas.openxmlformats.org/drawingml/2006/main" name="Team Lineup">
  <a:themeElements>
    <a:clrScheme name="Custom 1">
      <a:dk1>
        <a:srgbClr val="000000"/>
      </a:dk1>
      <a:lt1>
        <a:srgbClr val="FFFFFF"/>
      </a:lt1>
      <a:dk2>
        <a:srgbClr val="053057"/>
      </a:dk2>
      <a:lt2>
        <a:srgbClr val="F4F3F0"/>
      </a:lt2>
      <a:accent1>
        <a:srgbClr val="053057"/>
      </a:accent1>
      <a:accent2>
        <a:srgbClr val="00EDED"/>
      </a:accent2>
      <a:accent3>
        <a:srgbClr val="A2F3F3"/>
      </a:accent3>
      <a:accent4>
        <a:srgbClr val="314550"/>
      </a:accent4>
      <a:accent5>
        <a:srgbClr val="1A1A1A"/>
      </a:accent5>
      <a:accent6>
        <a:srgbClr val="0B0D0E"/>
      </a:accent6>
      <a:hlink>
        <a:srgbClr val="007676"/>
      </a:hlink>
      <a:folHlink>
        <a:srgbClr val="00ECEC"/>
      </a:folHlink>
    </a:clrScheme>
    <a:fontScheme name="Montserrat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end+toolkit-Revamp-v2" id="{7231DC54-400F-5746-B1C4-6AB0DD1EAFBE}" vid="{E6C65316-8DD2-3242-8FF7-88EDB3D086C9}"/>
    </a:ext>
  </a:extLst>
</a:theme>
</file>

<file path=ppt/theme/theme7.xml><?xml version="1.0" encoding="utf-8"?>
<a:theme xmlns:a="http://schemas.openxmlformats.org/drawingml/2006/main" name="Question and Answer">
  <a:themeElements>
    <a:clrScheme name="Custom 1">
      <a:dk1>
        <a:srgbClr val="000000"/>
      </a:dk1>
      <a:lt1>
        <a:srgbClr val="FFFFFF"/>
      </a:lt1>
      <a:dk2>
        <a:srgbClr val="053057"/>
      </a:dk2>
      <a:lt2>
        <a:srgbClr val="F4F3F0"/>
      </a:lt2>
      <a:accent1>
        <a:srgbClr val="053057"/>
      </a:accent1>
      <a:accent2>
        <a:srgbClr val="00EDED"/>
      </a:accent2>
      <a:accent3>
        <a:srgbClr val="A2F3F3"/>
      </a:accent3>
      <a:accent4>
        <a:srgbClr val="314550"/>
      </a:accent4>
      <a:accent5>
        <a:srgbClr val="1A1A1A"/>
      </a:accent5>
      <a:accent6>
        <a:srgbClr val="0B0D0E"/>
      </a:accent6>
      <a:hlink>
        <a:srgbClr val="007676"/>
      </a:hlink>
      <a:folHlink>
        <a:srgbClr val="00ECEC"/>
      </a:folHlink>
    </a:clrScheme>
    <a:fontScheme name="Montserrat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end+toolkit-Revamp-v2" id="{7231DC54-400F-5746-B1C4-6AB0DD1EAFBE}" vid="{E7EC6C2E-FB03-6948-8970-56EB643F3C26}"/>
    </a:ext>
  </a:extLst>
</a:theme>
</file>

<file path=ppt/theme/theme8.xml><?xml version="1.0" encoding="utf-8"?>
<a:theme xmlns:a="http://schemas.openxmlformats.org/drawingml/2006/main" name="Thank You">
  <a:themeElements>
    <a:clrScheme name="Custom 1">
      <a:dk1>
        <a:srgbClr val="000000"/>
      </a:dk1>
      <a:lt1>
        <a:srgbClr val="FFFFFF"/>
      </a:lt1>
      <a:dk2>
        <a:srgbClr val="053057"/>
      </a:dk2>
      <a:lt2>
        <a:srgbClr val="F4F3F0"/>
      </a:lt2>
      <a:accent1>
        <a:srgbClr val="053057"/>
      </a:accent1>
      <a:accent2>
        <a:srgbClr val="00EDED"/>
      </a:accent2>
      <a:accent3>
        <a:srgbClr val="A2F3F3"/>
      </a:accent3>
      <a:accent4>
        <a:srgbClr val="314550"/>
      </a:accent4>
      <a:accent5>
        <a:srgbClr val="1A1A1A"/>
      </a:accent5>
      <a:accent6>
        <a:srgbClr val="0B0D0E"/>
      </a:accent6>
      <a:hlink>
        <a:srgbClr val="007676"/>
      </a:hlink>
      <a:folHlink>
        <a:srgbClr val="00ECEC"/>
      </a:folHlink>
    </a:clrScheme>
    <a:fontScheme name="Montserrat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end+toolkit-Revamp-v2" id="{7231DC54-400F-5746-B1C4-6AB0DD1EAFBE}" vid="{792F355B-4BF0-994C-A234-5DED4E37BF6C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4f0a6da-926c-4453-b24e-2ca563738c6c">
      <Terms xmlns="http://schemas.microsoft.com/office/infopath/2007/PartnerControls"/>
    </lcf76f155ced4ddcb4097134ff3c332f>
    <TaxCatchAll xmlns="edea3eb2-66a9-44c6-917b-42f3baabfb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C3AE52BA15E947ABA8A8EDB4E1691E" ma:contentTypeVersion="11" ma:contentTypeDescription="Create a new document." ma:contentTypeScope="" ma:versionID="5e69141bed8afdaa095dd9b55439fdba">
  <xsd:schema xmlns:xsd="http://www.w3.org/2001/XMLSchema" xmlns:xs="http://www.w3.org/2001/XMLSchema" xmlns:p="http://schemas.microsoft.com/office/2006/metadata/properties" xmlns:ns2="94f0a6da-926c-4453-b24e-2ca563738c6c" xmlns:ns3="edea3eb2-66a9-44c6-917b-42f3baabfb24" targetNamespace="http://schemas.microsoft.com/office/2006/metadata/properties" ma:root="true" ma:fieldsID="916bd45decd05c9d9352cabd301514ec" ns2:_="" ns3:_="">
    <xsd:import namespace="94f0a6da-926c-4453-b24e-2ca563738c6c"/>
    <xsd:import namespace="edea3eb2-66a9-44c6-917b-42f3baabfb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f0a6da-926c-4453-b24e-2ca563738c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2b4ba89-8ace-419e-814f-6a2e402f62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ea3eb2-66a9-44c6-917b-42f3baabfb2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70a1e3e-d6c4-46b1-87f4-eecbd867d7e9}" ma:internalName="TaxCatchAll" ma:showField="CatchAllData" ma:web="edea3eb2-66a9-44c6-917b-42f3baabfb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9929E8-E35A-4504-A25D-34C73319F940}">
  <ds:schemaRefs>
    <ds:schemaRef ds:uri="94f0a6da-926c-4453-b24e-2ca563738c6c"/>
    <ds:schemaRef ds:uri="edea3eb2-66a9-44c6-917b-42f3baabfb2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4DAFD7-44BD-4A67-A504-376EF72699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911E3D-2361-46E7-A2F0-0B15B2DB5FBD}">
  <ds:schemaRefs>
    <ds:schemaRef ds:uri="94f0a6da-926c-4453-b24e-2ca563738c6c"/>
    <ds:schemaRef ds:uri="edea3eb2-66a9-44c6-917b-42f3baabfb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Cover Pages</Template>
  <Application>Microsoft Office PowerPoint</Application>
  <PresentationFormat>Widescreen</PresentationFormat>
  <Slides>9</Slides>
  <Notes>8</Notes>
  <HiddenSlides>0</HiddenSlide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Cover Pages</vt:lpstr>
      <vt:lpstr>Agenda</vt:lpstr>
      <vt:lpstr>Page Breakers</vt:lpstr>
      <vt:lpstr>Blank Layout</vt:lpstr>
      <vt:lpstr>Callout / Quotes</vt:lpstr>
      <vt:lpstr>Team Lineup</vt:lpstr>
      <vt:lpstr>Question and Answer</vt:lpstr>
      <vt:lpstr>Thank You</vt:lpstr>
      <vt:lpstr>Pre/Post ML Architecture</vt:lpstr>
      <vt:lpstr>Modern ML Ops stack will enable NCL to move quickly to deploy machine learning confidently to a variety of business decisions </vt:lpstr>
      <vt:lpstr>How machine learning is improved at NCL</vt:lpstr>
      <vt:lpstr>Business impacts of these improvements</vt:lpstr>
      <vt:lpstr>Time to Market improvements</vt:lpstr>
      <vt:lpstr>Legacy Architecture</vt:lpstr>
      <vt:lpstr>Legacy Architecture</vt:lpstr>
      <vt:lpstr>Current Architecture</vt:lpstr>
      <vt:lpstr>Current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Garcia Austt</dc:creator>
  <cp:revision>1</cp:revision>
  <dcterms:created xsi:type="dcterms:W3CDTF">2026-01-22T19:32:28Z</dcterms:created>
  <dcterms:modified xsi:type="dcterms:W3CDTF">2026-04-14T13:34:26Z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0x0101005EC3AE52BA15E947ABA8A8EDB4E1691E</vt:lpwstr>
  </property>
</Properties>
</file>