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7"/>
  </p:notesMasterIdLst>
  <p:sldIdLst>
    <p:sldId id="2147470901" r:id="rId5"/>
    <p:sldId id="2147470902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94" autoAdjust="0"/>
    <p:restoredTop sz="88927" autoAdjust="0"/>
  </p:normalViewPr>
  <p:slideViewPr>
    <p:cSldViewPr snapToGrid="0">
      <p:cViewPr varScale="1">
        <p:scale>
          <a:sx n="76" d="100"/>
          <a:sy n="76" d="100"/>
        </p:scale>
        <p:origin x="103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idi Idham" userId="7419cd3b-2c5b-446f-a04c-ceca3bb7ec6c" providerId="ADAL" clId="{6E8174D4-0E8B-42E3-B097-5A4D5F0E6474}"/>
    <pc:docChg chg="delSld delSection modSection">
      <pc:chgData name="Aidi Idham" userId="7419cd3b-2c5b-446f-a04c-ceca3bb7ec6c" providerId="ADAL" clId="{6E8174D4-0E8B-42E3-B097-5A4D5F0E6474}" dt="2023-10-26T08:26:58.288" v="7" actId="17851"/>
      <pc:docMkLst>
        <pc:docMk/>
      </pc:docMkLst>
      <pc:sldChg chg="del">
        <pc:chgData name="Aidi Idham" userId="7419cd3b-2c5b-446f-a04c-ceca3bb7ec6c" providerId="ADAL" clId="{6E8174D4-0E8B-42E3-B097-5A4D5F0E6474}" dt="2023-10-26T08:26:47.602" v="0" actId="47"/>
        <pc:sldMkLst>
          <pc:docMk/>
          <pc:sldMk cId="2913694325" sldId="2147470891"/>
        </pc:sldMkLst>
      </pc:sldChg>
      <pc:sldChg chg="del">
        <pc:chgData name="Aidi Idham" userId="7419cd3b-2c5b-446f-a04c-ceca3bb7ec6c" providerId="ADAL" clId="{6E8174D4-0E8B-42E3-B097-5A4D5F0E6474}" dt="2023-10-26T08:26:48.781" v="1" actId="47"/>
        <pc:sldMkLst>
          <pc:docMk/>
          <pc:sldMk cId="249025170" sldId="2147470892"/>
        </pc:sldMkLst>
      </pc:sldChg>
      <pc:sldChg chg="del">
        <pc:chgData name="Aidi Idham" userId="7419cd3b-2c5b-446f-a04c-ceca3bb7ec6c" providerId="ADAL" clId="{6E8174D4-0E8B-42E3-B097-5A4D5F0E6474}" dt="2023-10-26T08:26:47.602" v="0" actId="47"/>
        <pc:sldMkLst>
          <pc:docMk/>
          <pc:sldMk cId="3561135938" sldId="2147470893"/>
        </pc:sldMkLst>
      </pc:sldChg>
      <pc:sldChg chg="del">
        <pc:chgData name="Aidi Idham" userId="7419cd3b-2c5b-446f-a04c-ceca3bb7ec6c" providerId="ADAL" clId="{6E8174D4-0E8B-42E3-B097-5A4D5F0E6474}" dt="2023-10-26T08:26:47.602" v="0" actId="47"/>
        <pc:sldMkLst>
          <pc:docMk/>
          <pc:sldMk cId="3991220447" sldId="2147470894"/>
        </pc:sldMkLst>
      </pc:sldChg>
      <pc:sldChg chg="del">
        <pc:chgData name="Aidi Idham" userId="7419cd3b-2c5b-446f-a04c-ceca3bb7ec6c" providerId="ADAL" clId="{6E8174D4-0E8B-42E3-B097-5A4D5F0E6474}" dt="2023-10-26T08:26:47.602" v="0" actId="47"/>
        <pc:sldMkLst>
          <pc:docMk/>
          <pc:sldMk cId="2082635516" sldId="2147470895"/>
        </pc:sldMkLst>
      </pc:sldChg>
      <pc:sldChg chg="del">
        <pc:chgData name="Aidi Idham" userId="7419cd3b-2c5b-446f-a04c-ceca3bb7ec6c" providerId="ADAL" clId="{6E8174D4-0E8B-42E3-B097-5A4D5F0E6474}" dt="2023-10-26T08:26:47.602" v="0" actId="47"/>
        <pc:sldMkLst>
          <pc:docMk/>
          <pc:sldMk cId="2153494356" sldId="2147470896"/>
        </pc:sldMkLst>
      </pc:sldChg>
      <pc:sldChg chg="del">
        <pc:chgData name="Aidi Idham" userId="7419cd3b-2c5b-446f-a04c-ceca3bb7ec6c" providerId="ADAL" clId="{6E8174D4-0E8B-42E3-B097-5A4D5F0E6474}" dt="2023-10-26T08:26:47.602" v="0" actId="47"/>
        <pc:sldMkLst>
          <pc:docMk/>
          <pc:sldMk cId="4063941894" sldId="2147470897"/>
        </pc:sldMkLst>
      </pc:sldChg>
      <pc:sldChg chg="del">
        <pc:chgData name="Aidi Idham" userId="7419cd3b-2c5b-446f-a04c-ceca3bb7ec6c" providerId="ADAL" clId="{6E8174D4-0E8B-42E3-B097-5A4D5F0E6474}" dt="2023-10-26T08:26:52.603" v="3" actId="47"/>
        <pc:sldMkLst>
          <pc:docMk/>
          <pc:sldMk cId="457681956" sldId="2147470898"/>
        </pc:sldMkLst>
      </pc:sldChg>
      <pc:sldChg chg="del">
        <pc:chgData name="Aidi Idham" userId="7419cd3b-2c5b-446f-a04c-ceca3bb7ec6c" providerId="ADAL" clId="{6E8174D4-0E8B-42E3-B097-5A4D5F0E6474}" dt="2023-10-26T08:26:50.354" v="2" actId="47"/>
        <pc:sldMkLst>
          <pc:docMk/>
          <pc:sldMk cId="4207698538" sldId="2147470899"/>
        </pc:sldMkLst>
      </pc:sldChg>
      <pc:sldChg chg="del">
        <pc:chgData name="Aidi Idham" userId="7419cd3b-2c5b-446f-a04c-ceca3bb7ec6c" providerId="ADAL" clId="{6E8174D4-0E8B-42E3-B097-5A4D5F0E6474}" dt="2023-10-26T08:26:53.518" v="4" actId="47"/>
        <pc:sldMkLst>
          <pc:docMk/>
          <pc:sldMk cId="163067814" sldId="2147470904"/>
        </pc:sldMkLst>
      </pc:sldChg>
      <pc:sldChg chg="del">
        <pc:chgData name="Aidi Idham" userId="7419cd3b-2c5b-446f-a04c-ceca3bb7ec6c" providerId="ADAL" clId="{6E8174D4-0E8B-42E3-B097-5A4D5F0E6474}" dt="2023-10-26T08:26:54.608" v="5" actId="47"/>
        <pc:sldMkLst>
          <pc:docMk/>
          <pc:sldMk cId="951040024" sldId="2147470905"/>
        </pc:sldMkLst>
      </pc:sldChg>
      <pc:sldChg chg="del">
        <pc:chgData name="Aidi Idham" userId="7419cd3b-2c5b-446f-a04c-ceca3bb7ec6c" providerId="ADAL" clId="{6E8174D4-0E8B-42E3-B097-5A4D5F0E6474}" dt="2023-10-26T08:26:55.618" v="6" actId="47"/>
        <pc:sldMkLst>
          <pc:docMk/>
          <pc:sldMk cId="2571717171" sldId="2147470906"/>
        </pc:sldMkLst>
      </pc:sldChg>
      <pc:sldChg chg="del">
        <pc:chgData name="Aidi Idham" userId="7419cd3b-2c5b-446f-a04c-ceca3bb7ec6c" providerId="ADAL" clId="{6E8174D4-0E8B-42E3-B097-5A4D5F0E6474}" dt="2023-10-26T08:26:55.618" v="6" actId="47"/>
        <pc:sldMkLst>
          <pc:docMk/>
          <pc:sldMk cId="3093778868" sldId="2147470907"/>
        </pc:sldMkLst>
      </pc:sldChg>
    </pc:docChg>
  </pc:docChgLst>
  <pc:docChgLst>
    <pc:chgData name="Aidi Idham" userId="7419cd3b-2c5b-446f-a04c-ceca3bb7ec6c" providerId="ADAL" clId="{015F0629-5D32-465A-B2E0-904603229827}"/>
    <pc:docChg chg="undo custSel addSld delSld modSld sldOrd addSection delSection modSection">
      <pc:chgData name="Aidi Idham" userId="7419cd3b-2c5b-446f-a04c-ceca3bb7ec6c" providerId="ADAL" clId="{015F0629-5D32-465A-B2E0-904603229827}" dt="2023-10-26T07:53:42.211" v="196" actId="408"/>
      <pc:docMkLst>
        <pc:docMk/>
      </pc:docMkLst>
      <pc:sldChg chg="modSp add del mod">
        <pc:chgData name="Aidi Idham" userId="7419cd3b-2c5b-446f-a04c-ceca3bb7ec6c" providerId="ADAL" clId="{015F0629-5D32-465A-B2E0-904603229827}" dt="2023-10-26T07:48:14.352" v="154" actId="47"/>
        <pc:sldMkLst>
          <pc:docMk/>
          <pc:sldMk cId="190173724" sldId="2141411410"/>
        </pc:sldMkLst>
      </pc:sldChg>
      <pc:sldChg chg="add del">
        <pc:chgData name="Aidi Idham" userId="7419cd3b-2c5b-446f-a04c-ceca3bb7ec6c" providerId="ADAL" clId="{015F0629-5D32-465A-B2E0-904603229827}" dt="2023-10-26T07:48:46.948" v="165" actId="47"/>
        <pc:sldMkLst>
          <pc:docMk/>
          <pc:sldMk cId="2659647281" sldId="2141411411"/>
        </pc:sldMkLst>
      </pc:sldChg>
      <pc:sldChg chg="add">
        <pc:chgData name="Aidi Idham" userId="7419cd3b-2c5b-446f-a04c-ceca3bb7ec6c" providerId="ADAL" clId="{015F0629-5D32-465A-B2E0-904603229827}" dt="2023-10-26T07:19:53.386" v="8"/>
        <pc:sldMkLst>
          <pc:docMk/>
          <pc:sldMk cId="457681956" sldId="2147470898"/>
        </pc:sldMkLst>
      </pc:sldChg>
      <pc:sldChg chg="del">
        <pc:chgData name="Aidi Idham" userId="7419cd3b-2c5b-446f-a04c-ceca3bb7ec6c" providerId="ADAL" clId="{015F0629-5D32-465A-B2E0-904603229827}" dt="2023-10-26T07:11:50.547" v="0" actId="47"/>
        <pc:sldMkLst>
          <pc:docMk/>
          <pc:sldMk cId="3686390406" sldId="2147470898"/>
        </pc:sldMkLst>
      </pc:sldChg>
      <pc:sldChg chg="del">
        <pc:chgData name="Aidi Idham" userId="7419cd3b-2c5b-446f-a04c-ceca3bb7ec6c" providerId="ADAL" clId="{015F0629-5D32-465A-B2E0-904603229827}" dt="2023-10-26T07:13:07.017" v="5" actId="47"/>
        <pc:sldMkLst>
          <pc:docMk/>
          <pc:sldMk cId="891864344" sldId="2147470903"/>
        </pc:sldMkLst>
      </pc:sldChg>
      <pc:sldChg chg="add">
        <pc:chgData name="Aidi Idham" userId="7419cd3b-2c5b-446f-a04c-ceca3bb7ec6c" providerId="ADAL" clId="{015F0629-5D32-465A-B2E0-904603229827}" dt="2023-10-26T07:20:42.197" v="11"/>
        <pc:sldMkLst>
          <pc:docMk/>
          <pc:sldMk cId="163067814" sldId="2147470904"/>
        </pc:sldMkLst>
      </pc:sldChg>
      <pc:sldChg chg="del">
        <pc:chgData name="Aidi Idham" userId="7419cd3b-2c5b-446f-a04c-ceca3bb7ec6c" providerId="ADAL" clId="{015F0629-5D32-465A-B2E0-904603229827}" dt="2023-10-26T07:13:06.099" v="4" actId="47"/>
        <pc:sldMkLst>
          <pc:docMk/>
          <pc:sldMk cId="2617851326" sldId="2147470904"/>
        </pc:sldMkLst>
      </pc:sldChg>
      <pc:sldChg chg="del">
        <pc:chgData name="Aidi Idham" userId="7419cd3b-2c5b-446f-a04c-ceca3bb7ec6c" providerId="ADAL" clId="{015F0629-5D32-465A-B2E0-904603229827}" dt="2023-10-26T07:13:05.370" v="3" actId="47"/>
        <pc:sldMkLst>
          <pc:docMk/>
          <pc:sldMk cId="447620858" sldId="2147470905"/>
        </pc:sldMkLst>
      </pc:sldChg>
      <pc:sldChg chg="addSp delSp modSp add mod ord">
        <pc:chgData name="Aidi Idham" userId="7419cd3b-2c5b-446f-a04c-ceca3bb7ec6c" providerId="ADAL" clId="{015F0629-5D32-465A-B2E0-904603229827}" dt="2023-10-26T07:53:42.211" v="196" actId="408"/>
        <pc:sldMkLst>
          <pc:docMk/>
          <pc:sldMk cId="951040024" sldId="2147470905"/>
        </pc:sldMkLst>
      </pc:sldChg>
      <pc:sldChg chg="new del">
        <pc:chgData name="Aidi Idham" userId="7419cd3b-2c5b-446f-a04c-ceca3bb7ec6c" providerId="ADAL" clId="{015F0629-5D32-465A-B2E0-904603229827}" dt="2023-10-26T07:21:42.964" v="13" actId="680"/>
        <pc:sldMkLst>
          <pc:docMk/>
          <pc:sldMk cId="3906153784" sldId="2147470905"/>
        </pc:sldMkLst>
      </pc:sldChg>
      <pc:sldChg chg="del">
        <pc:chgData name="Aidi Idham" userId="7419cd3b-2c5b-446f-a04c-ceca3bb7ec6c" providerId="ADAL" clId="{015F0629-5D32-465A-B2E0-904603229827}" dt="2023-10-26T07:13:04.358" v="2" actId="47"/>
        <pc:sldMkLst>
          <pc:docMk/>
          <pc:sldMk cId="1885228923" sldId="2147470906"/>
        </pc:sldMkLst>
      </pc:sldChg>
      <pc:sldChg chg="addSp delSp modSp add mod ord">
        <pc:chgData name="Aidi Idham" userId="7419cd3b-2c5b-446f-a04c-ceca3bb7ec6c" providerId="ADAL" clId="{015F0629-5D32-465A-B2E0-904603229827}" dt="2023-10-26T07:51:55.977" v="188" actId="1038"/>
        <pc:sldMkLst>
          <pc:docMk/>
          <pc:sldMk cId="2571717171" sldId="2147470906"/>
        </pc:sldMkLst>
      </pc:sldChg>
      <pc:sldChg chg="del">
        <pc:chgData name="Aidi Idham" userId="7419cd3b-2c5b-446f-a04c-ceca3bb7ec6c" providerId="ADAL" clId="{015F0629-5D32-465A-B2E0-904603229827}" dt="2023-10-26T07:13:03.069" v="1" actId="47"/>
        <pc:sldMkLst>
          <pc:docMk/>
          <pc:sldMk cId="909379143" sldId="2147470907"/>
        </pc:sldMkLst>
      </pc:sldChg>
      <pc:sldChg chg="addSp delSp modSp new mod chgLayout">
        <pc:chgData name="Aidi Idham" userId="7419cd3b-2c5b-446f-a04c-ceca3bb7ec6c" providerId="ADAL" clId="{015F0629-5D32-465A-B2E0-904603229827}" dt="2023-10-26T07:51:59.836" v="191" actId="1038"/>
        <pc:sldMkLst>
          <pc:docMk/>
          <pc:sldMk cId="3093778868" sldId="2147470907"/>
        </pc:sldMkLst>
      </pc:sldChg>
      <pc:sldMasterChg chg="delSldLayout">
        <pc:chgData name="Aidi Idham" userId="7419cd3b-2c5b-446f-a04c-ceca3bb7ec6c" providerId="ADAL" clId="{015F0629-5D32-465A-B2E0-904603229827}" dt="2023-10-26T07:48:46.948" v="165" actId="47"/>
        <pc:sldMasterMkLst>
          <pc:docMk/>
          <pc:sldMasterMk cId="2332065566" sldId="2147483660"/>
        </pc:sldMasterMkLst>
        <pc:sldLayoutChg chg="del">
          <pc:chgData name="Aidi Idham" userId="7419cd3b-2c5b-446f-a04c-ceca3bb7ec6c" providerId="ADAL" clId="{015F0629-5D32-465A-B2E0-904603229827}" dt="2023-10-26T07:48:14.352" v="154" actId="47"/>
          <pc:sldLayoutMkLst>
            <pc:docMk/>
            <pc:sldMasterMk cId="2332065566" sldId="2147483660"/>
            <pc:sldLayoutMk cId="3223897017" sldId="2147483710"/>
          </pc:sldLayoutMkLst>
        </pc:sldLayoutChg>
        <pc:sldLayoutChg chg="del">
          <pc:chgData name="Aidi Idham" userId="7419cd3b-2c5b-446f-a04c-ceca3bb7ec6c" providerId="ADAL" clId="{015F0629-5D32-465A-B2E0-904603229827}" dt="2023-10-26T07:28:43.106" v="66" actId="47"/>
          <pc:sldLayoutMkLst>
            <pc:docMk/>
            <pc:sldMasterMk cId="2332065566" sldId="2147483660"/>
            <pc:sldLayoutMk cId="3469567986" sldId="2147483710"/>
          </pc:sldLayoutMkLst>
        </pc:sldLayoutChg>
        <pc:sldLayoutChg chg="del">
          <pc:chgData name="Aidi Idham" userId="7419cd3b-2c5b-446f-a04c-ceca3bb7ec6c" providerId="ADAL" clId="{015F0629-5D32-465A-B2E0-904603229827}" dt="2023-10-26T07:48:46.948" v="165" actId="47"/>
          <pc:sldLayoutMkLst>
            <pc:docMk/>
            <pc:sldMasterMk cId="2332065566" sldId="2147483660"/>
            <pc:sldLayoutMk cId="2762898396" sldId="2147483711"/>
          </pc:sldLayoutMkLst>
        </pc:sldLayoutChg>
      </pc:sldMasterChg>
    </pc:docChg>
  </pc:docChgLst>
  <pc:docChgLst>
    <pc:chgData name="Amirah Azlan" userId="50931b8f-7a0c-4494-9983-b0566f93607f" providerId="ADAL" clId="{4840943D-CC77-D042-9A70-48CD59562644}"/>
    <pc:docChg chg="undo custSel modSld modMainMaster">
      <pc:chgData name="Amirah Azlan" userId="50931b8f-7a0c-4494-9983-b0566f93607f" providerId="ADAL" clId="{4840943D-CC77-D042-9A70-48CD59562644}" dt="2023-10-12T03:20:39.843" v="52"/>
      <pc:docMkLst>
        <pc:docMk/>
      </pc:docMkLst>
      <pc:sldChg chg="addSp delSp modSp mod">
        <pc:chgData name="Amirah Azlan" userId="50931b8f-7a0c-4494-9983-b0566f93607f" providerId="ADAL" clId="{4840943D-CC77-D042-9A70-48CD59562644}" dt="2023-10-12T03:05:49.959" v="50" actId="1076"/>
        <pc:sldMkLst>
          <pc:docMk/>
          <pc:sldMk cId="4243840101" sldId="2147470889"/>
        </pc:sldMkLst>
      </pc:sldChg>
      <pc:sldMasterChg chg="modSldLayout">
        <pc:chgData name="Amirah Azlan" userId="50931b8f-7a0c-4494-9983-b0566f93607f" providerId="ADAL" clId="{4840943D-CC77-D042-9A70-48CD59562644}" dt="2023-10-12T03:20:39.843" v="52"/>
        <pc:sldMasterMkLst>
          <pc:docMk/>
          <pc:sldMasterMk cId="2332065566" sldId="2147483660"/>
        </pc:sldMasterMkLst>
        <pc:sldLayoutChg chg="addSp delSp modSp mod">
          <pc:chgData name="Amirah Azlan" userId="50931b8f-7a0c-4494-9983-b0566f93607f" providerId="ADAL" clId="{4840943D-CC77-D042-9A70-48CD59562644}" dt="2023-10-12T03:20:39.843" v="52"/>
          <pc:sldLayoutMkLst>
            <pc:docMk/>
            <pc:sldMasterMk cId="2332065566" sldId="2147483660"/>
            <pc:sldLayoutMk cId="3655962824" sldId="2147483706"/>
          </pc:sldLayoutMkLst>
        </pc:sldLayoutChg>
      </pc:sldMasterChg>
    </pc:docChg>
  </pc:docChgLst>
  <pc:docChgLst>
    <pc:chgData name="Aidi Idham" userId="7419cd3b-2c5b-446f-a04c-ceca3bb7ec6c" providerId="ADAL" clId="{09EA4F84-9BEA-4E25-8898-1EA5DE07D1B1}"/>
    <pc:docChg chg="undo custSel addSld delSld modSld sldOrd addSection modSection">
      <pc:chgData name="Aidi Idham" userId="7419cd3b-2c5b-446f-a04c-ceca3bb7ec6c" providerId="ADAL" clId="{09EA4F84-9BEA-4E25-8898-1EA5DE07D1B1}" dt="2023-10-25T05:15:22.030" v="897" actId="20577"/>
      <pc:docMkLst>
        <pc:docMk/>
      </pc:docMkLst>
      <pc:sldChg chg="add del">
        <pc:chgData name="Aidi Idham" userId="7419cd3b-2c5b-446f-a04c-ceca3bb7ec6c" providerId="ADAL" clId="{09EA4F84-9BEA-4E25-8898-1EA5DE07D1B1}" dt="2023-10-25T03:59:25.728" v="680" actId="47"/>
        <pc:sldMkLst>
          <pc:docMk/>
          <pc:sldMk cId="325010358" sldId="2147470875"/>
        </pc:sldMkLst>
      </pc:sldChg>
      <pc:sldChg chg="add del">
        <pc:chgData name="Aidi Idham" userId="7419cd3b-2c5b-446f-a04c-ceca3bb7ec6c" providerId="ADAL" clId="{09EA4F84-9BEA-4E25-8898-1EA5DE07D1B1}" dt="2023-10-25T02:44:57.709" v="301" actId="47"/>
        <pc:sldMkLst>
          <pc:docMk/>
          <pc:sldMk cId="3777061295" sldId="2147470878"/>
        </pc:sldMkLst>
      </pc:sldChg>
      <pc:sldChg chg="add del">
        <pc:chgData name="Aidi Idham" userId="7419cd3b-2c5b-446f-a04c-ceca3bb7ec6c" providerId="ADAL" clId="{09EA4F84-9BEA-4E25-8898-1EA5DE07D1B1}" dt="2023-10-25T04:17:20.039" v="728" actId="47"/>
        <pc:sldMkLst>
          <pc:docMk/>
          <pc:sldMk cId="551721758" sldId="2147470881"/>
        </pc:sldMkLst>
      </pc:sldChg>
      <pc:sldChg chg="delSp modSp add del mod">
        <pc:chgData name="Aidi Idham" userId="7419cd3b-2c5b-446f-a04c-ceca3bb7ec6c" providerId="ADAL" clId="{09EA4F84-9BEA-4E25-8898-1EA5DE07D1B1}" dt="2023-10-25T03:07:44.319" v="386" actId="47"/>
        <pc:sldMkLst>
          <pc:docMk/>
          <pc:sldMk cId="1492015701" sldId="2147470888"/>
        </pc:sldMkLst>
      </pc:sldChg>
      <pc:sldChg chg="add del">
        <pc:chgData name="Aidi Idham" userId="7419cd3b-2c5b-446f-a04c-ceca3bb7ec6c" providerId="ADAL" clId="{09EA4F84-9BEA-4E25-8898-1EA5DE07D1B1}" dt="2023-10-25T05:14:11.028" v="894" actId="47"/>
        <pc:sldMkLst>
          <pc:docMk/>
          <pc:sldMk cId="2106624926" sldId="2147470889"/>
        </pc:sldMkLst>
      </pc:sldChg>
      <pc:sldChg chg="addSp modSp add del">
        <pc:chgData name="Aidi Idham" userId="7419cd3b-2c5b-446f-a04c-ceca3bb7ec6c" providerId="ADAL" clId="{09EA4F84-9BEA-4E25-8898-1EA5DE07D1B1}" dt="2023-10-25T03:19:09.489" v="464" actId="47"/>
        <pc:sldMkLst>
          <pc:docMk/>
          <pc:sldMk cId="3775070914" sldId="2147470889"/>
        </pc:sldMkLst>
      </pc:sldChg>
      <pc:sldChg chg="add del">
        <pc:chgData name="Aidi Idham" userId="7419cd3b-2c5b-446f-a04c-ceca3bb7ec6c" providerId="ADAL" clId="{09EA4F84-9BEA-4E25-8898-1EA5DE07D1B1}" dt="2023-10-25T05:14:10.274" v="893" actId="47"/>
        <pc:sldMkLst>
          <pc:docMk/>
          <pc:sldMk cId="3681782152" sldId="2147470890"/>
        </pc:sldMkLst>
      </pc:sldChg>
      <pc:sldChg chg="modSp add mod ord">
        <pc:chgData name="Aidi Idham" userId="7419cd3b-2c5b-446f-a04c-ceca3bb7ec6c" providerId="ADAL" clId="{09EA4F84-9BEA-4E25-8898-1EA5DE07D1B1}" dt="2023-10-25T03:36:28.807" v="513" actId="1076"/>
        <pc:sldMkLst>
          <pc:docMk/>
          <pc:sldMk cId="457681956" sldId="2147470898"/>
        </pc:sldMkLst>
      </pc:sldChg>
      <pc:sldChg chg="modSp add mod ord">
        <pc:chgData name="Aidi Idham" userId="7419cd3b-2c5b-446f-a04c-ceca3bb7ec6c" providerId="ADAL" clId="{09EA4F84-9BEA-4E25-8898-1EA5DE07D1B1}" dt="2023-10-25T03:15:14.302" v="430" actId="2711"/>
        <pc:sldMkLst>
          <pc:docMk/>
          <pc:sldMk cId="3856917783" sldId="2147470899"/>
        </pc:sldMkLst>
      </pc:sldChg>
      <pc:sldChg chg="addSp delSp modSp add mod ord">
        <pc:chgData name="Aidi Idham" userId="7419cd3b-2c5b-446f-a04c-ceca3bb7ec6c" providerId="ADAL" clId="{09EA4F84-9BEA-4E25-8898-1EA5DE07D1B1}" dt="2023-10-25T02:59:02.684" v="321" actId="207"/>
        <pc:sldMkLst>
          <pc:docMk/>
          <pc:sldMk cId="3534640298" sldId="2147470900"/>
        </pc:sldMkLst>
      </pc:sldChg>
      <pc:sldChg chg="addSp delSp modSp add mod ord">
        <pc:chgData name="Aidi Idham" userId="7419cd3b-2c5b-446f-a04c-ceca3bb7ec6c" providerId="ADAL" clId="{09EA4F84-9BEA-4E25-8898-1EA5DE07D1B1}" dt="2023-10-25T03:22:08.447" v="483" actId="554"/>
        <pc:sldMkLst>
          <pc:docMk/>
          <pc:sldMk cId="564007672" sldId="2147470901"/>
        </pc:sldMkLst>
      </pc:sldChg>
      <pc:sldChg chg="addSp delSp modSp add mod ord">
        <pc:chgData name="Aidi Idham" userId="7419cd3b-2c5b-446f-a04c-ceca3bb7ec6c" providerId="ADAL" clId="{09EA4F84-9BEA-4E25-8898-1EA5DE07D1B1}" dt="2023-10-25T03:59:09.112" v="679" actId="2711"/>
        <pc:sldMkLst>
          <pc:docMk/>
          <pc:sldMk cId="4120017695" sldId="2147470902"/>
        </pc:sldMkLst>
      </pc:sldChg>
      <pc:sldChg chg="addSp delSp modSp add mod ord">
        <pc:chgData name="Aidi Idham" userId="7419cd3b-2c5b-446f-a04c-ceca3bb7ec6c" providerId="ADAL" clId="{09EA4F84-9BEA-4E25-8898-1EA5DE07D1B1}" dt="2023-10-25T04:17:30.138" v="733" actId="20577"/>
        <pc:sldMkLst>
          <pc:docMk/>
          <pc:sldMk cId="2615183262" sldId="2147470903"/>
        </pc:sldMkLst>
      </pc:sldChg>
      <pc:sldChg chg="addSp delSp modSp add mod ord">
        <pc:chgData name="Aidi Idham" userId="7419cd3b-2c5b-446f-a04c-ceca3bb7ec6c" providerId="ADAL" clId="{09EA4F84-9BEA-4E25-8898-1EA5DE07D1B1}" dt="2023-10-25T05:15:22.030" v="897" actId="20577"/>
        <pc:sldMkLst>
          <pc:docMk/>
          <pc:sldMk cId="163067814" sldId="2147470904"/>
        </pc:sldMkLst>
      </pc:sldChg>
    </pc:docChg>
  </pc:docChgLst>
  <pc:docChgLst>
    <pc:chgData name="Aidi Idham" userId="7419cd3b-2c5b-446f-a04c-ceca3bb7ec6c" providerId="ADAL" clId="{3D5A5038-213C-42B2-9CDC-E3E8E986EF0C}"/>
    <pc:docChg chg="undo custSel addSld delSld modSld sldOrd addSection delSection modSection">
      <pc:chgData name="Aidi Idham" userId="7419cd3b-2c5b-446f-a04c-ceca3bb7ec6c" providerId="ADAL" clId="{3D5A5038-213C-42B2-9CDC-E3E8E986EF0C}" dt="2023-10-26T06:20:50.779" v="1151" actId="478"/>
      <pc:docMkLst>
        <pc:docMk/>
      </pc:docMkLst>
      <pc:sldChg chg="modSp add del mod">
        <pc:chgData name="Aidi Idham" userId="7419cd3b-2c5b-446f-a04c-ceca3bb7ec6c" providerId="ADAL" clId="{3D5A5038-213C-42B2-9CDC-E3E8E986EF0C}" dt="2023-10-25T09:25:33.706" v="98" actId="47"/>
        <pc:sldMkLst>
          <pc:docMk/>
          <pc:sldMk cId="3730940342" sldId="2139118874"/>
        </pc:sldMkLst>
      </pc:sldChg>
      <pc:sldChg chg="addSp delSp modSp add del mod">
        <pc:chgData name="Aidi Idham" userId="7419cd3b-2c5b-446f-a04c-ceca3bb7ec6c" providerId="ADAL" clId="{3D5A5038-213C-42B2-9CDC-E3E8E986EF0C}" dt="2023-10-25T14:38:06.113" v="559" actId="47"/>
        <pc:sldMkLst>
          <pc:docMk/>
          <pc:sldMk cId="3996477064" sldId="2141411270"/>
        </pc:sldMkLst>
      </pc:sldChg>
      <pc:sldChg chg="addSp delSp modSp add del mod">
        <pc:chgData name="Aidi Idham" userId="7419cd3b-2c5b-446f-a04c-ceca3bb7ec6c" providerId="ADAL" clId="{3D5A5038-213C-42B2-9CDC-E3E8E986EF0C}" dt="2023-10-26T06:08:38.875" v="1086" actId="47"/>
        <pc:sldMkLst>
          <pc:docMk/>
          <pc:sldMk cId="190173724" sldId="2141411410"/>
        </pc:sldMkLst>
      </pc:sldChg>
      <pc:sldChg chg="modSp add del mod">
        <pc:chgData name="Aidi Idham" userId="7419cd3b-2c5b-446f-a04c-ceca3bb7ec6c" providerId="ADAL" clId="{3D5A5038-213C-42B2-9CDC-E3E8E986EF0C}" dt="2023-10-26T03:13:49.282" v="650" actId="47"/>
        <pc:sldMkLst>
          <pc:docMk/>
          <pc:sldMk cId="342947835" sldId="2141411411"/>
        </pc:sldMkLst>
      </pc:sldChg>
      <pc:sldChg chg="modSp add del mod">
        <pc:chgData name="Aidi Idham" userId="7419cd3b-2c5b-446f-a04c-ceca3bb7ec6c" providerId="ADAL" clId="{3D5A5038-213C-42B2-9CDC-E3E8E986EF0C}" dt="2023-10-26T05:47:16.038" v="911" actId="47"/>
        <pc:sldMkLst>
          <pc:docMk/>
          <pc:sldMk cId="1484118183" sldId="2141411411"/>
        </pc:sldMkLst>
      </pc:sldChg>
      <pc:sldChg chg="modSp mod">
        <pc:chgData name="Aidi Idham" userId="7419cd3b-2c5b-446f-a04c-ceca3bb7ec6c" providerId="ADAL" clId="{3D5A5038-213C-42B2-9CDC-E3E8E986EF0C}" dt="2023-10-25T09:08:36.547" v="43" actId="2711"/>
        <pc:sldMkLst>
          <pc:docMk/>
          <pc:sldMk cId="2913694325" sldId="2147470891"/>
        </pc:sldMkLst>
      </pc:sldChg>
      <pc:sldChg chg="modSp mod">
        <pc:chgData name="Aidi Idham" userId="7419cd3b-2c5b-446f-a04c-ceca3bb7ec6c" providerId="ADAL" clId="{3D5A5038-213C-42B2-9CDC-E3E8E986EF0C}" dt="2023-10-25T09:08:57.996" v="45" actId="2711"/>
        <pc:sldMkLst>
          <pc:docMk/>
          <pc:sldMk cId="3561135938" sldId="2147470893"/>
        </pc:sldMkLst>
      </pc:sldChg>
      <pc:sldChg chg="modSp mod">
        <pc:chgData name="Aidi Idham" userId="7419cd3b-2c5b-446f-a04c-ceca3bb7ec6c" providerId="ADAL" clId="{3D5A5038-213C-42B2-9CDC-E3E8E986EF0C}" dt="2023-10-25T09:09:10.436" v="47" actId="2711"/>
        <pc:sldMkLst>
          <pc:docMk/>
          <pc:sldMk cId="3991220447" sldId="2147470894"/>
        </pc:sldMkLst>
      </pc:sldChg>
      <pc:sldChg chg="modSp mod">
        <pc:chgData name="Aidi Idham" userId="7419cd3b-2c5b-446f-a04c-ceca3bb7ec6c" providerId="ADAL" clId="{3D5A5038-213C-42B2-9CDC-E3E8E986EF0C}" dt="2023-10-25T09:09:42.807" v="52" actId="2711"/>
        <pc:sldMkLst>
          <pc:docMk/>
          <pc:sldMk cId="2082635516" sldId="2147470895"/>
        </pc:sldMkLst>
      </pc:sldChg>
      <pc:sldChg chg="modSp mod">
        <pc:chgData name="Aidi Idham" userId="7419cd3b-2c5b-446f-a04c-ceca3bb7ec6c" providerId="ADAL" clId="{3D5A5038-213C-42B2-9CDC-E3E8E986EF0C}" dt="2023-10-25T09:09:21.747" v="49" actId="2711"/>
        <pc:sldMkLst>
          <pc:docMk/>
          <pc:sldMk cId="2153494356" sldId="2147470896"/>
        </pc:sldMkLst>
      </pc:sldChg>
      <pc:sldChg chg="modSp mod">
        <pc:chgData name="Aidi Idham" userId="7419cd3b-2c5b-446f-a04c-ceca3bb7ec6c" providerId="ADAL" clId="{3D5A5038-213C-42B2-9CDC-E3E8E986EF0C}" dt="2023-10-25T09:09:28.631" v="50" actId="2711"/>
        <pc:sldMkLst>
          <pc:docMk/>
          <pc:sldMk cId="4063941894" sldId="2147470897"/>
        </pc:sldMkLst>
      </pc:sldChg>
      <pc:sldChg chg="del">
        <pc:chgData name="Aidi Idham" userId="7419cd3b-2c5b-446f-a04c-ceca3bb7ec6c" providerId="ADAL" clId="{3D5A5038-213C-42B2-9CDC-E3E8E986EF0C}" dt="2023-10-25T07:07:49.660" v="0" actId="47"/>
        <pc:sldMkLst>
          <pc:docMk/>
          <pc:sldMk cId="457681956" sldId="2147470898"/>
        </pc:sldMkLst>
      </pc:sldChg>
      <pc:sldChg chg="addSp delSp modSp add mod ord modClrScheme chgLayout">
        <pc:chgData name="Aidi Idham" userId="7419cd3b-2c5b-446f-a04c-ceca3bb7ec6c" providerId="ADAL" clId="{3D5A5038-213C-42B2-9CDC-E3E8E986EF0C}" dt="2023-10-26T05:53:05.747" v="958" actId="1076"/>
        <pc:sldMkLst>
          <pc:docMk/>
          <pc:sldMk cId="3686390406" sldId="2147470898"/>
        </pc:sldMkLst>
      </pc:sldChg>
      <pc:sldChg chg="del">
        <pc:chgData name="Aidi Idham" userId="7419cd3b-2c5b-446f-a04c-ceca3bb7ec6c" providerId="ADAL" clId="{3D5A5038-213C-42B2-9CDC-E3E8E986EF0C}" dt="2023-10-25T07:07:50.753" v="1" actId="47"/>
        <pc:sldMkLst>
          <pc:docMk/>
          <pc:sldMk cId="3856917783" sldId="2147470899"/>
        </pc:sldMkLst>
      </pc:sldChg>
      <pc:sldChg chg="addSp delSp modSp add mod ord modClrScheme chgLayout">
        <pc:chgData name="Aidi Idham" userId="7419cd3b-2c5b-446f-a04c-ceca3bb7ec6c" providerId="ADAL" clId="{3D5A5038-213C-42B2-9CDC-E3E8E986EF0C}" dt="2023-10-26T05:53:17.138" v="959" actId="1076"/>
        <pc:sldMkLst>
          <pc:docMk/>
          <pc:sldMk cId="4207698538" sldId="2147470899"/>
        </pc:sldMkLst>
      </pc:sldChg>
      <pc:sldChg chg="del">
        <pc:chgData name="Aidi Idham" userId="7419cd3b-2c5b-446f-a04c-ceca3bb7ec6c" providerId="ADAL" clId="{3D5A5038-213C-42B2-9CDC-E3E8E986EF0C}" dt="2023-10-25T07:07:51.961" v="2" actId="47"/>
        <pc:sldMkLst>
          <pc:docMk/>
          <pc:sldMk cId="3534640298" sldId="2147470900"/>
        </pc:sldMkLst>
      </pc:sldChg>
      <pc:sldChg chg="modSp add del mod">
        <pc:chgData name="Aidi Idham" userId="7419cd3b-2c5b-446f-a04c-ceca3bb7ec6c" providerId="ADAL" clId="{3D5A5038-213C-42B2-9CDC-E3E8E986EF0C}" dt="2023-10-26T06:10:31.415" v="1102" actId="1036"/>
        <pc:sldMkLst>
          <pc:docMk/>
          <pc:sldMk cId="564007672" sldId="2147470901"/>
        </pc:sldMkLst>
      </pc:sldChg>
      <pc:sldChg chg="addSp delSp modSp new mod modClrScheme chgLayout">
        <pc:chgData name="Aidi Idham" userId="7419cd3b-2c5b-446f-a04c-ceca3bb7ec6c" providerId="ADAL" clId="{3D5A5038-213C-42B2-9CDC-E3E8E986EF0C}" dt="2023-10-25T14:43:30.500" v="578"/>
        <pc:sldMkLst>
          <pc:docMk/>
          <pc:sldMk cId="2910106342" sldId="2147470902"/>
        </pc:sldMkLst>
      </pc:sldChg>
      <pc:sldChg chg="del">
        <pc:chgData name="Aidi Idham" userId="7419cd3b-2c5b-446f-a04c-ceca3bb7ec6c" providerId="ADAL" clId="{3D5A5038-213C-42B2-9CDC-E3E8E986EF0C}" dt="2023-10-25T07:07:54.277" v="4" actId="47"/>
        <pc:sldMkLst>
          <pc:docMk/>
          <pc:sldMk cId="4120017695" sldId="2147470902"/>
        </pc:sldMkLst>
      </pc:sldChg>
      <pc:sldChg chg="addSp delSp modSp add mod ord">
        <pc:chgData name="Aidi Idham" userId="7419cd3b-2c5b-446f-a04c-ceca3bb7ec6c" providerId="ADAL" clId="{3D5A5038-213C-42B2-9CDC-E3E8E986EF0C}" dt="2023-10-26T05:53:41.723" v="960" actId="1076"/>
        <pc:sldMkLst>
          <pc:docMk/>
          <pc:sldMk cId="891864344" sldId="2147470903"/>
        </pc:sldMkLst>
      </pc:sldChg>
      <pc:sldChg chg="del">
        <pc:chgData name="Aidi Idham" userId="7419cd3b-2c5b-446f-a04c-ceca3bb7ec6c" providerId="ADAL" clId="{3D5A5038-213C-42B2-9CDC-E3E8E986EF0C}" dt="2023-10-25T07:07:55.319" v="5" actId="47"/>
        <pc:sldMkLst>
          <pc:docMk/>
          <pc:sldMk cId="2615183262" sldId="2147470903"/>
        </pc:sldMkLst>
      </pc:sldChg>
      <pc:sldChg chg="del">
        <pc:chgData name="Aidi Idham" userId="7419cd3b-2c5b-446f-a04c-ceca3bb7ec6c" providerId="ADAL" clId="{3D5A5038-213C-42B2-9CDC-E3E8E986EF0C}" dt="2023-10-25T07:07:56.356" v="6" actId="47"/>
        <pc:sldMkLst>
          <pc:docMk/>
          <pc:sldMk cId="163067814" sldId="2147470904"/>
        </pc:sldMkLst>
      </pc:sldChg>
      <pc:sldChg chg="addSp delSp modSp add mod ord">
        <pc:chgData name="Aidi Idham" userId="7419cd3b-2c5b-446f-a04c-ceca3bb7ec6c" providerId="ADAL" clId="{3D5A5038-213C-42B2-9CDC-E3E8E986EF0C}" dt="2023-10-26T05:36:08.522" v="807" actId="1076"/>
        <pc:sldMkLst>
          <pc:docMk/>
          <pc:sldMk cId="2617851326" sldId="2147470904"/>
        </pc:sldMkLst>
      </pc:sldChg>
      <pc:sldChg chg="addSp delSp modSp add mod ord modClrScheme chgLayout">
        <pc:chgData name="Aidi Idham" userId="7419cd3b-2c5b-446f-a04c-ceca3bb7ec6c" providerId="ADAL" clId="{3D5A5038-213C-42B2-9CDC-E3E8E986EF0C}" dt="2023-10-26T05:51:46.631" v="955" actId="408"/>
        <pc:sldMkLst>
          <pc:docMk/>
          <pc:sldMk cId="447620858" sldId="2147470905"/>
        </pc:sldMkLst>
      </pc:sldChg>
      <pc:sldChg chg="addSp delSp modSp add mod ord">
        <pc:chgData name="Aidi Idham" userId="7419cd3b-2c5b-446f-a04c-ceca3bb7ec6c" providerId="ADAL" clId="{3D5A5038-213C-42B2-9CDC-E3E8E986EF0C}" dt="2023-10-26T06:03:07.687" v="1046" actId="465"/>
        <pc:sldMkLst>
          <pc:docMk/>
          <pc:sldMk cId="1885228923" sldId="2147470906"/>
        </pc:sldMkLst>
      </pc:sldChg>
      <pc:sldChg chg="addSp delSp modSp add mod ord">
        <pc:chgData name="Aidi Idham" userId="7419cd3b-2c5b-446f-a04c-ceca3bb7ec6c" providerId="ADAL" clId="{3D5A5038-213C-42B2-9CDC-E3E8E986EF0C}" dt="2023-10-26T06:20:50.779" v="1151" actId="478"/>
        <pc:sldMkLst>
          <pc:docMk/>
          <pc:sldMk cId="909379143" sldId="2147470907"/>
        </pc:sldMkLst>
      </pc:sldChg>
      <pc:sldMasterChg chg="delSldLayout">
        <pc:chgData name="Aidi Idham" userId="7419cd3b-2c5b-446f-a04c-ceca3bb7ec6c" providerId="ADAL" clId="{3D5A5038-213C-42B2-9CDC-E3E8E986EF0C}" dt="2023-10-26T06:08:38.875" v="1086" actId="47"/>
        <pc:sldMasterMkLst>
          <pc:docMk/>
          <pc:sldMasterMk cId="2332065566" sldId="2147483660"/>
        </pc:sldMasterMkLst>
        <pc:sldLayoutChg chg="del">
          <pc:chgData name="Aidi Idham" userId="7419cd3b-2c5b-446f-a04c-ceca3bb7ec6c" providerId="ADAL" clId="{3D5A5038-213C-42B2-9CDC-E3E8E986EF0C}" dt="2023-10-25T14:14:58.537" v="278" actId="47"/>
          <pc:sldLayoutMkLst>
            <pc:docMk/>
            <pc:sldMasterMk cId="2332065566" sldId="2147483660"/>
            <pc:sldLayoutMk cId="937577997" sldId="2147483710"/>
          </pc:sldLayoutMkLst>
        </pc:sldLayoutChg>
        <pc:sldLayoutChg chg="del">
          <pc:chgData name="Aidi Idham" userId="7419cd3b-2c5b-446f-a04c-ceca3bb7ec6c" providerId="ADAL" clId="{3D5A5038-213C-42B2-9CDC-E3E8E986EF0C}" dt="2023-10-26T06:08:38.875" v="1086" actId="47"/>
          <pc:sldLayoutMkLst>
            <pc:docMk/>
            <pc:sldMasterMk cId="2332065566" sldId="2147483660"/>
            <pc:sldLayoutMk cId="972820839" sldId="2147483710"/>
          </pc:sldLayoutMkLst>
        </pc:sldLayoutChg>
        <pc:sldLayoutChg chg="del">
          <pc:chgData name="Aidi Idham" userId="7419cd3b-2c5b-446f-a04c-ceca3bb7ec6c" providerId="ADAL" clId="{3D5A5038-213C-42B2-9CDC-E3E8E986EF0C}" dt="2023-10-26T06:00:23.193" v="1018" actId="47"/>
          <pc:sldLayoutMkLst>
            <pc:docMk/>
            <pc:sldMasterMk cId="2332065566" sldId="2147483660"/>
            <pc:sldLayoutMk cId="2398377276" sldId="2147483710"/>
          </pc:sldLayoutMkLst>
        </pc:sldLayoutChg>
        <pc:sldLayoutChg chg="del">
          <pc:chgData name="Aidi Idham" userId="7419cd3b-2c5b-446f-a04c-ceca3bb7ec6c" providerId="ADAL" clId="{3D5A5038-213C-42B2-9CDC-E3E8E986EF0C}" dt="2023-10-26T03:13:49.282" v="650" actId="47"/>
          <pc:sldLayoutMkLst>
            <pc:docMk/>
            <pc:sldMasterMk cId="2332065566" sldId="2147483660"/>
            <pc:sldLayoutMk cId="2797337871" sldId="2147483710"/>
          </pc:sldLayoutMkLst>
        </pc:sldLayoutChg>
        <pc:sldLayoutChg chg="del">
          <pc:chgData name="Aidi Idham" userId="7419cd3b-2c5b-446f-a04c-ceca3bb7ec6c" providerId="ADAL" clId="{3D5A5038-213C-42B2-9CDC-E3E8E986EF0C}" dt="2023-10-25T14:38:06.113" v="559" actId="47"/>
          <pc:sldLayoutMkLst>
            <pc:docMk/>
            <pc:sldMasterMk cId="2332065566" sldId="2147483660"/>
            <pc:sldLayoutMk cId="3175317813" sldId="2147483710"/>
          </pc:sldLayoutMkLst>
        </pc:sldLayoutChg>
        <pc:sldLayoutChg chg="del">
          <pc:chgData name="Aidi Idham" userId="7419cd3b-2c5b-446f-a04c-ceca3bb7ec6c" providerId="ADAL" clId="{3D5A5038-213C-42B2-9CDC-E3E8E986EF0C}" dt="2023-10-25T09:25:33.706" v="98" actId="47"/>
          <pc:sldLayoutMkLst>
            <pc:docMk/>
            <pc:sldMasterMk cId="2332065566" sldId="2147483660"/>
            <pc:sldLayoutMk cId="3232835385" sldId="2147483710"/>
          </pc:sldLayoutMkLst>
        </pc:sldLayoutChg>
        <pc:sldLayoutChg chg="del">
          <pc:chgData name="Aidi Idham" userId="7419cd3b-2c5b-446f-a04c-ceca3bb7ec6c" providerId="ADAL" clId="{3D5A5038-213C-42B2-9CDC-E3E8E986EF0C}" dt="2023-10-26T05:31:23.901" v="786" actId="47"/>
          <pc:sldLayoutMkLst>
            <pc:docMk/>
            <pc:sldMasterMk cId="2332065566" sldId="2147483660"/>
            <pc:sldLayoutMk cId="3268203157" sldId="2147483710"/>
          </pc:sldLayoutMkLst>
        </pc:sldLayoutChg>
        <pc:sldLayoutChg chg="del">
          <pc:chgData name="Aidi Idham" userId="7419cd3b-2c5b-446f-a04c-ceca3bb7ec6c" providerId="ADAL" clId="{3D5A5038-213C-42B2-9CDC-E3E8E986EF0C}" dt="2023-10-26T05:47:16.038" v="911" actId="47"/>
          <pc:sldLayoutMkLst>
            <pc:docMk/>
            <pc:sldMasterMk cId="2332065566" sldId="2147483660"/>
            <pc:sldLayoutMk cId="3515632474" sldId="2147483710"/>
          </pc:sldLayoutMkLst>
        </pc:sldLayoutChg>
      </pc:sldMasterChg>
    </pc:docChg>
  </pc:docChgLst>
  <pc:docChgLst>
    <pc:chgData name="Kal Bowers" userId="S::kal.bowers@blend360.com::99ada0d0-bfc7-4d1c-8c88-0bfad7b29dbc" providerId="AD" clId="Web-{4FBC2DB9-ACCB-5B40-5796-53418F8AEF79}"/>
    <pc:docChg chg="modSld">
      <pc:chgData name="Kal Bowers" userId="S::kal.bowers@blend360.com::99ada0d0-bfc7-4d1c-8c88-0bfad7b29dbc" providerId="AD" clId="Web-{4FBC2DB9-ACCB-5B40-5796-53418F8AEF79}" dt="2023-11-17T17:25:44.828" v="0"/>
      <pc:docMkLst>
        <pc:docMk/>
      </pc:docMkLst>
      <pc:sldChg chg="delSp">
        <pc:chgData name="Kal Bowers" userId="S::kal.bowers@blend360.com::99ada0d0-bfc7-4d1c-8c88-0bfad7b29dbc" providerId="AD" clId="Web-{4FBC2DB9-ACCB-5B40-5796-53418F8AEF79}" dt="2023-11-17T17:25:44.828" v="0"/>
        <pc:sldMkLst>
          <pc:docMk/>
          <pc:sldMk cId="564007672" sldId="2147470901"/>
        </pc:sldMkLst>
      </pc:sldChg>
    </pc:docChg>
  </pc:docChgLst>
  <pc:docChgLst>
    <pc:chgData name="Aidi Idham" userId="7419cd3b-2c5b-446f-a04c-ceca3bb7ec6c" providerId="ADAL" clId="{9FE4F33D-95ED-4932-9367-CD26A8D07093}"/>
    <pc:docChg chg="undo custSel addSld delSld modSld sldOrd modMainMaster addSection modSection">
      <pc:chgData name="Aidi Idham" userId="7419cd3b-2c5b-446f-a04c-ceca3bb7ec6c" providerId="ADAL" clId="{9FE4F33D-95ED-4932-9367-CD26A8D07093}" dt="2023-10-13T06:13:39.476" v="1282" actId="20577"/>
      <pc:docMkLst>
        <pc:docMk/>
      </pc:docMkLst>
      <pc:sldChg chg="add del">
        <pc:chgData name="Aidi Idham" userId="7419cd3b-2c5b-446f-a04c-ceca3bb7ec6c" providerId="ADAL" clId="{9FE4F33D-95ED-4932-9367-CD26A8D07093}" dt="2023-10-13T05:43:53.403" v="810" actId="47"/>
        <pc:sldMkLst>
          <pc:docMk/>
          <pc:sldMk cId="2762128866" sldId="2147470879"/>
        </pc:sldMkLst>
      </pc:sldChg>
      <pc:sldChg chg="modSp add del mod">
        <pc:chgData name="Aidi Idham" userId="7419cd3b-2c5b-446f-a04c-ceca3bb7ec6c" providerId="ADAL" clId="{9FE4F33D-95ED-4932-9367-CD26A8D07093}" dt="2023-10-13T05:27:25.955" v="690" actId="47"/>
        <pc:sldMkLst>
          <pc:docMk/>
          <pc:sldMk cId="2047545852" sldId="2147470880"/>
        </pc:sldMkLst>
      </pc:sldChg>
      <pc:sldChg chg="addSp modSp del mod">
        <pc:chgData name="Aidi Idham" userId="7419cd3b-2c5b-446f-a04c-ceca3bb7ec6c" providerId="ADAL" clId="{9FE4F33D-95ED-4932-9367-CD26A8D07093}" dt="2023-10-13T04:14:55.936" v="192" actId="47"/>
        <pc:sldMkLst>
          <pc:docMk/>
          <pc:sldMk cId="4243840101" sldId="2147470889"/>
        </pc:sldMkLst>
      </pc:sldChg>
      <pc:sldChg chg="addSp delSp modSp new mod ord">
        <pc:chgData name="Aidi Idham" userId="7419cd3b-2c5b-446f-a04c-ceca3bb7ec6c" providerId="ADAL" clId="{9FE4F33D-95ED-4932-9367-CD26A8D07093}" dt="2023-10-13T04:19:31.431" v="224" actId="14100"/>
        <pc:sldMkLst>
          <pc:docMk/>
          <pc:sldMk cId="3129673194" sldId="2147470890"/>
        </pc:sldMkLst>
      </pc:sldChg>
      <pc:sldChg chg="new del">
        <pc:chgData name="Aidi Idham" userId="7419cd3b-2c5b-446f-a04c-ceca3bb7ec6c" providerId="ADAL" clId="{9FE4F33D-95ED-4932-9367-CD26A8D07093}" dt="2023-10-13T03:54:57.945" v="6" actId="680"/>
        <pc:sldMkLst>
          <pc:docMk/>
          <pc:sldMk cId="3475211477" sldId="2147470890"/>
        </pc:sldMkLst>
      </pc:sldChg>
      <pc:sldChg chg="addSp delSp modSp add mod ord modClrScheme chgLayout">
        <pc:chgData name="Aidi Idham" userId="7419cd3b-2c5b-446f-a04c-ceca3bb7ec6c" providerId="ADAL" clId="{9FE4F33D-95ED-4932-9367-CD26A8D07093}" dt="2023-10-13T05:10:58.534" v="617" actId="478"/>
        <pc:sldMkLst>
          <pc:docMk/>
          <pc:sldMk cId="2913694325" sldId="2147470891"/>
        </pc:sldMkLst>
      </pc:sldChg>
      <pc:sldChg chg="addSp delSp modSp add mod ord">
        <pc:chgData name="Aidi Idham" userId="7419cd3b-2c5b-446f-a04c-ceca3bb7ec6c" providerId="ADAL" clId="{9FE4F33D-95ED-4932-9367-CD26A8D07093}" dt="2023-10-13T05:46:29.669" v="835" actId="465"/>
        <pc:sldMkLst>
          <pc:docMk/>
          <pc:sldMk cId="249025170" sldId="2147470892"/>
        </pc:sldMkLst>
      </pc:sldChg>
      <pc:sldChg chg="new del ord">
        <pc:chgData name="Aidi Idham" userId="7419cd3b-2c5b-446f-a04c-ceca3bb7ec6c" providerId="ADAL" clId="{9FE4F33D-95ED-4932-9367-CD26A8D07093}" dt="2023-10-13T05:45:52.500" v="826" actId="47"/>
        <pc:sldMkLst>
          <pc:docMk/>
          <pc:sldMk cId="1267824987" sldId="2147470893"/>
        </pc:sldMkLst>
      </pc:sldChg>
      <pc:sldChg chg="addSp delSp modSp new mod modClrScheme chgLayout">
        <pc:chgData name="Aidi Idham" userId="7419cd3b-2c5b-446f-a04c-ceca3bb7ec6c" providerId="ADAL" clId="{9FE4F33D-95ED-4932-9367-CD26A8D07093}" dt="2023-10-13T06:13:39.476" v="1282" actId="20577"/>
        <pc:sldMkLst>
          <pc:docMk/>
          <pc:sldMk cId="3403493643" sldId="2147470893"/>
        </pc:sldMkLst>
      </pc:sldChg>
      <pc:sldMasterChg chg="addSldLayout delSldLayout modSldLayout">
        <pc:chgData name="Aidi Idham" userId="7419cd3b-2c5b-446f-a04c-ceca3bb7ec6c" providerId="ADAL" clId="{9FE4F33D-95ED-4932-9367-CD26A8D07093}" dt="2023-10-13T05:10:05.542" v="611" actId="3064"/>
        <pc:sldMasterMkLst>
          <pc:docMk/>
          <pc:sldMasterMk cId="2332065566" sldId="2147483660"/>
        </pc:sldMasterMkLst>
        <pc:sldLayoutChg chg="modSp mod">
          <pc:chgData name="Aidi Idham" userId="7419cd3b-2c5b-446f-a04c-ceca3bb7ec6c" providerId="ADAL" clId="{9FE4F33D-95ED-4932-9367-CD26A8D07093}" dt="2023-10-13T05:09:52.242" v="610" actId="3064"/>
          <pc:sldLayoutMkLst>
            <pc:docMk/>
            <pc:sldMasterMk cId="2332065566" sldId="2147483660"/>
            <pc:sldLayoutMk cId="3655962824" sldId="2147483706"/>
          </pc:sldLayoutMkLst>
        </pc:sldLayoutChg>
        <pc:sldLayoutChg chg="add del mod modTransition">
          <pc:chgData name="Aidi Idham" userId="7419cd3b-2c5b-446f-a04c-ceca3bb7ec6c" providerId="ADAL" clId="{9FE4F33D-95ED-4932-9367-CD26A8D07093}" dt="2023-10-13T04:16:30.981" v="200" actId="2890"/>
          <pc:sldLayoutMkLst>
            <pc:docMk/>
            <pc:sldMasterMk cId="2332065566" sldId="2147483660"/>
            <pc:sldLayoutMk cId="1210488748" sldId="2147483707"/>
          </pc:sldLayoutMkLst>
        </pc:sldLayoutChg>
        <pc:sldLayoutChg chg="modSp add mod modTransition setBg">
          <pc:chgData name="Aidi Idham" userId="7419cd3b-2c5b-446f-a04c-ceca3bb7ec6c" providerId="ADAL" clId="{9FE4F33D-95ED-4932-9367-CD26A8D07093}" dt="2023-10-13T05:10:05.542" v="611" actId="3064"/>
          <pc:sldLayoutMkLst>
            <pc:docMk/>
            <pc:sldMasterMk cId="2332065566" sldId="2147483660"/>
            <pc:sldLayoutMk cId="3900211846" sldId="2147483707"/>
          </pc:sldLayoutMkLst>
        </pc:sldLayoutChg>
      </pc:sldMasterChg>
    </pc:docChg>
  </pc:docChgLst>
  <pc:docChgLst>
    <pc:chgData name="Aidi Idham" userId="7419cd3b-2c5b-446f-a04c-ceca3bb7ec6c" providerId="ADAL" clId="{2D1D873A-B788-402A-91C5-1579216D3434}"/>
    <pc:docChg chg="undo custSel addSld delSld modSld sldOrd modMainMaster delSection modSection">
      <pc:chgData name="Aidi Idham" userId="7419cd3b-2c5b-446f-a04c-ceca3bb7ec6c" providerId="ADAL" clId="{2D1D873A-B788-402A-91C5-1579216D3434}" dt="2023-10-24T10:41:33.761" v="449"/>
      <pc:docMkLst>
        <pc:docMk/>
      </pc:docMkLst>
      <pc:sldChg chg="del">
        <pc:chgData name="Aidi Idham" userId="7419cd3b-2c5b-446f-a04c-ceca3bb7ec6c" providerId="ADAL" clId="{2D1D873A-B788-402A-91C5-1579216D3434}" dt="2023-10-24T09:27:13.125" v="0" actId="47"/>
        <pc:sldMkLst>
          <pc:docMk/>
          <pc:sldMk cId="3129673194" sldId="2147470890"/>
        </pc:sldMkLst>
      </pc:sldChg>
      <pc:sldChg chg="modSp mod">
        <pc:chgData name="Aidi Idham" userId="7419cd3b-2c5b-446f-a04c-ceca3bb7ec6c" providerId="ADAL" clId="{2D1D873A-B788-402A-91C5-1579216D3434}" dt="2023-10-24T10:40:44.712" v="414" actId="1035"/>
        <pc:sldMkLst>
          <pc:docMk/>
          <pc:sldMk cId="2913694325" sldId="2147470891"/>
        </pc:sldMkLst>
      </pc:sldChg>
      <pc:sldChg chg="del">
        <pc:chgData name="Aidi Idham" userId="7419cd3b-2c5b-446f-a04c-ceca3bb7ec6c" providerId="ADAL" clId="{2D1D873A-B788-402A-91C5-1579216D3434}" dt="2023-10-24T09:27:13.125" v="0" actId="47"/>
        <pc:sldMkLst>
          <pc:docMk/>
          <pc:sldMk cId="3403493643" sldId="2147470893"/>
        </pc:sldMkLst>
      </pc:sldChg>
      <pc:sldChg chg="addSp delSp modSp add mod modClrScheme chgLayout">
        <pc:chgData name="Aidi Idham" userId="7419cd3b-2c5b-446f-a04c-ceca3bb7ec6c" providerId="ADAL" clId="{2D1D873A-B788-402A-91C5-1579216D3434}" dt="2023-10-24T10:41:33.761" v="449"/>
        <pc:sldMkLst>
          <pc:docMk/>
          <pc:sldMk cId="3561135938" sldId="2147470893"/>
        </pc:sldMkLst>
      </pc:sldChg>
      <pc:sldChg chg="addSp delSp modSp add mod ord">
        <pc:chgData name="Aidi Idham" userId="7419cd3b-2c5b-446f-a04c-ceca3bb7ec6c" providerId="ADAL" clId="{2D1D873A-B788-402A-91C5-1579216D3434}" dt="2023-10-24T09:51:53.047" v="133"/>
        <pc:sldMkLst>
          <pc:docMk/>
          <pc:sldMk cId="3991220447" sldId="2147470894"/>
        </pc:sldMkLst>
      </pc:sldChg>
      <pc:sldChg chg="addSp delSp modSp add mod ord">
        <pc:chgData name="Aidi Idham" userId="7419cd3b-2c5b-446f-a04c-ceca3bb7ec6c" providerId="ADAL" clId="{2D1D873A-B788-402A-91C5-1579216D3434}" dt="2023-10-24T10:41:20.602" v="446"/>
        <pc:sldMkLst>
          <pc:docMk/>
          <pc:sldMk cId="2082635516" sldId="2147470895"/>
        </pc:sldMkLst>
      </pc:sldChg>
      <pc:sldChg chg="addSp delSp modSp add mod ord modClrScheme chgLayout">
        <pc:chgData name="Aidi Idham" userId="7419cd3b-2c5b-446f-a04c-ceca3bb7ec6c" providerId="ADAL" clId="{2D1D873A-B788-402A-91C5-1579216D3434}" dt="2023-10-24T10:41:02.452" v="444" actId="1035"/>
        <pc:sldMkLst>
          <pc:docMk/>
          <pc:sldMk cId="2153494356" sldId="2147470896"/>
        </pc:sldMkLst>
      </pc:sldChg>
      <pc:sldChg chg="addSp delSp modSp add mod ord">
        <pc:chgData name="Aidi Idham" userId="7419cd3b-2c5b-446f-a04c-ceca3bb7ec6c" providerId="ADAL" clId="{2D1D873A-B788-402A-91C5-1579216D3434}" dt="2023-10-24T10:34:26.418" v="398" actId="14100"/>
        <pc:sldMkLst>
          <pc:docMk/>
          <pc:sldMk cId="4063941894" sldId="2147470897"/>
        </pc:sldMkLst>
      </pc:sldChg>
      <pc:sldMasterChg chg="addSldLayout modSldLayout">
        <pc:chgData name="Aidi Idham" userId="7419cd3b-2c5b-446f-a04c-ceca3bb7ec6c" providerId="ADAL" clId="{2D1D873A-B788-402A-91C5-1579216D3434}" dt="2023-10-24T10:00:07.018" v="237" actId="29295"/>
        <pc:sldMasterMkLst>
          <pc:docMk/>
          <pc:sldMasterMk cId="2332065566" sldId="2147483660"/>
        </pc:sldMasterMkLst>
        <pc:sldLayoutChg chg="addSp delSp modSp add mod modTransition">
          <pc:chgData name="Aidi Idham" userId="7419cd3b-2c5b-446f-a04c-ceca3bb7ec6c" providerId="ADAL" clId="{2D1D873A-B788-402A-91C5-1579216D3434}" dt="2023-10-24T09:43:13.700" v="101" actId="1076"/>
          <pc:sldLayoutMkLst>
            <pc:docMk/>
            <pc:sldMasterMk cId="2332065566" sldId="2147483660"/>
            <pc:sldLayoutMk cId="2014169484" sldId="2147483708"/>
          </pc:sldLayoutMkLst>
        </pc:sldLayoutChg>
        <pc:sldLayoutChg chg="addSp modSp add mod modTransition">
          <pc:chgData name="Aidi Idham" userId="7419cd3b-2c5b-446f-a04c-ceca3bb7ec6c" providerId="ADAL" clId="{2D1D873A-B788-402A-91C5-1579216D3434}" dt="2023-10-24T10:00:07.018" v="237" actId="29295"/>
          <pc:sldLayoutMkLst>
            <pc:docMk/>
            <pc:sldMasterMk cId="2332065566" sldId="2147483660"/>
            <pc:sldLayoutMk cId="380557681" sldId="214748370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09FB5B-17C9-8E44-A472-E401340FF681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E8998-DA6B-A84E-997C-51E9BB4DB2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950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Blank Layou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F14BDFC-0DB6-ED88-75EE-A53E88CA841E}"/>
              </a:ext>
            </a:extLst>
          </p:cNvPr>
          <p:cNvSpPr/>
          <p:nvPr userDrawn="1"/>
        </p:nvSpPr>
        <p:spPr>
          <a:xfrm>
            <a:off x="115614" y="6374752"/>
            <a:ext cx="809296" cy="43915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5EEDBAF6-7460-8DA3-1B9F-4C1472B31C5B}"/>
              </a:ext>
            </a:extLst>
          </p:cNvPr>
          <p:cNvSpPr txBox="1">
            <a:spLocks/>
          </p:cNvSpPr>
          <p:nvPr/>
        </p:nvSpPr>
        <p:spPr>
          <a:xfrm>
            <a:off x="11428466" y="6411767"/>
            <a:ext cx="342926" cy="365125"/>
          </a:xfrm>
          <a:prstGeom prst="rect">
            <a:avLst/>
          </a:prstGeom>
        </p:spPr>
        <p:txBody>
          <a:bodyPr vert="horz" lIns="91428" tIns="45714" rIns="0" bIns="45714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accent3"/>
                </a:solidFill>
                <a:latin typeface="Museo Sans 500" panose="02000000000000000000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A7863D-0A19-BB43-ACC2-96E9F0489906}" type="slidenum">
              <a:rPr lang="en-US" sz="700" b="0" i="0" smtClean="0">
                <a:solidFill>
                  <a:schemeClr val="tx1"/>
                </a:solidFill>
                <a:latin typeface="PP Telegraf" pitchFamily="2" charset="77"/>
              </a:rPr>
              <a:pPr/>
              <a:t>‹#›</a:t>
            </a:fld>
            <a:endParaRPr lang="en-US" sz="800" b="0" i="0" dirty="0">
              <a:solidFill>
                <a:schemeClr val="tx1"/>
              </a:solidFill>
              <a:latin typeface="PP Telegraf" pitchFamily="2" charset="77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3E4932BD-A63B-FA8F-753D-E0508670E1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10098" y="351979"/>
            <a:ext cx="5415149" cy="60227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400" b="0" i="0">
                <a:solidFill>
                  <a:schemeClr val="tx1"/>
                </a:solidFill>
                <a:latin typeface="PP Telegraf" pitchFamily="2" charset="77"/>
              </a:defRPr>
            </a:lvl1pPr>
            <a:lvl2pPr marL="456985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000" b="0" i="0">
                <a:solidFill>
                  <a:schemeClr val="tx1"/>
                </a:solidFill>
                <a:latin typeface="PP Telegraf" pitchFamily="2" charset="77"/>
              </a:defRPr>
            </a:lvl2pPr>
            <a:lvl3pPr marL="913987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800" b="0" i="0">
                <a:solidFill>
                  <a:schemeClr val="tx1"/>
                </a:solidFill>
                <a:latin typeface="PP Telegraf" pitchFamily="2" charset="77"/>
              </a:defRPr>
            </a:lvl3pPr>
            <a:lvl4pPr marL="1370986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600" b="0" i="0">
                <a:solidFill>
                  <a:schemeClr val="tx1"/>
                </a:solidFill>
                <a:latin typeface="PP Telegraf" pitchFamily="2" charset="77"/>
              </a:defRPr>
            </a:lvl4pPr>
            <a:lvl5pPr marL="1827972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600" b="0" i="0">
                <a:solidFill>
                  <a:schemeClr val="tx1"/>
                </a:solidFill>
                <a:latin typeface="PP Telegraf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AEBF8F58-BCD9-4A93-73F8-B094485F4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967" y="351979"/>
            <a:ext cx="1937051" cy="116339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algn="l" defTabSz="91397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i="0" kern="1200" dirty="0">
                <a:solidFill>
                  <a:schemeClr val="tx1"/>
                </a:solidFill>
                <a:latin typeface="PP Telegraf" pitchFamily="2" charset="77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9A099A62-9E24-C233-69FD-0600C709200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2413" y="2504445"/>
            <a:ext cx="1936605" cy="1382713"/>
          </a:xfrm>
        </p:spPr>
        <p:txBody>
          <a:bodyPr lIns="0" tIns="0"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D76085E8-4A6F-7391-311A-251AB8CB2AF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99929" y="207834"/>
            <a:ext cx="427597" cy="288290"/>
          </a:xfrm>
          <a:prstGeom prst="rect">
            <a:avLst/>
          </a:prstGeom>
        </p:spPr>
      </p:pic>
      <p:pic>
        <p:nvPicPr>
          <p:cNvPr id="3" name="Picture 2" descr="A blue circles on a black background&#10;&#10;Description automatically generated">
            <a:extLst>
              <a:ext uri="{FF2B5EF4-FFF2-40B4-BE49-F238E27FC236}">
                <a16:creationId xmlns:a16="http://schemas.microsoft.com/office/drawing/2014/main" id="{03950DBD-5DD4-7715-FD51-36B383EFC9A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8353971">
            <a:off x="-3281874" y="5258146"/>
            <a:ext cx="6563746" cy="3692588"/>
          </a:xfrm>
          <a:custGeom>
            <a:avLst/>
            <a:gdLst>
              <a:gd name="connsiteX0" fmla="*/ 1184285 w 6563746"/>
              <a:gd name="connsiteY0" fmla="*/ 3692588 h 3692588"/>
              <a:gd name="connsiteX1" fmla="*/ 0 w 6563746"/>
              <a:gd name="connsiteY1" fmla="*/ 3692588 h 3692588"/>
              <a:gd name="connsiteX2" fmla="*/ 0 w 6563746"/>
              <a:gd name="connsiteY2" fmla="*/ 2977974 h 3692588"/>
              <a:gd name="connsiteX3" fmla="*/ 234882 w 6563746"/>
              <a:gd name="connsiteY3" fmla="*/ 2743061 h 3692588"/>
              <a:gd name="connsiteX4" fmla="*/ 733871 w 6563746"/>
              <a:gd name="connsiteY4" fmla="*/ 0 h 3692588"/>
              <a:gd name="connsiteX5" fmla="*/ 0 w 6563746"/>
              <a:gd name="connsiteY5" fmla="*/ 733966 h 3692588"/>
              <a:gd name="connsiteX6" fmla="*/ 0 w 6563746"/>
              <a:gd name="connsiteY6" fmla="*/ 0 h 3692588"/>
              <a:gd name="connsiteX7" fmla="*/ 6563746 w 6563746"/>
              <a:gd name="connsiteY7" fmla="*/ 0 h 3692588"/>
              <a:gd name="connsiteX8" fmla="*/ 6563746 w 6563746"/>
              <a:gd name="connsiteY8" fmla="*/ 3692588 h 3692588"/>
              <a:gd name="connsiteX9" fmla="*/ 4922573 w 6563746"/>
              <a:gd name="connsiteY9" fmla="*/ 3692588 h 3692588"/>
              <a:gd name="connsiteX10" fmla="*/ 3481502 w 6563746"/>
              <a:gd name="connsiteY10" fmla="*/ 1701791 h 3692588"/>
              <a:gd name="connsiteX11" fmla="*/ 5832475 w 6563746"/>
              <a:gd name="connsiteY11" fmla="*/ 0 h 3692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63746" h="3692588">
                <a:moveTo>
                  <a:pt x="1184285" y="3692588"/>
                </a:moveTo>
                <a:lnTo>
                  <a:pt x="0" y="3692588"/>
                </a:lnTo>
                <a:lnTo>
                  <a:pt x="0" y="2977974"/>
                </a:lnTo>
                <a:lnTo>
                  <a:pt x="234882" y="2743061"/>
                </a:lnTo>
                <a:close/>
                <a:moveTo>
                  <a:pt x="733871" y="0"/>
                </a:moveTo>
                <a:lnTo>
                  <a:pt x="0" y="733966"/>
                </a:lnTo>
                <a:lnTo>
                  <a:pt x="0" y="0"/>
                </a:lnTo>
                <a:close/>
                <a:moveTo>
                  <a:pt x="6563746" y="0"/>
                </a:moveTo>
                <a:lnTo>
                  <a:pt x="6563746" y="3692588"/>
                </a:lnTo>
                <a:lnTo>
                  <a:pt x="4922573" y="3692588"/>
                </a:lnTo>
                <a:lnTo>
                  <a:pt x="3481502" y="1701791"/>
                </a:lnTo>
                <a:lnTo>
                  <a:pt x="5832475" y="0"/>
                </a:lnTo>
                <a:close/>
              </a:path>
            </a:pathLst>
          </a:custGeom>
          <a:noFill/>
        </p:spPr>
      </p:pic>
    </p:spTree>
    <p:extLst>
      <p:ext uri="{BB962C8B-B14F-4D97-AF65-F5344CB8AC3E}">
        <p14:creationId xmlns:p14="http://schemas.microsoft.com/office/powerpoint/2010/main" val="36559628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Blank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F14BDFC-0DB6-ED88-75EE-A53E88CA841E}"/>
              </a:ext>
            </a:extLst>
          </p:cNvPr>
          <p:cNvSpPr/>
          <p:nvPr userDrawn="1"/>
        </p:nvSpPr>
        <p:spPr>
          <a:xfrm>
            <a:off x="115614" y="6374752"/>
            <a:ext cx="809296" cy="43915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5EEDBAF6-7460-8DA3-1B9F-4C1472B31C5B}"/>
              </a:ext>
            </a:extLst>
          </p:cNvPr>
          <p:cNvSpPr txBox="1">
            <a:spLocks/>
          </p:cNvSpPr>
          <p:nvPr/>
        </p:nvSpPr>
        <p:spPr>
          <a:xfrm>
            <a:off x="11428466" y="6411767"/>
            <a:ext cx="342926" cy="365125"/>
          </a:xfrm>
          <a:prstGeom prst="rect">
            <a:avLst/>
          </a:prstGeom>
        </p:spPr>
        <p:txBody>
          <a:bodyPr vert="horz" lIns="91428" tIns="45714" rIns="0" bIns="45714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accent3"/>
                </a:solidFill>
                <a:latin typeface="Museo Sans 500" panose="02000000000000000000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A7863D-0A19-BB43-ACC2-96E9F0489906}" type="slidenum">
              <a:rPr lang="en-US" sz="700" b="0" i="0" smtClean="0">
                <a:solidFill>
                  <a:schemeClr val="bg2"/>
                </a:solidFill>
                <a:latin typeface="PP Telegraf" pitchFamily="2" charset="77"/>
              </a:rPr>
              <a:pPr/>
              <a:t>‹#›</a:t>
            </a:fld>
            <a:endParaRPr lang="en-US" sz="800" b="0" i="0" dirty="0">
              <a:solidFill>
                <a:schemeClr val="bg2"/>
              </a:solidFill>
              <a:latin typeface="PP Telegraf" pitchFamily="2" charset="77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3E4932BD-A63B-FA8F-753D-E0508670E1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10098" y="351979"/>
            <a:ext cx="5415149" cy="60227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400" b="0" i="0">
                <a:solidFill>
                  <a:schemeClr val="bg2"/>
                </a:solidFill>
                <a:latin typeface="PP Telegraf" pitchFamily="2" charset="77"/>
              </a:defRPr>
            </a:lvl1pPr>
            <a:lvl2pPr marL="456985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000" b="0" i="0">
                <a:solidFill>
                  <a:schemeClr val="bg2"/>
                </a:solidFill>
                <a:latin typeface="PP Telegraf" pitchFamily="2" charset="77"/>
              </a:defRPr>
            </a:lvl2pPr>
            <a:lvl3pPr marL="913987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800" b="0" i="0">
                <a:solidFill>
                  <a:schemeClr val="bg2"/>
                </a:solidFill>
                <a:latin typeface="PP Telegraf" pitchFamily="2" charset="77"/>
              </a:defRPr>
            </a:lvl3pPr>
            <a:lvl4pPr marL="1370986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600" b="0" i="0">
                <a:solidFill>
                  <a:schemeClr val="bg2"/>
                </a:solidFill>
                <a:latin typeface="PP Telegraf" pitchFamily="2" charset="77"/>
              </a:defRPr>
            </a:lvl4pPr>
            <a:lvl5pPr marL="1827972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600" b="0" i="0">
                <a:solidFill>
                  <a:schemeClr val="bg2"/>
                </a:solidFill>
                <a:latin typeface="PP Telegraf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AEBF8F58-BCD9-4A93-73F8-B094485F4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967" y="351979"/>
            <a:ext cx="1937051" cy="116339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algn="l" defTabSz="91397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i="0" kern="1200" dirty="0">
                <a:solidFill>
                  <a:schemeClr val="bg2"/>
                </a:solidFill>
                <a:latin typeface="PP Telegraf" pitchFamily="2" charset="77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9A099A62-9E24-C233-69FD-0600C709200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2413" y="2504445"/>
            <a:ext cx="1936605" cy="1382713"/>
          </a:xfrm>
        </p:spPr>
        <p:txBody>
          <a:bodyPr lIns="0" tIns="0">
            <a:normAutofit/>
          </a:bodyPr>
          <a:lstStyle>
            <a:lvl1pPr marL="0" indent="0"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D76085E8-4A6F-7391-311A-251AB8CB2AF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99929" y="207834"/>
            <a:ext cx="427597" cy="288290"/>
          </a:xfrm>
          <a:prstGeom prst="rect">
            <a:avLst/>
          </a:prstGeom>
        </p:spPr>
      </p:pic>
      <p:pic>
        <p:nvPicPr>
          <p:cNvPr id="3" name="Picture 2" descr="A blue circles on a black background&#10;&#10;Description automatically generated">
            <a:extLst>
              <a:ext uri="{FF2B5EF4-FFF2-40B4-BE49-F238E27FC236}">
                <a16:creationId xmlns:a16="http://schemas.microsoft.com/office/drawing/2014/main" id="{03950DBD-5DD4-7715-FD51-36B383EFC9A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8353971">
            <a:off x="-3281874" y="5258146"/>
            <a:ext cx="6563746" cy="3692588"/>
          </a:xfrm>
          <a:custGeom>
            <a:avLst/>
            <a:gdLst>
              <a:gd name="connsiteX0" fmla="*/ 1184285 w 6563746"/>
              <a:gd name="connsiteY0" fmla="*/ 3692588 h 3692588"/>
              <a:gd name="connsiteX1" fmla="*/ 0 w 6563746"/>
              <a:gd name="connsiteY1" fmla="*/ 3692588 h 3692588"/>
              <a:gd name="connsiteX2" fmla="*/ 0 w 6563746"/>
              <a:gd name="connsiteY2" fmla="*/ 2977974 h 3692588"/>
              <a:gd name="connsiteX3" fmla="*/ 234882 w 6563746"/>
              <a:gd name="connsiteY3" fmla="*/ 2743061 h 3692588"/>
              <a:gd name="connsiteX4" fmla="*/ 733871 w 6563746"/>
              <a:gd name="connsiteY4" fmla="*/ 0 h 3692588"/>
              <a:gd name="connsiteX5" fmla="*/ 0 w 6563746"/>
              <a:gd name="connsiteY5" fmla="*/ 733966 h 3692588"/>
              <a:gd name="connsiteX6" fmla="*/ 0 w 6563746"/>
              <a:gd name="connsiteY6" fmla="*/ 0 h 3692588"/>
              <a:gd name="connsiteX7" fmla="*/ 6563746 w 6563746"/>
              <a:gd name="connsiteY7" fmla="*/ 0 h 3692588"/>
              <a:gd name="connsiteX8" fmla="*/ 6563746 w 6563746"/>
              <a:gd name="connsiteY8" fmla="*/ 3692588 h 3692588"/>
              <a:gd name="connsiteX9" fmla="*/ 4922573 w 6563746"/>
              <a:gd name="connsiteY9" fmla="*/ 3692588 h 3692588"/>
              <a:gd name="connsiteX10" fmla="*/ 3481502 w 6563746"/>
              <a:gd name="connsiteY10" fmla="*/ 1701791 h 3692588"/>
              <a:gd name="connsiteX11" fmla="*/ 5832475 w 6563746"/>
              <a:gd name="connsiteY11" fmla="*/ 0 h 3692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63746" h="3692588">
                <a:moveTo>
                  <a:pt x="1184285" y="3692588"/>
                </a:moveTo>
                <a:lnTo>
                  <a:pt x="0" y="3692588"/>
                </a:lnTo>
                <a:lnTo>
                  <a:pt x="0" y="2977974"/>
                </a:lnTo>
                <a:lnTo>
                  <a:pt x="234882" y="2743061"/>
                </a:lnTo>
                <a:close/>
                <a:moveTo>
                  <a:pt x="733871" y="0"/>
                </a:moveTo>
                <a:lnTo>
                  <a:pt x="0" y="733966"/>
                </a:lnTo>
                <a:lnTo>
                  <a:pt x="0" y="0"/>
                </a:lnTo>
                <a:close/>
                <a:moveTo>
                  <a:pt x="6563746" y="0"/>
                </a:moveTo>
                <a:lnTo>
                  <a:pt x="6563746" y="3692588"/>
                </a:lnTo>
                <a:lnTo>
                  <a:pt x="4922573" y="3692588"/>
                </a:lnTo>
                <a:lnTo>
                  <a:pt x="3481502" y="1701791"/>
                </a:lnTo>
                <a:lnTo>
                  <a:pt x="5832475" y="0"/>
                </a:lnTo>
                <a:close/>
              </a:path>
            </a:pathLst>
          </a:custGeom>
          <a:noFill/>
        </p:spPr>
      </p:pic>
    </p:spTree>
    <p:extLst>
      <p:ext uri="{BB962C8B-B14F-4D97-AF65-F5344CB8AC3E}">
        <p14:creationId xmlns:p14="http://schemas.microsoft.com/office/powerpoint/2010/main" val="39002118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Blank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F14BDFC-0DB6-ED88-75EE-A53E88CA841E}"/>
              </a:ext>
            </a:extLst>
          </p:cNvPr>
          <p:cNvSpPr/>
          <p:nvPr userDrawn="1"/>
        </p:nvSpPr>
        <p:spPr>
          <a:xfrm>
            <a:off x="115614" y="6374752"/>
            <a:ext cx="809296" cy="43915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5EEDBAF6-7460-8DA3-1B9F-4C1472B31C5B}"/>
              </a:ext>
            </a:extLst>
          </p:cNvPr>
          <p:cNvSpPr txBox="1">
            <a:spLocks/>
          </p:cNvSpPr>
          <p:nvPr/>
        </p:nvSpPr>
        <p:spPr>
          <a:xfrm>
            <a:off x="11428466" y="6411767"/>
            <a:ext cx="342926" cy="365125"/>
          </a:xfrm>
          <a:prstGeom prst="rect">
            <a:avLst/>
          </a:prstGeom>
        </p:spPr>
        <p:txBody>
          <a:bodyPr vert="horz" lIns="91428" tIns="45714" rIns="0" bIns="45714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accent3"/>
                </a:solidFill>
                <a:latin typeface="Museo Sans 500" panose="02000000000000000000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A7863D-0A19-BB43-ACC2-96E9F0489906}" type="slidenum">
              <a:rPr lang="en-US" sz="700" b="0" i="0" smtClean="0">
                <a:solidFill>
                  <a:schemeClr val="bg2"/>
                </a:solidFill>
                <a:latin typeface="PP Telegraf" pitchFamily="2" charset="77"/>
              </a:rPr>
              <a:pPr/>
              <a:t>‹#›</a:t>
            </a:fld>
            <a:endParaRPr lang="en-US" sz="800" b="0" i="0" dirty="0">
              <a:solidFill>
                <a:schemeClr val="bg2"/>
              </a:solidFill>
              <a:latin typeface="PP Telegraf" pitchFamily="2" charset="77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3E4932BD-A63B-FA8F-753D-E0508670E1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10098" y="351979"/>
            <a:ext cx="5415149" cy="60227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400" b="0" i="0">
                <a:solidFill>
                  <a:schemeClr val="bg2"/>
                </a:solidFill>
                <a:latin typeface="PP Telegraf" pitchFamily="2" charset="77"/>
              </a:defRPr>
            </a:lvl1pPr>
            <a:lvl2pPr marL="456985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000" b="0" i="0">
                <a:solidFill>
                  <a:schemeClr val="bg2"/>
                </a:solidFill>
                <a:latin typeface="PP Telegraf" pitchFamily="2" charset="77"/>
              </a:defRPr>
            </a:lvl2pPr>
            <a:lvl3pPr marL="913987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800" b="0" i="0">
                <a:solidFill>
                  <a:schemeClr val="bg2"/>
                </a:solidFill>
                <a:latin typeface="PP Telegraf" pitchFamily="2" charset="77"/>
              </a:defRPr>
            </a:lvl3pPr>
            <a:lvl4pPr marL="1370986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600" b="0" i="0">
                <a:solidFill>
                  <a:schemeClr val="bg2"/>
                </a:solidFill>
                <a:latin typeface="PP Telegraf" pitchFamily="2" charset="77"/>
              </a:defRPr>
            </a:lvl4pPr>
            <a:lvl5pPr marL="1827972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600" b="0" i="0">
                <a:solidFill>
                  <a:schemeClr val="bg2"/>
                </a:solidFill>
                <a:latin typeface="PP Telegraf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AEBF8F58-BCD9-4A93-73F8-B094485F4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967" y="351979"/>
            <a:ext cx="1937051" cy="116339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algn="l" defTabSz="91397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i="0" kern="1200" dirty="0">
                <a:solidFill>
                  <a:schemeClr val="bg2"/>
                </a:solidFill>
                <a:latin typeface="PP Telegraf" pitchFamily="2" charset="77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9A099A62-9E24-C233-69FD-0600C709200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2413" y="2504445"/>
            <a:ext cx="1936605" cy="1382713"/>
          </a:xfrm>
        </p:spPr>
        <p:txBody>
          <a:bodyPr lIns="0" tIns="0">
            <a:normAutofit/>
          </a:bodyPr>
          <a:lstStyle>
            <a:lvl1pPr marL="0" indent="0"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D76085E8-4A6F-7391-311A-251AB8CB2AF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99929" y="207834"/>
            <a:ext cx="427597" cy="288290"/>
          </a:xfrm>
          <a:prstGeom prst="rect">
            <a:avLst/>
          </a:prstGeom>
        </p:spPr>
      </p:pic>
      <p:pic>
        <p:nvPicPr>
          <p:cNvPr id="3" name="Picture 2" descr="A blue circles on a black background&#10;&#10;Description automatically generated">
            <a:extLst>
              <a:ext uri="{FF2B5EF4-FFF2-40B4-BE49-F238E27FC236}">
                <a16:creationId xmlns:a16="http://schemas.microsoft.com/office/drawing/2014/main" id="{03950DBD-5DD4-7715-FD51-36B383EFC9A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8353971">
            <a:off x="-3281874" y="5258146"/>
            <a:ext cx="6563746" cy="3692588"/>
          </a:xfrm>
          <a:custGeom>
            <a:avLst/>
            <a:gdLst>
              <a:gd name="connsiteX0" fmla="*/ 1184285 w 6563746"/>
              <a:gd name="connsiteY0" fmla="*/ 3692588 h 3692588"/>
              <a:gd name="connsiteX1" fmla="*/ 0 w 6563746"/>
              <a:gd name="connsiteY1" fmla="*/ 3692588 h 3692588"/>
              <a:gd name="connsiteX2" fmla="*/ 0 w 6563746"/>
              <a:gd name="connsiteY2" fmla="*/ 2977974 h 3692588"/>
              <a:gd name="connsiteX3" fmla="*/ 234882 w 6563746"/>
              <a:gd name="connsiteY3" fmla="*/ 2743061 h 3692588"/>
              <a:gd name="connsiteX4" fmla="*/ 733871 w 6563746"/>
              <a:gd name="connsiteY4" fmla="*/ 0 h 3692588"/>
              <a:gd name="connsiteX5" fmla="*/ 0 w 6563746"/>
              <a:gd name="connsiteY5" fmla="*/ 733966 h 3692588"/>
              <a:gd name="connsiteX6" fmla="*/ 0 w 6563746"/>
              <a:gd name="connsiteY6" fmla="*/ 0 h 3692588"/>
              <a:gd name="connsiteX7" fmla="*/ 6563746 w 6563746"/>
              <a:gd name="connsiteY7" fmla="*/ 0 h 3692588"/>
              <a:gd name="connsiteX8" fmla="*/ 6563746 w 6563746"/>
              <a:gd name="connsiteY8" fmla="*/ 3692588 h 3692588"/>
              <a:gd name="connsiteX9" fmla="*/ 4922573 w 6563746"/>
              <a:gd name="connsiteY9" fmla="*/ 3692588 h 3692588"/>
              <a:gd name="connsiteX10" fmla="*/ 3481502 w 6563746"/>
              <a:gd name="connsiteY10" fmla="*/ 1701791 h 3692588"/>
              <a:gd name="connsiteX11" fmla="*/ 5832475 w 6563746"/>
              <a:gd name="connsiteY11" fmla="*/ 0 h 3692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63746" h="3692588">
                <a:moveTo>
                  <a:pt x="1184285" y="3692588"/>
                </a:moveTo>
                <a:lnTo>
                  <a:pt x="0" y="3692588"/>
                </a:lnTo>
                <a:lnTo>
                  <a:pt x="0" y="2977974"/>
                </a:lnTo>
                <a:lnTo>
                  <a:pt x="234882" y="2743061"/>
                </a:lnTo>
                <a:close/>
                <a:moveTo>
                  <a:pt x="733871" y="0"/>
                </a:moveTo>
                <a:lnTo>
                  <a:pt x="0" y="733966"/>
                </a:lnTo>
                <a:lnTo>
                  <a:pt x="0" y="0"/>
                </a:lnTo>
                <a:close/>
                <a:moveTo>
                  <a:pt x="6563746" y="0"/>
                </a:moveTo>
                <a:lnTo>
                  <a:pt x="6563746" y="3692588"/>
                </a:lnTo>
                <a:lnTo>
                  <a:pt x="4922573" y="3692588"/>
                </a:lnTo>
                <a:lnTo>
                  <a:pt x="3481502" y="1701791"/>
                </a:lnTo>
                <a:lnTo>
                  <a:pt x="5832475" y="0"/>
                </a:lnTo>
                <a:close/>
              </a:path>
            </a:pathLst>
          </a:custGeom>
          <a:noFill/>
        </p:spPr>
      </p:pic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82EF19E0-0049-FE37-057B-D47006AC54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52413" y="4303195"/>
            <a:ext cx="1936605" cy="1382713"/>
          </a:xfrm>
        </p:spPr>
        <p:txBody>
          <a:bodyPr lIns="0" tIns="0">
            <a:normAutofit/>
          </a:bodyPr>
          <a:lstStyle>
            <a:lvl1pPr marL="0" indent="0"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05576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Blank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F14BDFC-0DB6-ED88-75EE-A53E88CA841E}"/>
              </a:ext>
            </a:extLst>
          </p:cNvPr>
          <p:cNvSpPr/>
          <p:nvPr userDrawn="1"/>
        </p:nvSpPr>
        <p:spPr>
          <a:xfrm>
            <a:off x="115614" y="6374752"/>
            <a:ext cx="809296" cy="43915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5EEDBAF6-7460-8DA3-1B9F-4C1472B31C5B}"/>
              </a:ext>
            </a:extLst>
          </p:cNvPr>
          <p:cNvSpPr txBox="1">
            <a:spLocks/>
          </p:cNvSpPr>
          <p:nvPr/>
        </p:nvSpPr>
        <p:spPr>
          <a:xfrm>
            <a:off x="11428466" y="6411767"/>
            <a:ext cx="342926" cy="365125"/>
          </a:xfrm>
          <a:prstGeom prst="rect">
            <a:avLst/>
          </a:prstGeom>
        </p:spPr>
        <p:txBody>
          <a:bodyPr vert="horz" lIns="91428" tIns="45714" rIns="0" bIns="45714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accent3"/>
                </a:solidFill>
                <a:latin typeface="Museo Sans 500" panose="02000000000000000000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A7863D-0A19-BB43-ACC2-96E9F0489906}" type="slidenum">
              <a:rPr lang="en-US" sz="700" b="0" i="0" smtClean="0">
                <a:solidFill>
                  <a:schemeClr val="bg2"/>
                </a:solidFill>
                <a:latin typeface="PP Telegraf" pitchFamily="2" charset="77"/>
              </a:rPr>
              <a:pPr/>
              <a:t>‹#›</a:t>
            </a:fld>
            <a:endParaRPr lang="en-US" sz="800" b="0" i="0" dirty="0">
              <a:solidFill>
                <a:schemeClr val="bg2"/>
              </a:solidFill>
              <a:latin typeface="PP Telegraf" pitchFamily="2" charset="77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3E4932BD-A63B-FA8F-753D-E0508670E1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10098" y="351979"/>
            <a:ext cx="5415149" cy="60227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400" b="0" i="0">
                <a:solidFill>
                  <a:schemeClr val="bg2"/>
                </a:solidFill>
                <a:latin typeface="PP Telegraf" pitchFamily="2" charset="77"/>
              </a:defRPr>
            </a:lvl1pPr>
            <a:lvl2pPr marL="456985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000" b="0" i="0">
                <a:solidFill>
                  <a:schemeClr val="bg2"/>
                </a:solidFill>
                <a:latin typeface="PP Telegraf" pitchFamily="2" charset="77"/>
              </a:defRPr>
            </a:lvl2pPr>
            <a:lvl3pPr marL="913987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800" b="0" i="0">
                <a:solidFill>
                  <a:schemeClr val="bg2"/>
                </a:solidFill>
                <a:latin typeface="PP Telegraf" pitchFamily="2" charset="77"/>
              </a:defRPr>
            </a:lvl3pPr>
            <a:lvl4pPr marL="1370986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600" b="0" i="0">
                <a:solidFill>
                  <a:schemeClr val="bg2"/>
                </a:solidFill>
                <a:latin typeface="PP Telegraf" pitchFamily="2" charset="77"/>
              </a:defRPr>
            </a:lvl4pPr>
            <a:lvl5pPr marL="1827972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600" b="0" i="0">
                <a:solidFill>
                  <a:schemeClr val="bg2"/>
                </a:solidFill>
                <a:latin typeface="PP Telegraf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AEBF8F58-BCD9-4A93-73F8-B094485F4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967" y="351979"/>
            <a:ext cx="1937051" cy="116339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algn="l" defTabSz="91397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i="0" kern="1200" dirty="0">
                <a:solidFill>
                  <a:schemeClr val="bg2"/>
                </a:solidFill>
                <a:latin typeface="PP Telegraf" pitchFamily="2" charset="77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9A099A62-9E24-C233-69FD-0600C709200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2413" y="2504445"/>
            <a:ext cx="1936605" cy="1382713"/>
          </a:xfrm>
        </p:spPr>
        <p:txBody>
          <a:bodyPr lIns="0" tIns="0">
            <a:normAutofit/>
          </a:bodyPr>
          <a:lstStyle>
            <a:lvl1pPr marL="0" indent="0"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D76085E8-4A6F-7391-311A-251AB8CB2AF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99929" y="207834"/>
            <a:ext cx="427597" cy="288290"/>
          </a:xfrm>
          <a:prstGeom prst="rect">
            <a:avLst/>
          </a:prstGeom>
        </p:spPr>
      </p:pic>
      <p:pic>
        <p:nvPicPr>
          <p:cNvPr id="3" name="Picture 2" descr="A blue circles on a black background&#10;&#10;Description automatically generated">
            <a:extLst>
              <a:ext uri="{FF2B5EF4-FFF2-40B4-BE49-F238E27FC236}">
                <a16:creationId xmlns:a16="http://schemas.microsoft.com/office/drawing/2014/main" id="{03950DBD-5DD4-7715-FD51-36B383EFC9A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8353971">
            <a:off x="-1197388" y="6278962"/>
            <a:ext cx="2394775" cy="1347236"/>
          </a:xfrm>
          <a:custGeom>
            <a:avLst/>
            <a:gdLst>
              <a:gd name="connsiteX0" fmla="*/ 1184285 w 6563746"/>
              <a:gd name="connsiteY0" fmla="*/ 3692588 h 3692588"/>
              <a:gd name="connsiteX1" fmla="*/ 0 w 6563746"/>
              <a:gd name="connsiteY1" fmla="*/ 3692588 h 3692588"/>
              <a:gd name="connsiteX2" fmla="*/ 0 w 6563746"/>
              <a:gd name="connsiteY2" fmla="*/ 2977974 h 3692588"/>
              <a:gd name="connsiteX3" fmla="*/ 234882 w 6563746"/>
              <a:gd name="connsiteY3" fmla="*/ 2743061 h 3692588"/>
              <a:gd name="connsiteX4" fmla="*/ 733871 w 6563746"/>
              <a:gd name="connsiteY4" fmla="*/ 0 h 3692588"/>
              <a:gd name="connsiteX5" fmla="*/ 0 w 6563746"/>
              <a:gd name="connsiteY5" fmla="*/ 733966 h 3692588"/>
              <a:gd name="connsiteX6" fmla="*/ 0 w 6563746"/>
              <a:gd name="connsiteY6" fmla="*/ 0 h 3692588"/>
              <a:gd name="connsiteX7" fmla="*/ 6563746 w 6563746"/>
              <a:gd name="connsiteY7" fmla="*/ 0 h 3692588"/>
              <a:gd name="connsiteX8" fmla="*/ 6563746 w 6563746"/>
              <a:gd name="connsiteY8" fmla="*/ 3692588 h 3692588"/>
              <a:gd name="connsiteX9" fmla="*/ 4922573 w 6563746"/>
              <a:gd name="connsiteY9" fmla="*/ 3692588 h 3692588"/>
              <a:gd name="connsiteX10" fmla="*/ 3481502 w 6563746"/>
              <a:gd name="connsiteY10" fmla="*/ 1701791 h 3692588"/>
              <a:gd name="connsiteX11" fmla="*/ 5832475 w 6563746"/>
              <a:gd name="connsiteY11" fmla="*/ 0 h 3692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63746" h="3692588">
                <a:moveTo>
                  <a:pt x="1184285" y="3692588"/>
                </a:moveTo>
                <a:lnTo>
                  <a:pt x="0" y="3692588"/>
                </a:lnTo>
                <a:lnTo>
                  <a:pt x="0" y="2977974"/>
                </a:lnTo>
                <a:lnTo>
                  <a:pt x="234882" y="2743061"/>
                </a:lnTo>
                <a:close/>
                <a:moveTo>
                  <a:pt x="733871" y="0"/>
                </a:moveTo>
                <a:lnTo>
                  <a:pt x="0" y="733966"/>
                </a:lnTo>
                <a:lnTo>
                  <a:pt x="0" y="0"/>
                </a:lnTo>
                <a:close/>
                <a:moveTo>
                  <a:pt x="6563746" y="0"/>
                </a:moveTo>
                <a:lnTo>
                  <a:pt x="6563746" y="3692588"/>
                </a:lnTo>
                <a:lnTo>
                  <a:pt x="4922573" y="3692588"/>
                </a:lnTo>
                <a:lnTo>
                  <a:pt x="3481502" y="1701791"/>
                </a:lnTo>
                <a:lnTo>
                  <a:pt x="5832475" y="0"/>
                </a:lnTo>
                <a:close/>
              </a:path>
            </a:pathLst>
          </a:custGeom>
          <a:noFill/>
        </p:spPr>
      </p:pic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B4923FFA-63D8-6AA1-0B42-302CD3657FA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52413" y="4411415"/>
            <a:ext cx="1936605" cy="1382713"/>
          </a:xfrm>
        </p:spPr>
        <p:txBody>
          <a:bodyPr lIns="0" tIns="0">
            <a:normAutofit/>
          </a:bodyPr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141694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13">
            <a:extLst>
              <a:ext uri="{FF2B5EF4-FFF2-40B4-BE49-F238E27FC236}">
                <a16:creationId xmlns:a16="http://schemas.microsoft.com/office/drawing/2014/main" id="{F6A3EBBB-0FC3-1672-399E-72EFAED6CD53}"/>
              </a:ext>
            </a:extLst>
          </p:cNvPr>
          <p:cNvSpPr txBox="1">
            <a:spLocks/>
          </p:cNvSpPr>
          <p:nvPr/>
        </p:nvSpPr>
        <p:spPr>
          <a:xfrm>
            <a:off x="11428466" y="6411767"/>
            <a:ext cx="342926" cy="365125"/>
          </a:xfrm>
          <a:prstGeom prst="rect">
            <a:avLst/>
          </a:prstGeom>
        </p:spPr>
        <p:txBody>
          <a:bodyPr vert="horz" lIns="91428" tIns="45714" rIns="0" bIns="45714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accent3"/>
                </a:solidFill>
                <a:latin typeface="Museo Sans 500" panose="02000000000000000000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A7863D-0A19-BB43-ACC2-96E9F0489906}" type="slidenum">
              <a:rPr lang="en-US" sz="700" b="0" i="0" smtClean="0">
                <a:solidFill>
                  <a:schemeClr val="accent4"/>
                </a:solidFill>
                <a:latin typeface="PP Telegraf" pitchFamily="2" charset="77"/>
              </a:rPr>
              <a:pPr/>
              <a:t>‹#›</a:t>
            </a:fld>
            <a:endParaRPr lang="en-US" sz="800" b="0" i="0" dirty="0">
              <a:solidFill>
                <a:schemeClr val="accent4"/>
              </a:solidFill>
              <a:latin typeface="PP Telegraf" pitchFamily="2" charset="77"/>
            </a:endParaRP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B6A14AE1-2BFA-E815-4CC5-672DB37E9A9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6313" y="6434682"/>
            <a:ext cx="427597" cy="28829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4032DE-ED80-88D4-B2BE-07C067D3D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91" y="365126"/>
            <a:ext cx="1051581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D4109D-D67B-DB48-2DCA-7F16D47F31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091" y="1825625"/>
            <a:ext cx="1051581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2065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9" r:id="rId3"/>
    <p:sldLayoutId id="2147483708" r:id="rId4"/>
  </p:sldLayoutIdLst>
  <p:txStyles>
    <p:titleStyle>
      <a:lvl1pPr algn="l" defTabSz="913974" rtl="0" eaLnBrk="1" latinLnBrk="0" hangingPunct="1">
        <a:lnSpc>
          <a:spcPct val="90000"/>
        </a:lnSpc>
        <a:spcBef>
          <a:spcPct val="0"/>
        </a:spcBef>
        <a:buNone/>
        <a:defRPr sz="440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94" indent="-228494" algn="l" defTabSz="91397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479" indent="-228494" algn="l" defTabSz="91397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481" indent="-228494" algn="l" defTabSz="91397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480" indent="-228494" algn="l" defTabSz="91397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466" indent="-228494" algn="l" defTabSz="91397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509" indent="-228494" algn="l" defTabSz="91397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492" indent="-228494" algn="l" defTabSz="91397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479" indent="-228494" algn="l" defTabSz="91397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467" indent="-228494" algn="l" defTabSz="91397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9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986" algn="l" defTabSz="9139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974" algn="l" defTabSz="9139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61" algn="l" defTabSz="9139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948" algn="l" defTabSz="9139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4931" algn="l" defTabSz="9139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947" algn="l" defTabSz="9139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8960" algn="l" defTabSz="9139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5946" algn="l" defTabSz="9139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42">
          <p15:clr>
            <a:srgbClr val="F26B43"/>
          </p15:clr>
        </p15:guide>
        <p15:guide id="2" pos="280">
          <p15:clr>
            <a:srgbClr val="F26B43"/>
          </p15:clr>
        </p15:guide>
        <p15:guide id="3" pos="7401">
          <p15:clr>
            <a:srgbClr val="F26B43"/>
          </p15:clr>
        </p15:guide>
        <p15:guide id="4" orient="horz" pos="27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emf"/><Relationship Id="rId3" Type="http://schemas.openxmlformats.org/officeDocument/2006/relationships/image" Target="../media/image13.png"/><Relationship Id="rId7" Type="http://schemas.openxmlformats.org/officeDocument/2006/relationships/image" Target="../media/image17.em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emf"/><Relationship Id="rId11" Type="http://schemas.microsoft.com/office/2007/relationships/hdphoto" Target="../media/hdphoto1.wdp"/><Relationship Id="rId5" Type="http://schemas.openxmlformats.org/officeDocument/2006/relationships/image" Target="../media/image15.emf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A3B5533-77EF-50FF-FA8D-8E970A16A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967" y="351979"/>
            <a:ext cx="2408544" cy="1551194"/>
          </a:xfrm>
        </p:spPr>
        <p:txBody>
          <a:bodyPr/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800" dirty="0">
                <a:latin typeface="+mj-lt"/>
                <a:cs typeface="Calibri"/>
              </a:rPr>
              <a:t>Hospitality: Marketing Measurement</a:t>
            </a:r>
            <a:endParaRPr lang="en-US" sz="28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DDE0436-EF8D-1200-0AF5-F999378C390D}"/>
              </a:ext>
            </a:extLst>
          </p:cNvPr>
          <p:cNvCxnSpPr/>
          <p:nvPr/>
        </p:nvCxnSpPr>
        <p:spPr>
          <a:xfrm>
            <a:off x="11542831" y="214232"/>
            <a:ext cx="0" cy="275492"/>
          </a:xfrm>
          <a:prstGeom prst="line">
            <a:avLst/>
          </a:prstGeom>
          <a:ln>
            <a:solidFill>
              <a:schemeClr val="tx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E333C40-CC47-B749-DA69-91A4B91739E1}"/>
              </a:ext>
            </a:extLst>
          </p:cNvPr>
          <p:cNvCxnSpPr>
            <a:cxnSpLocks/>
          </p:cNvCxnSpPr>
          <p:nvPr/>
        </p:nvCxnSpPr>
        <p:spPr>
          <a:xfrm flipH="1">
            <a:off x="3044651" y="4026161"/>
            <a:ext cx="8611437" cy="0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29C9CA7-65F1-D483-FBB6-21E342DB4009}"/>
              </a:ext>
            </a:extLst>
          </p:cNvPr>
          <p:cNvGrpSpPr/>
          <p:nvPr/>
        </p:nvGrpSpPr>
        <p:grpSpPr>
          <a:xfrm>
            <a:off x="3154486" y="725864"/>
            <a:ext cx="3369634" cy="352529"/>
            <a:chOff x="3154486" y="725864"/>
            <a:chExt cx="3369634" cy="352529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F18DAEB5-A9FF-C53A-9D42-B81B469D74EF}"/>
                </a:ext>
              </a:extLst>
            </p:cNvPr>
            <p:cNvGrpSpPr/>
            <p:nvPr/>
          </p:nvGrpSpPr>
          <p:grpSpPr>
            <a:xfrm>
              <a:off x="3154486" y="725864"/>
              <a:ext cx="352529" cy="352529"/>
              <a:chOff x="3341677" y="300865"/>
              <a:chExt cx="352529" cy="352529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761F800A-FB90-FD4C-5ED7-CD2EC2296587}"/>
                  </a:ext>
                </a:extLst>
              </p:cNvPr>
              <p:cNvSpPr/>
              <p:nvPr/>
            </p:nvSpPr>
            <p:spPr>
              <a:xfrm>
                <a:off x="3341677" y="300865"/>
                <a:ext cx="352529" cy="35252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Y" sz="1200" b="1">
                  <a:solidFill>
                    <a:schemeClr val="accent4"/>
                  </a:solidFill>
                  <a:latin typeface="PP Telegraf" pitchFamily="2" charset="77"/>
                </a:endParaRPr>
              </a:p>
            </p:txBody>
          </p:sp>
          <p:grpSp>
            <p:nvGrpSpPr>
              <p:cNvPr id="11" name="Graphic 159">
                <a:extLst>
                  <a:ext uri="{FF2B5EF4-FFF2-40B4-BE49-F238E27FC236}">
                    <a16:creationId xmlns:a16="http://schemas.microsoft.com/office/drawing/2014/main" id="{D576562D-26BE-26FC-C2C7-7416B647310A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416808" y="375995"/>
                <a:ext cx="202267" cy="202268"/>
                <a:chOff x="3039690" y="3963730"/>
                <a:chExt cx="704244" cy="704245"/>
              </a:xfrm>
              <a:solidFill>
                <a:schemeClr val="accent1"/>
              </a:solidFill>
            </p:grpSpPr>
            <p:sp>
              <p:nvSpPr>
                <p:cNvPr id="12" name="Freeform 13">
                  <a:extLst>
                    <a:ext uri="{FF2B5EF4-FFF2-40B4-BE49-F238E27FC236}">
                      <a16:creationId xmlns:a16="http://schemas.microsoft.com/office/drawing/2014/main" id="{2DD5D42D-B1BE-5339-0AE4-4B800BBE7364}"/>
                    </a:ext>
                  </a:extLst>
                </p:cNvPr>
                <p:cNvSpPr/>
                <p:nvPr/>
              </p:nvSpPr>
              <p:spPr>
                <a:xfrm>
                  <a:off x="3567996" y="4226903"/>
                  <a:ext cx="175938" cy="175938"/>
                </a:xfrm>
                <a:custGeom>
                  <a:avLst/>
                  <a:gdLst>
                    <a:gd name="connsiteX0" fmla="*/ 87969 w 175938"/>
                    <a:gd name="connsiteY0" fmla="*/ 175939 h 175938"/>
                    <a:gd name="connsiteX1" fmla="*/ 0 w 175938"/>
                    <a:gd name="connsiteY1" fmla="*/ 87969 h 175938"/>
                    <a:gd name="connsiteX2" fmla="*/ 87969 w 175938"/>
                    <a:gd name="connsiteY2" fmla="*/ 0 h 175938"/>
                    <a:gd name="connsiteX3" fmla="*/ 175939 w 175938"/>
                    <a:gd name="connsiteY3" fmla="*/ 87969 h 175938"/>
                    <a:gd name="connsiteX4" fmla="*/ 87969 w 175938"/>
                    <a:gd name="connsiteY4" fmla="*/ 175939 h 175938"/>
                    <a:gd name="connsiteX5" fmla="*/ 87969 w 175938"/>
                    <a:gd name="connsiteY5" fmla="*/ 46558 h 175938"/>
                    <a:gd name="connsiteX6" fmla="*/ 46558 w 175938"/>
                    <a:gd name="connsiteY6" fmla="*/ 87969 h 175938"/>
                    <a:gd name="connsiteX7" fmla="*/ 87969 w 175938"/>
                    <a:gd name="connsiteY7" fmla="*/ 129381 h 175938"/>
                    <a:gd name="connsiteX8" fmla="*/ 129381 w 175938"/>
                    <a:gd name="connsiteY8" fmla="*/ 87969 h 175938"/>
                    <a:gd name="connsiteX9" fmla="*/ 87969 w 175938"/>
                    <a:gd name="connsiteY9" fmla="*/ 46558 h 1759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75938" h="175938">
                      <a:moveTo>
                        <a:pt x="87969" y="175939"/>
                      </a:moveTo>
                      <a:cubicBezTo>
                        <a:pt x="39452" y="175939"/>
                        <a:pt x="0" y="136487"/>
                        <a:pt x="0" y="87969"/>
                      </a:cubicBezTo>
                      <a:cubicBezTo>
                        <a:pt x="0" y="39451"/>
                        <a:pt x="39452" y="0"/>
                        <a:pt x="87969" y="0"/>
                      </a:cubicBezTo>
                      <a:cubicBezTo>
                        <a:pt x="136487" y="0"/>
                        <a:pt x="175939" y="39451"/>
                        <a:pt x="175939" y="87969"/>
                      </a:cubicBezTo>
                      <a:cubicBezTo>
                        <a:pt x="175939" y="136487"/>
                        <a:pt x="136487" y="175939"/>
                        <a:pt x="87969" y="175939"/>
                      </a:cubicBezTo>
                      <a:close/>
                      <a:moveTo>
                        <a:pt x="87969" y="46558"/>
                      </a:moveTo>
                      <a:cubicBezTo>
                        <a:pt x="65181" y="46558"/>
                        <a:pt x="46558" y="65181"/>
                        <a:pt x="46558" y="87969"/>
                      </a:cubicBezTo>
                      <a:cubicBezTo>
                        <a:pt x="46558" y="110758"/>
                        <a:pt x="65181" y="129381"/>
                        <a:pt x="87969" y="129381"/>
                      </a:cubicBezTo>
                      <a:cubicBezTo>
                        <a:pt x="110758" y="129381"/>
                        <a:pt x="129381" y="110758"/>
                        <a:pt x="129381" y="87969"/>
                      </a:cubicBezTo>
                      <a:cubicBezTo>
                        <a:pt x="129381" y="65181"/>
                        <a:pt x="110758" y="46558"/>
                        <a:pt x="87969" y="46558"/>
                      </a:cubicBezTo>
                      <a:close/>
                    </a:path>
                  </a:pathLst>
                </a:custGeom>
                <a:grpFill/>
                <a:ln w="244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" name="Freeform 14">
                  <a:extLst>
                    <a:ext uri="{FF2B5EF4-FFF2-40B4-BE49-F238E27FC236}">
                      <a16:creationId xmlns:a16="http://schemas.microsoft.com/office/drawing/2014/main" id="{754D4F60-1F50-C56D-6C29-8C56084C7ED5}"/>
                    </a:ext>
                  </a:extLst>
                </p:cNvPr>
                <p:cNvSpPr/>
                <p:nvPr/>
              </p:nvSpPr>
              <p:spPr>
                <a:xfrm>
                  <a:off x="3039690" y="4238175"/>
                  <a:ext cx="182554" cy="182554"/>
                </a:xfrm>
                <a:custGeom>
                  <a:avLst/>
                  <a:gdLst>
                    <a:gd name="connsiteX0" fmla="*/ 159276 w 182554"/>
                    <a:gd name="connsiteY0" fmla="*/ 182555 h 182554"/>
                    <a:gd name="connsiteX1" fmla="*/ 23279 w 182554"/>
                    <a:gd name="connsiteY1" fmla="*/ 182555 h 182554"/>
                    <a:gd name="connsiteX2" fmla="*/ 0 w 182554"/>
                    <a:gd name="connsiteY2" fmla="*/ 159276 h 182554"/>
                    <a:gd name="connsiteX3" fmla="*/ 0 w 182554"/>
                    <a:gd name="connsiteY3" fmla="*/ 23279 h 182554"/>
                    <a:gd name="connsiteX4" fmla="*/ 23279 w 182554"/>
                    <a:gd name="connsiteY4" fmla="*/ 0 h 182554"/>
                    <a:gd name="connsiteX5" fmla="*/ 159276 w 182554"/>
                    <a:gd name="connsiteY5" fmla="*/ 0 h 182554"/>
                    <a:gd name="connsiteX6" fmla="*/ 182555 w 182554"/>
                    <a:gd name="connsiteY6" fmla="*/ 23279 h 182554"/>
                    <a:gd name="connsiteX7" fmla="*/ 182555 w 182554"/>
                    <a:gd name="connsiteY7" fmla="*/ 159276 h 182554"/>
                    <a:gd name="connsiteX8" fmla="*/ 159276 w 182554"/>
                    <a:gd name="connsiteY8" fmla="*/ 182555 h 182554"/>
                    <a:gd name="connsiteX9" fmla="*/ 46558 w 182554"/>
                    <a:gd name="connsiteY9" fmla="*/ 135997 h 182554"/>
                    <a:gd name="connsiteX10" fmla="*/ 135997 w 182554"/>
                    <a:gd name="connsiteY10" fmla="*/ 135997 h 182554"/>
                    <a:gd name="connsiteX11" fmla="*/ 135997 w 182554"/>
                    <a:gd name="connsiteY11" fmla="*/ 46558 h 182554"/>
                    <a:gd name="connsiteX12" fmla="*/ 46558 w 182554"/>
                    <a:gd name="connsiteY12" fmla="*/ 46558 h 182554"/>
                    <a:gd name="connsiteX13" fmla="*/ 46558 w 182554"/>
                    <a:gd name="connsiteY13" fmla="*/ 135997 h 1825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182554" h="182554">
                      <a:moveTo>
                        <a:pt x="159276" y="182555"/>
                      </a:moveTo>
                      <a:lnTo>
                        <a:pt x="23279" y="182555"/>
                      </a:lnTo>
                      <a:cubicBezTo>
                        <a:pt x="10537" y="182555"/>
                        <a:pt x="0" y="172018"/>
                        <a:pt x="0" y="159276"/>
                      </a:cubicBezTo>
                      <a:lnTo>
                        <a:pt x="0" y="23279"/>
                      </a:lnTo>
                      <a:cubicBezTo>
                        <a:pt x="0" y="10537"/>
                        <a:pt x="10537" y="0"/>
                        <a:pt x="23279" y="0"/>
                      </a:cubicBezTo>
                      <a:lnTo>
                        <a:pt x="159276" y="0"/>
                      </a:lnTo>
                      <a:cubicBezTo>
                        <a:pt x="172018" y="0"/>
                        <a:pt x="182555" y="10537"/>
                        <a:pt x="182555" y="23279"/>
                      </a:cubicBezTo>
                      <a:lnTo>
                        <a:pt x="182555" y="159276"/>
                      </a:lnTo>
                      <a:cubicBezTo>
                        <a:pt x="182555" y="172018"/>
                        <a:pt x="172018" y="182555"/>
                        <a:pt x="159276" y="182555"/>
                      </a:cubicBezTo>
                      <a:close/>
                      <a:moveTo>
                        <a:pt x="46558" y="135997"/>
                      </a:moveTo>
                      <a:lnTo>
                        <a:pt x="135997" y="135997"/>
                      </a:lnTo>
                      <a:lnTo>
                        <a:pt x="135997" y="46558"/>
                      </a:lnTo>
                      <a:lnTo>
                        <a:pt x="46558" y="46558"/>
                      </a:lnTo>
                      <a:lnTo>
                        <a:pt x="46558" y="135997"/>
                      </a:lnTo>
                      <a:close/>
                    </a:path>
                  </a:pathLst>
                </a:custGeom>
                <a:grpFill/>
                <a:ln w="244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4" name="Freeform 15">
                  <a:extLst>
                    <a:ext uri="{FF2B5EF4-FFF2-40B4-BE49-F238E27FC236}">
                      <a16:creationId xmlns:a16="http://schemas.microsoft.com/office/drawing/2014/main" id="{E5EFF7E0-7B5C-116C-54A4-2DFA70743C62}"/>
                    </a:ext>
                  </a:extLst>
                </p:cNvPr>
                <p:cNvSpPr/>
                <p:nvPr/>
              </p:nvSpPr>
              <p:spPr>
                <a:xfrm>
                  <a:off x="3175932" y="3963730"/>
                  <a:ext cx="438131" cy="704245"/>
                </a:xfrm>
                <a:custGeom>
                  <a:avLst/>
                  <a:gdLst>
                    <a:gd name="connsiteX0" fmla="*/ 295763 w 438131"/>
                    <a:gd name="connsiteY0" fmla="*/ 704245 h 704245"/>
                    <a:gd name="connsiteX1" fmla="*/ 230093 w 438131"/>
                    <a:gd name="connsiteY1" fmla="*/ 638574 h 704245"/>
                    <a:gd name="connsiteX2" fmla="*/ 230093 w 438131"/>
                    <a:gd name="connsiteY2" fmla="*/ 65671 h 704245"/>
                    <a:gd name="connsiteX3" fmla="*/ 210979 w 438131"/>
                    <a:gd name="connsiteY3" fmla="*/ 46558 h 704245"/>
                    <a:gd name="connsiteX4" fmla="*/ 191866 w 438131"/>
                    <a:gd name="connsiteY4" fmla="*/ 65671 h 704245"/>
                    <a:gd name="connsiteX5" fmla="*/ 191866 w 438131"/>
                    <a:gd name="connsiteY5" fmla="*/ 549870 h 704245"/>
                    <a:gd name="connsiteX6" fmla="*/ 134282 w 438131"/>
                    <a:gd name="connsiteY6" fmla="*/ 607454 h 704245"/>
                    <a:gd name="connsiteX7" fmla="*/ 76698 w 438131"/>
                    <a:gd name="connsiteY7" fmla="*/ 549870 h 704245"/>
                    <a:gd name="connsiteX8" fmla="*/ 76698 w 438131"/>
                    <a:gd name="connsiteY8" fmla="*/ 411667 h 704245"/>
                    <a:gd name="connsiteX9" fmla="*/ 54154 w 438131"/>
                    <a:gd name="connsiteY9" fmla="*/ 389124 h 704245"/>
                    <a:gd name="connsiteX10" fmla="*/ 23279 w 438131"/>
                    <a:gd name="connsiteY10" fmla="*/ 389124 h 704245"/>
                    <a:gd name="connsiteX11" fmla="*/ 0 w 438131"/>
                    <a:gd name="connsiteY11" fmla="*/ 365845 h 704245"/>
                    <a:gd name="connsiteX12" fmla="*/ 23279 w 438131"/>
                    <a:gd name="connsiteY12" fmla="*/ 342566 h 704245"/>
                    <a:gd name="connsiteX13" fmla="*/ 54154 w 438131"/>
                    <a:gd name="connsiteY13" fmla="*/ 342566 h 704245"/>
                    <a:gd name="connsiteX14" fmla="*/ 123255 w 438131"/>
                    <a:gd name="connsiteY14" fmla="*/ 411667 h 704245"/>
                    <a:gd name="connsiteX15" fmla="*/ 123255 w 438131"/>
                    <a:gd name="connsiteY15" fmla="*/ 549870 h 704245"/>
                    <a:gd name="connsiteX16" fmla="*/ 134282 w 438131"/>
                    <a:gd name="connsiteY16" fmla="*/ 560897 h 704245"/>
                    <a:gd name="connsiteX17" fmla="*/ 145309 w 438131"/>
                    <a:gd name="connsiteY17" fmla="*/ 549870 h 704245"/>
                    <a:gd name="connsiteX18" fmla="*/ 145309 w 438131"/>
                    <a:gd name="connsiteY18" fmla="*/ 65671 h 704245"/>
                    <a:gd name="connsiteX19" fmla="*/ 210979 w 438131"/>
                    <a:gd name="connsiteY19" fmla="*/ 0 h 704245"/>
                    <a:gd name="connsiteX20" fmla="*/ 276650 w 438131"/>
                    <a:gd name="connsiteY20" fmla="*/ 65671 h 704245"/>
                    <a:gd name="connsiteX21" fmla="*/ 276650 w 438131"/>
                    <a:gd name="connsiteY21" fmla="*/ 638574 h 704245"/>
                    <a:gd name="connsiteX22" fmla="*/ 295763 w 438131"/>
                    <a:gd name="connsiteY22" fmla="*/ 657687 h 704245"/>
                    <a:gd name="connsiteX23" fmla="*/ 314876 w 438131"/>
                    <a:gd name="connsiteY23" fmla="*/ 638574 h 704245"/>
                    <a:gd name="connsiteX24" fmla="*/ 314876 w 438131"/>
                    <a:gd name="connsiteY24" fmla="*/ 404561 h 704245"/>
                    <a:gd name="connsiteX25" fmla="*/ 383978 w 438131"/>
                    <a:gd name="connsiteY25" fmla="*/ 335460 h 704245"/>
                    <a:gd name="connsiteX26" fmla="*/ 414853 w 438131"/>
                    <a:gd name="connsiteY26" fmla="*/ 335460 h 704245"/>
                    <a:gd name="connsiteX27" fmla="*/ 438132 w 438131"/>
                    <a:gd name="connsiteY27" fmla="*/ 358739 h 704245"/>
                    <a:gd name="connsiteX28" fmla="*/ 414853 w 438131"/>
                    <a:gd name="connsiteY28" fmla="*/ 382017 h 704245"/>
                    <a:gd name="connsiteX29" fmla="*/ 383978 w 438131"/>
                    <a:gd name="connsiteY29" fmla="*/ 382017 h 704245"/>
                    <a:gd name="connsiteX30" fmla="*/ 361434 w 438131"/>
                    <a:gd name="connsiteY30" fmla="*/ 404561 h 704245"/>
                    <a:gd name="connsiteX31" fmla="*/ 361434 w 438131"/>
                    <a:gd name="connsiteY31" fmla="*/ 638574 h 704245"/>
                    <a:gd name="connsiteX32" fmla="*/ 295763 w 438131"/>
                    <a:gd name="connsiteY32" fmla="*/ 704245 h 7042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</a:cxnLst>
                  <a:rect l="l" t="t" r="r" b="b"/>
                  <a:pathLst>
                    <a:path w="438131" h="704245">
                      <a:moveTo>
                        <a:pt x="295763" y="704245"/>
                      </a:moveTo>
                      <a:cubicBezTo>
                        <a:pt x="259497" y="704245"/>
                        <a:pt x="230093" y="674840"/>
                        <a:pt x="230093" y="638574"/>
                      </a:cubicBezTo>
                      <a:lnTo>
                        <a:pt x="230093" y="65671"/>
                      </a:lnTo>
                      <a:cubicBezTo>
                        <a:pt x="230093" y="55134"/>
                        <a:pt x="221516" y="46558"/>
                        <a:pt x="210979" y="46558"/>
                      </a:cubicBezTo>
                      <a:cubicBezTo>
                        <a:pt x="200443" y="46558"/>
                        <a:pt x="191866" y="55134"/>
                        <a:pt x="191866" y="65671"/>
                      </a:cubicBezTo>
                      <a:lnTo>
                        <a:pt x="191866" y="549870"/>
                      </a:lnTo>
                      <a:cubicBezTo>
                        <a:pt x="191866" y="581725"/>
                        <a:pt x="166137" y="607454"/>
                        <a:pt x="134282" y="607454"/>
                      </a:cubicBezTo>
                      <a:cubicBezTo>
                        <a:pt x="102427" y="607454"/>
                        <a:pt x="76698" y="581725"/>
                        <a:pt x="76698" y="549870"/>
                      </a:cubicBezTo>
                      <a:lnTo>
                        <a:pt x="76698" y="411667"/>
                      </a:lnTo>
                      <a:cubicBezTo>
                        <a:pt x="76698" y="399170"/>
                        <a:pt x="66651" y="389124"/>
                        <a:pt x="54154" y="389124"/>
                      </a:cubicBezTo>
                      <a:lnTo>
                        <a:pt x="23279" y="389124"/>
                      </a:lnTo>
                      <a:cubicBezTo>
                        <a:pt x="10537" y="389124"/>
                        <a:pt x="0" y="378587"/>
                        <a:pt x="0" y="365845"/>
                      </a:cubicBezTo>
                      <a:cubicBezTo>
                        <a:pt x="0" y="353103"/>
                        <a:pt x="10537" y="342566"/>
                        <a:pt x="23279" y="342566"/>
                      </a:cubicBezTo>
                      <a:lnTo>
                        <a:pt x="54154" y="342566"/>
                      </a:lnTo>
                      <a:cubicBezTo>
                        <a:pt x="92135" y="342566"/>
                        <a:pt x="123255" y="373686"/>
                        <a:pt x="123255" y="411667"/>
                      </a:cubicBezTo>
                      <a:lnTo>
                        <a:pt x="123255" y="549870"/>
                      </a:lnTo>
                      <a:cubicBezTo>
                        <a:pt x="123255" y="555751"/>
                        <a:pt x="128401" y="560897"/>
                        <a:pt x="134282" y="560897"/>
                      </a:cubicBezTo>
                      <a:cubicBezTo>
                        <a:pt x="140163" y="560897"/>
                        <a:pt x="145309" y="555751"/>
                        <a:pt x="145309" y="549870"/>
                      </a:cubicBezTo>
                      <a:lnTo>
                        <a:pt x="145309" y="65671"/>
                      </a:lnTo>
                      <a:cubicBezTo>
                        <a:pt x="145309" y="29405"/>
                        <a:pt x="174714" y="0"/>
                        <a:pt x="210979" y="0"/>
                      </a:cubicBezTo>
                      <a:cubicBezTo>
                        <a:pt x="247245" y="0"/>
                        <a:pt x="276650" y="29405"/>
                        <a:pt x="276650" y="65671"/>
                      </a:cubicBezTo>
                      <a:lnTo>
                        <a:pt x="276650" y="638574"/>
                      </a:lnTo>
                      <a:cubicBezTo>
                        <a:pt x="276650" y="649111"/>
                        <a:pt x="285227" y="657687"/>
                        <a:pt x="295763" y="657687"/>
                      </a:cubicBezTo>
                      <a:cubicBezTo>
                        <a:pt x="306300" y="657687"/>
                        <a:pt x="314876" y="649111"/>
                        <a:pt x="314876" y="638574"/>
                      </a:cubicBezTo>
                      <a:lnTo>
                        <a:pt x="314876" y="404561"/>
                      </a:lnTo>
                      <a:cubicBezTo>
                        <a:pt x="314876" y="366580"/>
                        <a:pt x="345997" y="335460"/>
                        <a:pt x="383978" y="335460"/>
                      </a:cubicBezTo>
                      <a:lnTo>
                        <a:pt x="414853" y="335460"/>
                      </a:lnTo>
                      <a:cubicBezTo>
                        <a:pt x="427595" y="335460"/>
                        <a:pt x="438132" y="345996"/>
                        <a:pt x="438132" y="358739"/>
                      </a:cubicBezTo>
                      <a:cubicBezTo>
                        <a:pt x="438132" y="371481"/>
                        <a:pt x="427595" y="382017"/>
                        <a:pt x="414853" y="382017"/>
                      </a:cubicBezTo>
                      <a:lnTo>
                        <a:pt x="383978" y="382017"/>
                      </a:lnTo>
                      <a:cubicBezTo>
                        <a:pt x="371481" y="382017"/>
                        <a:pt x="361434" y="392064"/>
                        <a:pt x="361434" y="404561"/>
                      </a:cubicBezTo>
                      <a:lnTo>
                        <a:pt x="361434" y="638574"/>
                      </a:lnTo>
                      <a:cubicBezTo>
                        <a:pt x="361434" y="674840"/>
                        <a:pt x="332029" y="704245"/>
                        <a:pt x="295763" y="704245"/>
                      </a:cubicBezTo>
                      <a:close/>
                    </a:path>
                  </a:pathLst>
                </a:custGeom>
                <a:grpFill/>
                <a:ln w="244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15" name="Text Placeholder 7">
              <a:extLst>
                <a:ext uri="{FF2B5EF4-FFF2-40B4-BE49-F238E27FC236}">
                  <a16:creationId xmlns:a16="http://schemas.microsoft.com/office/drawing/2014/main" id="{84F4FDFE-A761-6494-0FC8-EC50A79A79BC}"/>
                </a:ext>
              </a:extLst>
            </p:cNvPr>
            <p:cNvSpPr txBox="1">
              <a:spLocks/>
            </p:cNvSpPr>
            <p:nvPr/>
          </p:nvSpPr>
          <p:spPr>
            <a:xfrm>
              <a:off x="3515474" y="725864"/>
              <a:ext cx="3008646" cy="352528"/>
            </a:xfrm>
            <a:prstGeom prst="rect">
              <a:avLst/>
            </a:prstGeom>
          </p:spPr>
          <p:txBody>
            <a:bodyPr vert="horz" lIns="91440" tIns="0" rIns="91440" bIns="0" rtlCol="0" anchor="ctr" anchorCtr="0">
              <a:normAutofit/>
            </a:bodyPr>
            <a:lstStyle>
              <a:lvl1pPr marL="0" indent="0" algn="l" defTabSz="913974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479" indent="-228494" algn="l" defTabSz="91397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2481" indent="-228494" algn="l" defTabSz="91397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99480" indent="-228494" algn="l" defTabSz="91397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6466" indent="-228494" algn="l" defTabSz="91397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3509" indent="-228494" algn="l" defTabSz="91397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0492" indent="-228494" algn="l" defTabSz="91397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7479" indent="-228494" algn="l" defTabSz="91397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4467" indent="-228494" algn="l" defTabSz="91397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000" dirty="0">
                  <a:solidFill>
                    <a:schemeClr val="bg2"/>
                  </a:solidFill>
                </a:rPr>
                <a:t>Challenges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15AE170D-46C2-5BD9-2523-AECF574D552D}"/>
              </a:ext>
            </a:extLst>
          </p:cNvPr>
          <p:cNvSpPr txBox="1"/>
          <p:nvPr/>
        </p:nvSpPr>
        <p:spPr>
          <a:xfrm>
            <a:off x="3151002" y="1309015"/>
            <a:ext cx="3539730" cy="22313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8600" lvl="0" indent="-228600">
              <a:spcBef>
                <a:spcPts val="600"/>
              </a:spcBef>
              <a:buClr>
                <a:schemeClr val="bg2"/>
              </a:buClr>
              <a:buFont typeface="Arial" charset="0"/>
              <a:buChar char="•"/>
              <a:defRPr/>
            </a:pPr>
            <a:r>
              <a:rPr lang="en-US" sz="1000" dirty="0">
                <a:solidFill>
                  <a:schemeClr val="bg2"/>
                </a:solidFill>
                <a:latin typeface="PP Telegraf" panose="00000500000000000000" pitchFamily="50" charset="0"/>
              </a:rPr>
              <a:t>Client wanted to revamp its marketing measurement methodology by combining top down and bottoms up approaches, given new business realities during post-Covid period.</a:t>
            </a:r>
          </a:p>
          <a:p>
            <a:pPr marL="228600" indent="-228600">
              <a:spcBef>
                <a:spcPts val="600"/>
              </a:spcBef>
              <a:buClr>
                <a:schemeClr val="bg2"/>
              </a:buClr>
              <a:buFont typeface="Arial" charset="0"/>
              <a:buChar char="•"/>
              <a:defRPr/>
            </a:pPr>
            <a:r>
              <a:rPr lang="en-US" sz="1000" dirty="0">
                <a:solidFill>
                  <a:schemeClr val="bg2"/>
                </a:solidFill>
                <a:latin typeface="PP Telegraf" panose="00000500000000000000" pitchFamily="50" charset="0"/>
              </a:rPr>
              <a:t>The existing optimization approach was channel-focused, and client goal was to enhance approach by incorporating customer-focus as well.</a:t>
            </a:r>
          </a:p>
          <a:p>
            <a:pPr marL="228600" indent="-228600">
              <a:spcBef>
                <a:spcPts val="600"/>
              </a:spcBef>
              <a:buClr>
                <a:schemeClr val="bg2"/>
              </a:buClr>
              <a:buFont typeface="Arial" charset="0"/>
              <a:buChar char="•"/>
              <a:defRPr/>
            </a:pPr>
            <a:r>
              <a:rPr lang="en-US" sz="1000" dirty="0">
                <a:solidFill>
                  <a:schemeClr val="bg2"/>
                </a:solidFill>
                <a:latin typeface="PP Telegraf" panose="00000500000000000000" pitchFamily="50" charset="0"/>
              </a:rPr>
              <a:t>In particular, the Client wanted to base media spend decisions on long-term customer value by segment in addition to cost per conversion.</a:t>
            </a:r>
          </a:p>
          <a:p>
            <a:pPr marL="228600" indent="-228600">
              <a:spcBef>
                <a:spcPts val="600"/>
              </a:spcBef>
              <a:buClr>
                <a:schemeClr val="bg2"/>
              </a:buClr>
              <a:buFont typeface="Arial" charset="0"/>
              <a:buChar char="•"/>
              <a:defRPr/>
            </a:pPr>
            <a:r>
              <a:rPr lang="en-US" sz="1000" dirty="0">
                <a:solidFill>
                  <a:schemeClr val="bg2"/>
                </a:solidFill>
                <a:latin typeface="PP Telegraf" panose="00000500000000000000" pitchFamily="50" charset="0"/>
              </a:rPr>
              <a:t>Limited in-market testing had been conducted prior, and there was an opportunity to optimize the mix using a robust testing framework.</a:t>
            </a:r>
            <a:endParaRPr lang="en-US" sz="1000" dirty="0">
              <a:solidFill>
                <a:schemeClr val="bg2"/>
              </a:solidFill>
              <a:latin typeface="PP Telegraf" panose="00000500000000000000" pitchFamily="50" charset="0"/>
              <a:cs typeface="Calibri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FF75CFA-40C8-A53B-6C9A-FF04B4EC5E36}"/>
              </a:ext>
            </a:extLst>
          </p:cNvPr>
          <p:cNvGrpSpPr/>
          <p:nvPr/>
        </p:nvGrpSpPr>
        <p:grpSpPr>
          <a:xfrm>
            <a:off x="7099939" y="691163"/>
            <a:ext cx="1802304" cy="370836"/>
            <a:chOff x="3341677" y="3868850"/>
            <a:chExt cx="1802304" cy="370836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6971CA1E-8FD9-79E5-3EBD-B516A9EB64FF}"/>
                </a:ext>
              </a:extLst>
            </p:cNvPr>
            <p:cNvGrpSpPr/>
            <p:nvPr/>
          </p:nvGrpSpPr>
          <p:grpSpPr>
            <a:xfrm>
              <a:off x="3341677" y="3868850"/>
              <a:ext cx="352529" cy="352529"/>
              <a:chOff x="3341677" y="2042101"/>
              <a:chExt cx="352529" cy="352529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20854A33-4862-9F30-4D09-0ACDBA5B2454}"/>
                  </a:ext>
                </a:extLst>
              </p:cNvPr>
              <p:cNvSpPr/>
              <p:nvPr/>
            </p:nvSpPr>
            <p:spPr>
              <a:xfrm>
                <a:off x="3341677" y="2042101"/>
                <a:ext cx="352529" cy="35252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Y" sz="1200" b="1">
                  <a:solidFill>
                    <a:schemeClr val="accent4"/>
                  </a:solidFill>
                  <a:latin typeface="PP Telegraf" pitchFamily="2" charset="77"/>
                </a:endParaRPr>
              </a:p>
            </p:txBody>
          </p:sp>
          <p:pic>
            <p:nvPicPr>
              <p:cNvPr id="19" name="Graphic 18">
                <a:extLst>
                  <a:ext uri="{FF2B5EF4-FFF2-40B4-BE49-F238E27FC236}">
                    <a16:creationId xmlns:a16="http://schemas.microsoft.com/office/drawing/2014/main" id="{3003F4DE-A539-43BB-02A1-FAB78D888F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3361602" y="2080333"/>
                <a:ext cx="312678" cy="312678"/>
              </a:xfrm>
              <a:prstGeom prst="rect">
                <a:avLst/>
              </a:prstGeom>
            </p:spPr>
          </p:pic>
        </p:grpSp>
        <p:sp>
          <p:nvSpPr>
            <p:cNvPr id="20" name="Text Placeholder 7">
              <a:extLst>
                <a:ext uri="{FF2B5EF4-FFF2-40B4-BE49-F238E27FC236}">
                  <a16:creationId xmlns:a16="http://schemas.microsoft.com/office/drawing/2014/main" id="{DD024816-D436-E59C-5089-D5ED251840DE}"/>
                </a:ext>
              </a:extLst>
            </p:cNvPr>
            <p:cNvSpPr txBox="1">
              <a:spLocks/>
            </p:cNvSpPr>
            <p:nvPr/>
          </p:nvSpPr>
          <p:spPr>
            <a:xfrm>
              <a:off x="3702665" y="3887158"/>
              <a:ext cx="1441316" cy="352528"/>
            </a:xfrm>
            <a:prstGeom prst="rect">
              <a:avLst/>
            </a:prstGeom>
          </p:spPr>
          <p:txBody>
            <a:bodyPr vert="horz" lIns="91440" tIns="0" rIns="91440" bIns="0" rtlCol="0" anchor="ctr" anchorCtr="0">
              <a:normAutofit/>
            </a:bodyPr>
            <a:lstStyle>
              <a:lvl1pPr marL="0" indent="0" algn="l" defTabSz="913974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479" indent="-228494" algn="l" defTabSz="91397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2481" indent="-228494" algn="l" defTabSz="91397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99480" indent="-228494" algn="l" defTabSz="91397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6466" indent="-228494" algn="l" defTabSz="91397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3509" indent="-228494" algn="l" defTabSz="91397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0492" indent="-228494" algn="l" defTabSz="91397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7479" indent="-228494" algn="l" defTabSz="91397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4467" indent="-228494" algn="l" defTabSz="91397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000" dirty="0">
                  <a:solidFill>
                    <a:schemeClr val="bg2"/>
                  </a:solidFill>
                </a:rPr>
                <a:t>Solutions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DB2A6DF3-1A2C-1880-83B2-ABAE08F77CD4}"/>
              </a:ext>
            </a:extLst>
          </p:cNvPr>
          <p:cNvSpPr txBox="1"/>
          <p:nvPr/>
        </p:nvSpPr>
        <p:spPr>
          <a:xfrm>
            <a:off x="7099939" y="1309015"/>
            <a:ext cx="2691891" cy="253915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lvl="0" indent="-171450">
              <a:spcBef>
                <a:spcPts val="600"/>
              </a:spcBef>
              <a:buClr>
                <a:schemeClr val="bg2"/>
              </a:buClr>
              <a:buFont typeface="Arial" charset="0"/>
              <a:buChar char="•"/>
              <a:defRPr/>
            </a:pPr>
            <a:r>
              <a:rPr lang="en-US" sz="1000" dirty="0">
                <a:solidFill>
                  <a:schemeClr val="bg2"/>
                </a:solidFill>
                <a:latin typeface="PP Telegraf" panose="00000500000000000000" pitchFamily="50" charset="0"/>
                <a:ea typeface="Open Sans" panose="020B0606030504020204" pitchFamily="34" charset="0"/>
                <a:cs typeface="Open Sans" panose="020B0606030504020204" pitchFamily="34" charset="0"/>
              </a:rPr>
              <a:t>Assessed current measurement tools and reports &amp; performed stakeholder interviews with key stakeholders.</a:t>
            </a:r>
          </a:p>
          <a:p>
            <a:pPr marL="171450" lvl="0" indent="-171450">
              <a:spcBef>
                <a:spcPts val="600"/>
              </a:spcBef>
              <a:buClr>
                <a:schemeClr val="bg2"/>
              </a:buClr>
              <a:buFont typeface="Arial" charset="0"/>
              <a:buChar char="•"/>
              <a:defRPr/>
            </a:pPr>
            <a:r>
              <a:rPr lang="en-US" sz="1000" dirty="0">
                <a:solidFill>
                  <a:schemeClr val="bg2"/>
                </a:solidFill>
                <a:latin typeface="PP Telegraf" panose="00000500000000000000" pitchFamily="50" charset="0"/>
                <a:ea typeface="Open Sans" panose="020B0606030504020204" pitchFamily="34" charset="0"/>
                <a:cs typeface="Open Sans" panose="020B0606030504020204" pitchFamily="34" charset="0"/>
              </a:rPr>
              <a:t>Analyzed existing measures, data sources and attribution solutions.</a:t>
            </a:r>
          </a:p>
          <a:p>
            <a:pPr marL="171450" lvl="0" indent="-171450">
              <a:spcBef>
                <a:spcPts val="600"/>
              </a:spcBef>
              <a:buClr>
                <a:schemeClr val="bg2"/>
              </a:buClr>
              <a:buFont typeface="Arial" charset="0"/>
              <a:buChar char="•"/>
              <a:defRPr/>
            </a:pPr>
            <a:r>
              <a:rPr lang="en-US" sz="1000" dirty="0">
                <a:solidFill>
                  <a:schemeClr val="bg2"/>
                </a:solidFill>
                <a:latin typeface="PP Telegraf" panose="00000500000000000000" pitchFamily="50" charset="0"/>
                <a:ea typeface="Open Sans" panose="020B0606030504020204" pitchFamily="34" charset="0"/>
                <a:cs typeface="Open Sans" panose="020B0606030504020204" pitchFamily="34" charset="0"/>
              </a:rPr>
              <a:t>Created custom identify graph to build individual level journeys</a:t>
            </a:r>
          </a:p>
          <a:p>
            <a:pPr marL="171450" lvl="0" indent="-171450">
              <a:spcBef>
                <a:spcPts val="600"/>
              </a:spcBef>
              <a:buClr>
                <a:schemeClr val="bg2"/>
              </a:buClr>
              <a:buFont typeface="Arial" charset="0"/>
              <a:buChar char="•"/>
              <a:defRPr/>
            </a:pPr>
            <a:r>
              <a:rPr lang="en-US" sz="1000" dirty="0">
                <a:solidFill>
                  <a:schemeClr val="bg2"/>
                </a:solidFill>
                <a:latin typeface="PP Telegraf" panose="00000500000000000000" pitchFamily="50" charset="0"/>
                <a:ea typeface="Open Sans" panose="020B0606030504020204" pitchFamily="34" charset="0"/>
                <a:cs typeface="Open Sans" panose="020B0606030504020204" pitchFamily="34" charset="0"/>
              </a:rPr>
              <a:t>Performed digital journey analysis using Markov Chain on user level data.</a:t>
            </a:r>
          </a:p>
          <a:p>
            <a:pPr marL="171450" lvl="0" indent="-171450">
              <a:spcBef>
                <a:spcPts val="600"/>
              </a:spcBef>
              <a:buClr>
                <a:schemeClr val="bg2"/>
              </a:buClr>
              <a:buFont typeface="Arial" charset="0"/>
              <a:buChar char="•"/>
              <a:defRPr/>
            </a:pPr>
            <a:r>
              <a:rPr lang="en-US" sz="1000" dirty="0">
                <a:solidFill>
                  <a:schemeClr val="bg2"/>
                </a:solidFill>
                <a:latin typeface="PP Telegraf" panose="00000500000000000000" pitchFamily="50" charset="0"/>
                <a:ea typeface="Open Sans" panose="020B0606030504020204" pitchFamily="34" charset="0"/>
                <a:cs typeface="Open Sans" panose="020B0606030504020204" pitchFamily="34" charset="0"/>
              </a:rPr>
              <a:t>Developed Multi-Touch Attribution Pilot.</a:t>
            </a:r>
          </a:p>
          <a:p>
            <a:pPr marL="171450" lvl="0" indent="-171450">
              <a:spcBef>
                <a:spcPts val="600"/>
              </a:spcBef>
              <a:buClr>
                <a:schemeClr val="bg2"/>
              </a:buClr>
              <a:buFont typeface="Arial" charset="0"/>
              <a:buChar char="•"/>
              <a:defRPr/>
            </a:pPr>
            <a:r>
              <a:rPr lang="en-US" sz="1000" dirty="0">
                <a:solidFill>
                  <a:schemeClr val="bg2"/>
                </a:solidFill>
                <a:latin typeface="PP Telegraf" panose="00000500000000000000" pitchFamily="50" charset="0"/>
                <a:ea typeface="Open Sans" panose="020B0606030504020204" pitchFamily="34" charset="0"/>
                <a:cs typeface="Open Sans" panose="020B0606030504020204" pitchFamily="34" charset="0"/>
              </a:rPr>
              <a:t>Developed a comprehensive roadmap for building unified measurement capabilities by combining top-down and bottom-up approaches.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12AE2DB-CC32-9F4C-595C-0B312E67D793}"/>
              </a:ext>
            </a:extLst>
          </p:cNvPr>
          <p:cNvGrpSpPr/>
          <p:nvPr/>
        </p:nvGrpSpPr>
        <p:grpSpPr>
          <a:xfrm>
            <a:off x="3151002" y="4314977"/>
            <a:ext cx="3369634" cy="362746"/>
            <a:chOff x="8586322" y="1605610"/>
            <a:chExt cx="3369634" cy="362746"/>
          </a:xfrm>
        </p:grpSpPr>
        <p:sp>
          <p:nvSpPr>
            <p:cNvPr id="31" name="Text Placeholder 7">
              <a:extLst>
                <a:ext uri="{FF2B5EF4-FFF2-40B4-BE49-F238E27FC236}">
                  <a16:creationId xmlns:a16="http://schemas.microsoft.com/office/drawing/2014/main" id="{CB43B02A-09E9-58A8-F2B5-9C3B7F15DA33}"/>
                </a:ext>
              </a:extLst>
            </p:cNvPr>
            <p:cNvSpPr txBox="1">
              <a:spLocks/>
            </p:cNvSpPr>
            <p:nvPr/>
          </p:nvSpPr>
          <p:spPr>
            <a:xfrm>
              <a:off x="8947310" y="1615828"/>
              <a:ext cx="3008646" cy="352528"/>
            </a:xfrm>
            <a:prstGeom prst="rect">
              <a:avLst/>
            </a:prstGeom>
          </p:spPr>
          <p:txBody>
            <a:bodyPr vert="horz" lIns="91440" tIns="0" rIns="91440" bIns="0" rtlCol="0" anchor="ctr" anchorCtr="0">
              <a:normAutofit/>
            </a:bodyPr>
            <a:lstStyle>
              <a:lvl1pPr marL="0" indent="0" algn="l" defTabSz="913974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479" indent="-228494" algn="l" defTabSz="91397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2481" indent="-228494" algn="l" defTabSz="91397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99480" indent="-228494" algn="l" defTabSz="91397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6466" indent="-228494" algn="l" defTabSz="91397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3509" indent="-228494" algn="l" defTabSz="91397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0492" indent="-228494" algn="l" defTabSz="91397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7479" indent="-228494" algn="l" defTabSz="91397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4467" indent="-228494" algn="l" defTabSz="91397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000" dirty="0">
                  <a:solidFill>
                    <a:schemeClr val="bg2"/>
                  </a:solidFill>
                </a:rPr>
                <a:t>Impacts</a:t>
              </a: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92FC2D3E-E2BF-8AAE-09F1-066A780C5ADF}"/>
                </a:ext>
              </a:extLst>
            </p:cNvPr>
            <p:cNvGrpSpPr/>
            <p:nvPr/>
          </p:nvGrpSpPr>
          <p:grpSpPr>
            <a:xfrm>
              <a:off x="8586322" y="1605610"/>
              <a:ext cx="352529" cy="352529"/>
              <a:chOff x="3341677" y="4153738"/>
              <a:chExt cx="352529" cy="352529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C4CD34B9-AE04-D810-D3E4-DA47E9BF01A2}"/>
                  </a:ext>
                </a:extLst>
              </p:cNvPr>
              <p:cNvSpPr/>
              <p:nvPr/>
            </p:nvSpPr>
            <p:spPr>
              <a:xfrm>
                <a:off x="3341677" y="4153738"/>
                <a:ext cx="352529" cy="35252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Y" sz="1200" b="1">
                  <a:solidFill>
                    <a:schemeClr val="accent4"/>
                  </a:solidFill>
                  <a:latin typeface="PP Telegraf" pitchFamily="2" charset="77"/>
                </a:endParaRPr>
              </a:p>
            </p:txBody>
          </p:sp>
          <p:pic>
            <p:nvPicPr>
              <p:cNvPr id="34" name="Graphic 33">
                <a:extLst>
                  <a:ext uri="{FF2B5EF4-FFF2-40B4-BE49-F238E27FC236}">
                    <a16:creationId xmlns:a16="http://schemas.microsoft.com/office/drawing/2014/main" id="{53BEC236-FF8F-7532-27C6-88EFE41A35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3384154" y="4196215"/>
                <a:ext cx="267575" cy="267575"/>
              </a:xfrm>
              <a:prstGeom prst="rect">
                <a:avLst/>
              </a:prstGeom>
            </p:spPr>
          </p:pic>
        </p:grp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BE1FE2FB-B010-1289-9A80-D2422DC8D447}"/>
              </a:ext>
            </a:extLst>
          </p:cNvPr>
          <p:cNvSpPr txBox="1"/>
          <p:nvPr/>
        </p:nvSpPr>
        <p:spPr>
          <a:xfrm>
            <a:off x="3195670" y="4898128"/>
            <a:ext cx="3425564" cy="16158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marR="0" lvl="0" indent="-171450" algn="l" defTabSz="9140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00" b="0" i="0" kern="1200" noProof="0" dirty="0">
                <a:solidFill>
                  <a:schemeClr val="bg2"/>
                </a:solidFill>
                <a:effectLst/>
                <a:latin typeface="PP Telegraf" pitchFamily="2" charset="77"/>
                <a:ea typeface="+mn-ea"/>
                <a:cs typeface="+mn-cs"/>
              </a:rPr>
              <a:t>Chief Analytics Officer adopted measurement roadmap and funded key priorities</a:t>
            </a:r>
          </a:p>
          <a:p>
            <a:pPr marL="171450" marR="0" lvl="0" indent="-171450" algn="l" defTabSz="9140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00" b="0" i="0" kern="1200" noProof="0" dirty="0">
                <a:solidFill>
                  <a:schemeClr val="bg2"/>
                </a:solidFill>
                <a:effectLst/>
                <a:latin typeface="PP Telegraf" pitchFamily="2" charset="77"/>
                <a:ea typeface="+mn-ea"/>
                <a:cs typeface="+mn-cs"/>
              </a:rPr>
              <a:t>Markov Chain analysis identified opportunities to adjust spend in key channels at top, mid and</a:t>
            </a:r>
            <a:br>
              <a:rPr lang="en-US" sz="1000" b="0" i="0" kern="1200" noProof="0" dirty="0">
                <a:solidFill>
                  <a:schemeClr val="bg2"/>
                </a:solidFill>
                <a:effectLst/>
                <a:latin typeface="PP Telegraf" pitchFamily="2" charset="77"/>
                <a:ea typeface="+mn-ea"/>
                <a:cs typeface="+mn-cs"/>
              </a:rPr>
            </a:br>
            <a:r>
              <a:rPr lang="en-US" sz="1000" b="0" i="0" kern="1200" noProof="0" dirty="0">
                <a:solidFill>
                  <a:schemeClr val="bg2"/>
                </a:solidFill>
                <a:effectLst/>
                <a:latin typeface="PP Telegraf" pitchFamily="2" charset="77"/>
                <a:ea typeface="+mn-ea"/>
                <a:cs typeface="+mn-cs"/>
              </a:rPr>
              <a:t>lower funnel</a:t>
            </a:r>
          </a:p>
          <a:p>
            <a:pPr marL="171450" marR="0" lvl="0" indent="-171450" algn="l" defTabSz="9140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00" b="0" i="0" kern="1200" noProof="0" dirty="0">
                <a:solidFill>
                  <a:schemeClr val="bg2"/>
                </a:solidFill>
                <a:effectLst/>
                <a:latin typeface="PP Telegraf" pitchFamily="2" charset="77"/>
                <a:ea typeface="+mn-ea"/>
                <a:cs typeface="+mn-cs"/>
              </a:rPr>
              <a:t>Working with Marketing Measurement Team to operationalize high priority items </a:t>
            </a:r>
          </a:p>
          <a:p>
            <a:pPr marL="171450" marR="0" lvl="0" indent="-171450" algn="l" defTabSz="9140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00" b="0" i="0" kern="1200" noProof="0" dirty="0">
                <a:solidFill>
                  <a:schemeClr val="bg2"/>
                </a:solidFill>
                <a:effectLst/>
                <a:latin typeface="PP Telegraf" pitchFamily="2" charset="77"/>
                <a:ea typeface="+mn-ea"/>
                <a:cs typeface="+mn-cs"/>
              </a:rPr>
              <a:t>Immediate focus is Cross-Channel Reporting and</a:t>
            </a:r>
            <a:br>
              <a:rPr lang="en-US" sz="1000" b="0" i="0" kern="1200" noProof="0" dirty="0">
                <a:solidFill>
                  <a:schemeClr val="bg2"/>
                </a:solidFill>
                <a:effectLst/>
                <a:latin typeface="PP Telegraf" pitchFamily="2" charset="77"/>
                <a:ea typeface="+mn-ea"/>
                <a:cs typeface="+mn-cs"/>
              </a:rPr>
            </a:br>
            <a:r>
              <a:rPr lang="en-US" sz="1000" b="0" i="0" kern="1200" noProof="0" dirty="0">
                <a:solidFill>
                  <a:schemeClr val="bg2"/>
                </a:solidFill>
                <a:effectLst/>
                <a:latin typeface="PP Telegraf" pitchFamily="2" charset="77"/>
                <a:ea typeface="+mn-ea"/>
                <a:cs typeface="+mn-cs"/>
              </a:rPr>
              <a:t>Multi-touch Attribution</a:t>
            </a:r>
          </a:p>
        </p:txBody>
      </p:sp>
      <p:sp>
        <p:nvSpPr>
          <p:cNvPr id="169" name="Text Placeholder 3">
            <a:extLst>
              <a:ext uri="{FF2B5EF4-FFF2-40B4-BE49-F238E27FC236}">
                <a16:creationId xmlns:a16="http://schemas.microsoft.com/office/drawing/2014/main" id="{8BDE5821-7A46-FCA8-F98B-01B30BFAC708}"/>
              </a:ext>
            </a:extLst>
          </p:cNvPr>
          <p:cNvSpPr txBox="1">
            <a:spLocks/>
          </p:cNvSpPr>
          <p:nvPr/>
        </p:nvSpPr>
        <p:spPr>
          <a:xfrm>
            <a:off x="252413" y="1746219"/>
            <a:ext cx="2415373" cy="1382713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>
            <a:lvl1pPr marL="0" indent="0" algn="l" defTabSz="91397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685479" indent="-228494" algn="l" defTabSz="91397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481" indent="-228494" algn="l" defTabSz="91397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480" indent="-228494" algn="l" defTabSz="91397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466" indent="-228494" algn="l" defTabSz="91397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509" indent="-228494" algn="l" defTabSz="91397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492" indent="-228494" algn="l" defTabSz="91397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479" indent="-228494" algn="l" defTabSz="91397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467" indent="-228494" algn="l" defTabSz="91397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spc="100" dirty="0"/>
              <a:t>Global Brand Unified Measurement Framework &amp; Roadmap For Best-in-class Capabilities</a:t>
            </a:r>
            <a:endParaRPr lang="en-US" sz="1600" dirty="0"/>
          </a:p>
        </p:txBody>
      </p:sp>
      <p:sp>
        <p:nvSpPr>
          <p:cNvPr id="5" name="Rectangle: Rounded Corners 46">
            <a:extLst>
              <a:ext uri="{FF2B5EF4-FFF2-40B4-BE49-F238E27FC236}">
                <a16:creationId xmlns:a16="http://schemas.microsoft.com/office/drawing/2014/main" id="{CC379FF7-A879-21BE-D6C4-9094C14C1451}"/>
              </a:ext>
            </a:extLst>
          </p:cNvPr>
          <p:cNvSpPr/>
          <p:nvPr/>
        </p:nvSpPr>
        <p:spPr>
          <a:xfrm>
            <a:off x="10135902" y="1309015"/>
            <a:ext cx="1520183" cy="463058"/>
          </a:xfrm>
          <a:prstGeom prst="roundRect">
            <a:avLst>
              <a:gd name="adj" fmla="val 9981"/>
            </a:avLst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 defTabSz="914065">
              <a:spcBef>
                <a:spcPts val="1000"/>
              </a:spcBef>
              <a:buClr>
                <a:schemeClr val="accent3"/>
              </a:buClr>
              <a:defRPr/>
            </a:pPr>
            <a:r>
              <a:rPr lang="en-US" sz="800" b="1" dirty="0">
                <a:solidFill>
                  <a:schemeClr val="accent2"/>
                </a:solidFill>
                <a:latin typeface="PP Telegraf" pitchFamily="2" charset="77"/>
              </a:rPr>
              <a:t>Exploratory Analysis – </a:t>
            </a:r>
            <a:br>
              <a:rPr lang="en-US" sz="800" b="1" dirty="0">
                <a:solidFill>
                  <a:schemeClr val="accent2"/>
                </a:solidFill>
                <a:latin typeface="PP Telegraf" pitchFamily="2" charset="77"/>
              </a:rPr>
            </a:br>
            <a:r>
              <a:rPr lang="en-US" sz="800" b="1" dirty="0">
                <a:solidFill>
                  <a:schemeClr val="accent2"/>
                </a:solidFill>
                <a:latin typeface="PP Telegraf" pitchFamily="2" charset="77"/>
              </a:rPr>
              <a:t>Data and Measures</a:t>
            </a:r>
          </a:p>
        </p:txBody>
      </p:sp>
      <p:sp>
        <p:nvSpPr>
          <p:cNvPr id="7" name="Rectangle: Rounded Corners 46">
            <a:extLst>
              <a:ext uri="{FF2B5EF4-FFF2-40B4-BE49-F238E27FC236}">
                <a16:creationId xmlns:a16="http://schemas.microsoft.com/office/drawing/2014/main" id="{F752719D-ED81-078A-EAD9-D12F54C09299}"/>
              </a:ext>
            </a:extLst>
          </p:cNvPr>
          <p:cNvSpPr/>
          <p:nvPr/>
        </p:nvSpPr>
        <p:spPr>
          <a:xfrm>
            <a:off x="10135902" y="1898456"/>
            <a:ext cx="1520183" cy="463058"/>
          </a:xfrm>
          <a:prstGeom prst="roundRect">
            <a:avLst>
              <a:gd name="adj" fmla="val 9981"/>
            </a:avLst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 defTabSz="914065">
              <a:spcBef>
                <a:spcPts val="1000"/>
              </a:spcBef>
              <a:buClr>
                <a:schemeClr val="accent3"/>
              </a:buClr>
              <a:defRPr/>
            </a:pPr>
            <a:r>
              <a:rPr lang="en-US" sz="800" b="1" dirty="0">
                <a:solidFill>
                  <a:schemeClr val="accent2"/>
                </a:solidFill>
                <a:latin typeface="PP Telegraf" pitchFamily="2" charset="77"/>
              </a:rPr>
              <a:t>Digital Journey Analysis - Methodology</a:t>
            </a:r>
          </a:p>
        </p:txBody>
      </p:sp>
      <p:sp>
        <p:nvSpPr>
          <p:cNvPr id="23" name="Rectangle: Rounded Corners 46">
            <a:extLst>
              <a:ext uri="{FF2B5EF4-FFF2-40B4-BE49-F238E27FC236}">
                <a16:creationId xmlns:a16="http://schemas.microsoft.com/office/drawing/2014/main" id="{4870F3B8-7972-CBDE-6597-053E997CC4E7}"/>
              </a:ext>
            </a:extLst>
          </p:cNvPr>
          <p:cNvSpPr/>
          <p:nvPr/>
        </p:nvSpPr>
        <p:spPr>
          <a:xfrm>
            <a:off x="10135902" y="2487897"/>
            <a:ext cx="1520183" cy="463058"/>
          </a:xfrm>
          <a:prstGeom prst="roundRect">
            <a:avLst>
              <a:gd name="adj" fmla="val 9981"/>
            </a:avLst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 defTabSz="914065">
              <a:spcBef>
                <a:spcPts val="1000"/>
              </a:spcBef>
              <a:buClr>
                <a:schemeClr val="accent3"/>
              </a:buClr>
              <a:defRPr/>
            </a:pPr>
            <a:r>
              <a:rPr lang="en-US" sz="800" b="1" dirty="0">
                <a:solidFill>
                  <a:schemeClr val="accent2"/>
                </a:solidFill>
                <a:latin typeface="PP Telegraf" pitchFamily="2" charset="77"/>
              </a:rPr>
              <a:t>Marketing/Measurement Assessment</a:t>
            </a:r>
          </a:p>
        </p:txBody>
      </p:sp>
      <p:sp>
        <p:nvSpPr>
          <p:cNvPr id="24" name="Rectangle: Rounded Corners 46">
            <a:extLst>
              <a:ext uri="{FF2B5EF4-FFF2-40B4-BE49-F238E27FC236}">
                <a16:creationId xmlns:a16="http://schemas.microsoft.com/office/drawing/2014/main" id="{21AF8DAF-7A8A-12E4-939F-C3A8B4BFB3D8}"/>
              </a:ext>
            </a:extLst>
          </p:cNvPr>
          <p:cNvSpPr/>
          <p:nvPr/>
        </p:nvSpPr>
        <p:spPr>
          <a:xfrm>
            <a:off x="10135902" y="3077337"/>
            <a:ext cx="1520183" cy="463058"/>
          </a:xfrm>
          <a:prstGeom prst="roundRect">
            <a:avLst>
              <a:gd name="adj" fmla="val 9981"/>
            </a:avLst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 defTabSz="914065">
              <a:spcBef>
                <a:spcPts val="1000"/>
              </a:spcBef>
              <a:buClr>
                <a:schemeClr val="accent3"/>
              </a:buClr>
              <a:defRPr/>
            </a:pPr>
            <a:r>
              <a:rPr lang="en-US" sz="800" b="1" dirty="0">
                <a:solidFill>
                  <a:schemeClr val="accent2"/>
                </a:solidFill>
                <a:latin typeface="PP Telegraf" pitchFamily="2" charset="77"/>
              </a:rPr>
              <a:t>Roadmap and Quick Hits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4E60A1C-2C8A-24CD-C51D-9E619BEF59EA}"/>
              </a:ext>
            </a:extLst>
          </p:cNvPr>
          <p:cNvSpPr txBox="1"/>
          <p:nvPr/>
        </p:nvSpPr>
        <p:spPr>
          <a:xfrm>
            <a:off x="6882226" y="4234293"/>
            <a:ext cx="4442892" cy="3847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065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00" b="1" i="0" kern="1200" noProof="0" dirty="0">
                <a:solidFill>
                  <a:schemeClr val="bg2"/>
                </a:solidFill>
                <a:effectLst/>
                <a:latin typeface="PP Telegraf" pitchFamily="2" charset="77"/>
                <a:ea typeface="+mn-ea"/>
                <a:cs typeface="+mn-cs"/>
              </a:rPr>
              <a:t>Recommended Initiatives – Roadmap Overview</a:t>
            </a:r>
          </a:p>
          <a:p>
            <a:pPr marL="0" marR="0" lvl="0" indent="0" algn="l" defTabSz="9140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00" b="0" i="0" kern="1200" noProof="0" dirty="0">
                <a:solidFill>
                  <a:schemeClr val="bg2"/>
                </a:solidFill>
                <a:effectLst/>
                <a:latin typeface="PP Telegraf" pitchFamily="2" charset="77"/>
                <a:ea typeface="+mn-ea"/>
                <a:cs typeface="+mn-cs"/>
              </a:rPr>
              <a:t>Core initiatives over the next 18 months to drive measurement evolution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C963BD9-254D-F6BD-A180-6D98A0E0C462}"/>
              </a:ext>
            </a:extLst>
          </p:cNvPr>
          <p:cNvGrpSpPr/>
          <p:nvPr/>
        </p:nvGrpSpPr>
        <p:grpSpPr>
          <a:xfrm>
            <a:off x="6882225" y="4781575"/>
            <a:ext cx="4784919" cy="1608636"/>
            <a:chOff x="3270629" y="2835048"/>
            <a:chExt cx="8448101" cy="3341053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3D3DA25-6E47-B598-0354-D2E50E5B47C1}"/>
                </a:ext>
              </a:extLst>
            </p:cNvPr>
            <p:cNvSpPr/>
            <p:nvPr/>
          </p:nvSpPr>
          <p:spPr>
            <a:xfrm>
              <a:off x="3774681" y="2906204"/>
              <a:ext cx="4378840" cy="273397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bg1"/>
                  </a:solidFill>
                </a:rPr>
                <a:t>1. Evolve MTA as Core Optimization tool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7D71D21C-8C04-782B-D0BC-09F98C28E955}"/>
                </a:ext>
              </a:extLst>
            </p:cNvPr>
            <p:cNvSpPr/>
            <p:nvPr/>
          </p:nvSpPr>
          <p:spPr>
            <a:xfrm>
              <a:off x="8230458" y="2903520"/>
              <a:ext cx="3261774" cy="27339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accent4"/>
                  </a:solidFill>
                </a:rPr>
                <a:t>2. Reintroduce MMM for incrementality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909BFF70-BD40-7A41-5DA9-58F0B5D35E61}"/>
                </a:ext>
              </a:extLst>
            </p:cNvPr>
            <p:cNvSpPr/>
            <p:nvPr/>
          </p:nvSpPr>
          <p:spPr>
            <a:xfrm>
              <a:off x="5671202" y="3254445"/>
              <a:ext cx="4378837" cy="27339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accent4"/>
                  </a:solidFill>
                </a:rPr>
                <a:t>3. Advance Customer/Audience Lens</a:t>
              </a: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4F0EFE81-B7B8-4177-6566-C6AED2BA37AD}"/>
                </a:ext>
              </a:extLst>
            </p:cNvPr>
            <p:cNvSpPr/>
            <p:nvPr/>
          </p:nvSpPr>
          <p:spPr>
            <a:xfrm>
              <a:off x="3774678" y="3602685"/>
              <a:ext cx="6028918" cy="27339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accent4"/>
                  </a:solidFill>
                </a:rPr>
                <a:t>4. Address Identity, data stitching and audience data issues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9F25CA65-4ABC-E7A8-8545-BD2B5CB3F8BC}"/>
                </a:ext>
              </a:extLst>
            </p:cNvPr>
            <p:cNvSpPr/>
            <p:nvPr/>
          </p:nvSpPr>
          <p:spPr>
            <a:xfrm>
              <a:off x="4291925" y="3950926"/>
              <a:ext cx="4998222" cy="27339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accent4"/>
                  </a:solidFill>
                </a:rPr>
                <a:t>5. Develop and Activate Marketing Hierarchy Taxonomy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DDDFCE9C-7A6A-CDCB-1C28-B3751ADC0098}"/>
                </a:ext>
              </a:extLst>
            </p:cNvPr>
            <p:cNvSpPr/>
            <p:nvPr/>
          </p:nvSpPr>
          <p:spPr>
            <a:xfrm>
              <a:off x="4755036" y="4299167"/>
              <a:ext cx="4635788" cy="27339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bg1"/>
                  </a:solidFill>
                </a:rPr>
                <a:t>6. Implement Cross-Channel Reporting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0534D1CA-E9C5-91A5-F22C-ED7C183F554C}"/>
                </a:ext>
              </a:extLst>
            </p:cNvPr>
            <p:cNvSpPr/>
            <p:nvPr/>
          </p:nvSpPr>
          <p:spPr>
            <a:xfrm>
              <a:off x="5399370" y="4647408"/>
              <a:ext cx="4776737" cy="27339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bg1"/>
                  </a:solidFill>
                </a:rPr>
                <a:t>7. Establish Holistic Control Group Strategy and Process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E5FC342D-DC80-EB50-C813-8C128BE3D2E1}"/>
                </a:ext>
              </a:extLst>
            </p:cNvPr>
            <p:cNvSpPr/>
            <p:nvPr/>
          </p:nvSpPr>
          <p:spPr>
            <a:xfrm>
              <a:off x="3848941" y="4995649"/>
              <a:ext cx="5874117" cy="273397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bg1"/>
                  </a:solidFill>
                </a:rPr>
                <a:t>8. Develop Measurement Governance to align with marketing teams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9EDA0E52-67A6-851B-E99C-9599DB265A2E}"/>
                </a:ext>
              </a:extLst>
            </p:cNvPr>
            <p:cNvSpPr/>
            <p:nvPr/>
          </p:nvSpPr>
          <p:spPr>
            <a:xfrm>
              <a:off x="3874502" y="5343890"/>
              <a:ext cx="6100245" cy="27339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accent4"/>
                  </a:solidFill>
                </a:rPr>
                <a:t>9. Implement Monthly Measurement Business Reviews and Scorecard</a:t>
              </a: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394256F0-C6AF-C989-6827-7EFC40AF32EF}"/>
                </a:ext>
              </a:extLst>
            </p:cNvPr>
            <p:cNvSpPr/>
            <p:nvPr/>
          </p:nvSpPr>
          <p:spPr>
            <a:xfrm>
              <a:off x="5353480" y="5692136"/>
              <a:ext cx="5305880" cy="27339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accent4"/>
                  </a:solidFill>
                </a:rPr>
                <a:t>10. Develop integrated learning plan to inform testing</a:t>
              </a:r>
            </a:p>
          </p:txBody>
        </p: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5C2C870F-4199-9ABD-92D3-4A192ECB5EAF}"/>
                </a:ext>
              </a:extLst>
            </p:cNvPr>
            <p:cNvCxnSpPr>
              <a:cxnSpLocks/>
            </p:cNvCxnSpPr>
            <p:nvPr/>
          </p:nvCxnSpPr>
          <p:spPr>
            <a:xfrm>
              <a:off x="3671373" y="6176101"/>
              <a:ext cx="8047357" cy="0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E321E70E-A20E-7368-A75D-B81CC8DD3FE6}"/>
                </a:ext>
              </a:extLst>
            </p:cNvPr>
            <p:cNvSpPr txBox="1"/>
            <p:nvPr/>
          </p:nvSpPr>
          <p:spPr>
            <a:xfrm rot="16200000">
              <a:off x="3006753" y="3098924"/>
              <a:ext cx="908134" cy="38038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700" b="1" dirty="0">
                  <a:solidFill>
                    <a:schemeClr val="accent4"/>
                  </a:solidFill>
                </a:rPr>
                <a:t>New Solutions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9BA50772-CA8F-FDB1-1C4B-32651312609E}"/>
                </a:ext>
              </a:extLst>
            </p:cNvPr>
            <p:cNvSpPr txBox="1"/>
            <p:nvPr/>
          </p:nvSpPr>
          <p:spPr>
            <a:xfrm rot="16200000">
              <a:off x="2976334" y="4379217"/>
              <a:ext cx="1149088" cy="19019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700" dirty="0">
                  <a:solidFill>
                    <a:schemeClr val="accent4"/>
                  </a:solidFill>
                </a:rPr>
                <a:t>Foundations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64007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2">
            <a:extLst>
              <a:ext uri="{FF2B5EF4-FFF2-40B4-BE49-F238E27FC236}">
                <a16:creationId xmlns:a16="http://schemas.microsoft.com/office/drawing/2014/main" id="{F7B9C3D3-F6DB-3051-1CEF-5E66B74D1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967" y="351979"/>
            <a:ext cx="2435249" cy="1163395"/>
          </a:xfrm>
        </p:spPr>
        <p:txBody>
          <a:bodyPr/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800" dirty="0">
                <a:latin typeface="+mj-lt"/>
                <a:cs typeface="Calibri"/>
              </a:rPr>
              <a:t>Hospitality: Marketing Measurement</a:t>
            </a:r>
            <a:endParaRPr lang="en-US" sz="2800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E9FEEA11-B1D9-D3B5-E0AC-0C2764B89FA0}"/>
              </a:ext>
            </a:extLst>
          </p:cNvPr>
          <p:cNvSpPr txBox="1">
            <a:spLocks/>
          </p:cNvSpPr>
          <p:nvPr/>
        </p:nvSpPr>
        <p:spPr>
          <a:xfrm>
            <a:off x="252413" y="1746219"/>
            <a:ext cx="2579687" cy="1682781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>
            <a:lvl1pPr marL="0" indent="0" algn="l" defTabSz="91397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685479" indent="-228494" algn="l" defTabSz="91397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481" indent="-228494" algn="l" defTabSz="91397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480" indent="-228494" algn="l" defTabSz="91397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466" indent="-228494" algn="l" defTabSz="91397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509" indent="-228494" algn="l" defTabSz="91397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492" indent="-228494" algn="l" defTabSz="91397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479" indent="-228494" algn="l" defTabSz="91397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467" indent="-228494" algn="l" defTabSz="91397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0" lang="en-US" sz="1600" i="0" u="none" strike="noStrike" kern="1200" cap="none" spc="100" normalizeH="0" baseline="0" noProof="0" dirty="0">
                <a:ln>
                  <a:noFill/>
                </a:ln>
                <a:effectLst/>
                <a:uLnTx/>
                <a:uFillTx/>
                <a:ea typeface="+mj-ea"/>
                <a:cs typeface="+mj-cs"/>
              </a:rPr>
              <a:t>Developed Multi-touch Attribution Solution Using Markov Chain Methodology</a:t>
            </a:r>
            <a:endParaRPr lang="en-US" sz="16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2559ED-F6A4-BF65-BFA9-F4A294146DD1}"/>
              </a:ext>
            </a:extLst>
          </p:cNvPr>
          <p:cNvGrpSpPr/>
          <p:nvPr/>
        </p:nvGrpSpPr>
        <p:grpSpPr>
          <a:xfrm>
            <a:off x="3091646" y="1584986"/>
            <a:ext cx="2840645" cy="2098825"/>
            <a:chOff x="3091646" y="1614652"/>
            <a:chExt cx="2840645" cy="2098825"/>
          </a:xfrm>
        </p:grpSpPr>
        <p:pic>
          <p:nvPicPr>
            <p:cNvPr id="12" name="Picture 2" descr="Adobe Analytics and the GDPR – How to be compliant">
              <a:extLst>
                <a:ext uri="{FF2B5EF4-FFF2-40B4-BE49-F238E27FC236}">
                  <a16:creationId xmlns:a16="http://schemas.microsoft.com/office/drawing/2014/main" id="{32E78B4C-8117-FCA4-17D8-79CFDD86D7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89564" y="1681671"/>
              <a:ext cx="1063210" cy="4430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2" descr="Doubleclick Campaign Manager Integration | Telmetrics | Call Tracking for  Businesses">
              <a:extLst>
                <a:ext uri="{FF2B5EF4-FFF2-40B4-BE49-F238E27FC236}">
                  <a16:creationId xmlns:a16="http://schemas.microsoft.com/office/drawing/2014/main" id="{219D38D0-E202-9C73-C49E-4FA0E8368E8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00304" y="2501922"/>
              <a:ext cx="1531987" cy="2796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2">
              <a:extLst>
                <a:ext uri="{FF2B5EF4-FFF2-40B4-BE49-F238E27FC236}">
                  <a16:creationId xmlns:a16="http://schemas.microsoft.com/office/drawing/2014/main" id="{25D69B45-9DA8-B2C3-7AFE-776D080102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24480" y="3146685"/>
              <a:ext cx="1075563" cy="2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DDCF5AB3-DC60-05EF-E1F7-B1FB9805747E}"/>
                </a:ext>
              </a:extLst>
            </p:cNvPr>
            <p:cNvGrpSpPr/>
            <p:nvPr/>
          </p:nvGrpSpPr>
          <p:grpSpPr>
            <a:xfrm>
              <a:off x="3091646" y="1614652"/>
              <a:ext cx="1229384" cy="2098825"/>
              <a:chOff x="1312569" y="1802538"/>
              <a:chExt cx="1289397" cy="2637053"/>
            </a:xfrm>
          </p:grpSpPr>
          <p:sp>
            <p:nvSpPr>
              <p:cNvPr id="17" name="Flowchart: Magnetic Disk 16">
                <a:extLst>
                  <a:ext uri="{FF2B5EF4-FFF2-40B4-BE49-F238E27FC236}">
                    <a16:creationId xmlns:a16="http://schemas.microsoft.com/office/drawing/2014/main" id="{EE6904C3-844D-B9EA-FBB0-93D2A686ABFE}"/>
                  </a:ext>
                </a:extLst>
              </p:cNvPr>
              <p:cNvSpPr/>
              <p:nvPr/>
            </p:nvSpPr>
            <p:spPr>
              <a:xfrm>
                <a:off x="1312569" y="1802538"/>
                <a:ext cx="1001486" cy="909923"/>
              </a:xfrm>
              <a:prstGeom prst="flowChartMagneticDisk">
                <a:avLst/>
              </a:prstGeom>
              <a:solidFill>
                <a:schemeClr val="tx2"/>
              </a:solidFill>
              <a:ln w="9525"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sz="1000" b="1" dirty="0">
                    <a:solidFill>
                      <a:schemeClr val="accent4"/>
                    </a:solidFill>
                  </a:rPr>
                  <a:t>Click Data</a:t>
                </a:r>
              </a:p>
            </p:txBody>
          </p:sp>
          <p:sp>
            <p:nvSpPr>
              <p:cNvPr id="18" name="Flowchart: Magnetic Disk 17">
                <a:extLst>
                  <a:ext uri="{FF2B5EF4-FFF2-40B4-BE49-F238E27FC236}">
                    <a16:creationId xmlns:a16="http://schemas.microsoft.com/office/drawing/2014/main" id="{97830656-33A6-D6A8-7434-406ED31FA9FC}"/>
                  </a:ext>
                </a:extLst>
              </p:cNvPr>
              <p:cNvSpPr/>
              <p:nvPr/>
            </p:nvSpPr>
            <p:spPr>
              <a:xfrm>
                <a:off x="1403240" y="2439015"/>
                <a:ext cx="1001486" cy="909923"/>
              </a:xfrm>
              <a:prstGeom prst="flowChartMagneticDisk">
                <a:avLst/>
              </a:prstGeom>
              <a:solidFill>
                <a:schemeClr val="tx2"/>
              </a:solidFill>
              <a:ln w="9525"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sz="1000" b="1" dirty="0">
                    <a:solidFill>
                      <a:schemeClr val="accent4"/>
                    </a:solidFill>
                  </a:rPr>
                  <a:t>Impression Data</a:t>
                </a:r>
              </a:p>
            </p:txBody>
          </p:sp>
          <p:sp>
            <p:nvSpPr>
              <p:cNvPr id="19" name="Flowchart: Magnetic Disk 18">
                <a:extLst>
                  <a:ext uri="{FF2B5EF4-FFF2-40B4-BE49-F238E27FC236}">
                    <a16:creationId xmlns:a16="http://schemas.microsoft.com/office/drawing/2014/main" id="{F590827F-8A39-572A-7E5F-ACAE0E96F339}"/>
                  </a:ext>
                </a:extLst>
              </p:cNvPr>
              <p:cNvSpPr/>
              <p:nvPr/>
            </p:nvSpPr>
            <p:spPr>
              <a:xfrm>
                <a:off x="1528003" y="2966825"/>
                <a:ext cx="1001486" cy="909923"/>
              </a:xfrm>
              <a:prstGeom prst="flowChartMagneticDisk">
                <a:avLst/>
              </a:prstGeom>
              <a:solidFill>
                <a:schemeClr val="tx2"/>
              </a:solidFill>
              <a:ln w="9525"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sz="1000" b="1" dirty="0">
                    <a:solidFill>
                      <a:schemeClr val="accent4"/>
                    </a:solidFill>
                  </a:rPr>
                  <a:t>Member Data</a:t>
                </a:r>
              </a:p>
            </p:txBody>
          </p:sp>
          <p:sp>
            <p:nvSpPr>
              <p:cNvPr id="20" name="Flowchart: Magnetic Disk 19">
                <a:extLst>
                  <a:ext uri="{FF2B5EF4-FFF2-40B4-BE49-F238E27FC236}">
                    <a16:creationId xmlns:a16="http://schemas.microsoft.com/office/drawing/2014/main" id="{08CA211D-E498-5FF8-173D-2A6853EEB29F}"/>
                  </a:ext>
                </a:extLst>
              </p:cNvPr>
              <p:cNvSpPr/>
              <p:nvPr/>
            </p:nvSpPr>
            <p:spPr>
              <a:xfrm>
                <a:off x="1600480" y="3529668"/>
                <a:ext cx="1001486" cy="909923"/>
              </a:xfrm>
              <a:prstGeom prst="flowChartMagneticDisk">
                <a:avLst/>
              </a:prstGeom>
              <a:solidFill>
                <a:schemeClr val="tx2"/>
              </a:solidFill>
              <a:ln w="9525"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sz="1000" b="1" dirty="0">
                    <a:solidFill>
                      <a:schemeClr val="accent4"/>
                    </a:solidFill>
                  </a:rPr>
                  <a:t>Cost Data</a:t>
                </a:r>
              </a:p>
            </p:txBody>
          </p:sp>
        </p:grpSp>
      </p:grpSp>
      <p:sp>
        <p:nvSpPr>
          <p:cNvPr id="21" name="Rectangle: Rounded Corners 46">
            <a:extLst>
              <a:ext uri="{FF2B5EF4-FFF2-40B4-BE49-F238E27FC236}">
                <a16:creationId xmlns:a16="http://schemas.microsoft.com/office/drawing/2014/main" id="{885447CE-4A1F-94C3-8C7B-0F7AD6A22831}"/>
              </a:ext>
            </a:extLst>
          </p:cNvPr>
          <p:cNvSpPr/>
          <p:nvPr/>
        </p:nvSpPr>
        <p:spPr>
          <a:xfrm>
            <a:off x="3751877" y="816192"/>
            <a:ext cx="1520183" cy="463058"/>
          </a:xfrm>
          <a:prstGeom prst="roundRect">
            <a:avLst>
              <a:gd name="adj" fmla="val 9981"/>
            </a:avLst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 defTabSz="914065">
              <a:spcBef>
                <a:spcPts val="1000"/>
              </a:spcBef>
              <a:buClr>
                <a:schemeClr val="accent3"/>
              </a:buClr>
              <a:defRPr/>
            </a:pPr>
            <a:r>
              <a:rPr lang="en-US" sz="1000" b="1" dirty="0">
                <a:solidFill>
                  <a:schemeClr val="accent2"/>
                </a:solidFill>
                <a:latin typeface="PP Telegraf" pitchFamily="2" charset="77"/>
              </a:rPr>
              <a:t>Data Engineering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991A121-F39D-C508-F3DA-2CF5D267EE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9710" y="1584039"/>
            <a:ext cx="2153506" cy="1795930"/>
          </a:xfrm>
          <a:prstGeom prst="rect">
            <a:avLst/>
          </a:prstGeom>
        </p:spPr>
      </p:pic>
      <p:sp>
        <p:nvSpPr>
          <p:cNvPr id="23" name="Rectangle: Rounded Corners 46">
            <a:extLst>
              <a:ext uri="{FF2B5EF4-FFF2-40B4-BE49-F238E27FC236}">
                <a16:creationId xmlns:a16="http://schemas.microsoft.com/office/drawing/2014/main" id="{FB12F737-D0BC-E650-C1AA-19B3EB31C553}"/>
              </a:ext>
            </a:extLst>
          </p:cNvPr>
          <p:cNvSpPr/>
          <p:nvPr/>
        </p:nvSpPr>
        <p:spPr>
          <a:xfrm>
            <a:off x="6576372" y="816192"/>
            <a:ext cx="1520183" cy="463058"/>
          </a:xfrm>
          <a:prstGeom prst="roundRect">
            <a:avLst>
              <a:gd name="adj" fmla="val 9981"/>
            </a:avLst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 defTabSz="914065">
              <a:buClr>
                <a:schemeClr val="accent3"/>
              </a:buClr>
              <a:defRPr/>
            </a:pPr>
            <a:r>
              <a:rPr lang="en-US" sz="1000" b="1" dirty="0">
                <a:solidFill>
                  <a:schemeClr val="accent2"/>
                </a:solidFill>
                <a:latin typeface="PP Telegraf" pitchFamily="2" charset="77"/>
              </a:rPr>
              <a:t>Optimal Look Back</a:t>
            </a:r>
          </a:p>
          <a:p>
            <a:pPr algn="ctr" defTabSz="914065">
              <a:buClr>
                <a:schemeClr val="accent3"/>
              </a:buClr>
              <a:defRPr/>
            </a:pPr>
            <a:r>
              <a:rPr lang="en-US" sz="1000" b="1" dirty="0">
                <a:solidFill>
                  <a:schemeClr val="accent2"/>
                </a:solidFill>
                <a:latin typeface="PP Telegraf" pitchFamily="2" charset="77"/>
              </a:rPr>
              <a:t>Window Analysis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BA11D5A-A7CB-B780-2B8F-40F2DEDC71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2883" y="1584039"/>
            <a:ext cx="2120546" cy="1723028"/>
          </a:xfrm>
          <a:prstGeom prst="rect">
            <a:avLst/>
          </a:prstGeom>
          <a:ln>
            <a:noFill/>
          </a:ln>
        </p:spPr>
      </p:pic>
      <p:sp>
        <p:nvSpPr>
          <p:cNvPr id="26" name="Rectangle: Rounded Corners 46">
            <a:extLst>
              <a:ext uri="{FF2B5EF4-FFF2-40B4-BE49-F238E27FC236}">
                <a16:creationId xmlns:a16="http://schemas.microsoft.com/office/drawing/2014/main" id="{CCBE5D22-0F84-A116-81B0-F76D646BD4D7}"/>
              </a:ext>
            </a:extLst>
          </p:cNvPr>
          <p:cNvSpPr/>
          <p:nvPr/>
        </p:nvSpPr>
        <p:spPr>
          <a:xfrm>
            <a:off x="9273064" y="816192"/>
            <a:ext cx="1520183" cy="463058"/>
          </a:xfrm>
          <a:prstGeom prst="roundRect">
            <a:avLst>
              <a:gd name="adj" fmla="val 9981"/>
            </a:avLst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 defTabSz="914065">
              <a:buClr>
                <a:schemeClr val="accent3"/>
              </a:buClr>
              <a:defRPr/>
            </a:pPr>
            <a:r>
              <a:rPr lang="en-US" sz="1000" b="1" dirty="0">
                <a:solidFill>
                  <a:schemeClr val="accent2"/>
                </a:solidFill>
                <a:latin typeface="PP Telegraf" pitchFamily="2" charset="77"/>
              </a:rPr>
              <a:t>Optimal Look Back</a:t>
            </a:r>
          </a:p>
          <a:p>
            <a:pPr algn="ctr" defTabSz="914065">
              <a:buClr>
                <a:schemeClr val="accent3"/>
              </a:buClr>
              <a:defRPr/>
            </a:pPr>
            <a:r>
              <a:rPr lang="en-US" sz="1000" b="1" dirty="0">
                <a:solidFill>
                  <a:schemeClr val="accent2"/>
                </a:solidFill>
                <a:latin typeface="PP Telegraf" pitchFamily="2" charset="77"/>
              </a:rPr>
              <a:t>Window Analysis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FFE70DD-B46D-2E4A-9D5A-C62FACC13E6F}"/>
              </a:ext>
            </a:extLst>
          </p:cNvPr>
          <p:cNvSpPr/>
          <p:nvPr/>
        </p:nvSpPr>
        <p:spPr>
          <a:xfrm>
            <a:off x="1184988" y="4333272"/>
            <a:ext cx="10095722" cy="1974222"/>
          </a:xfrm>
          <a:prstGeom prst="roundRect">
            <a:avLst>
              <a:gd name="adj" fmla="val 11323"/>
            </a:avLst>
          </a:prstGeom>
          <a:solidFill>
            <a:schemeClr val="tx1">
              <a:lumMod val="9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36AB9054-0CF9-6C04-7888-B2792CEC8BA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4139" y="4785980"/>
            <a:ext cx="2930713" cy="1454275"/>
          </a:xfrm>
          <a:prstGeom prst="rect">
            <a:avLst/>
          </a:prstGeom>
        </p:spPr>
      </p:pic>
      <p:sp>
        <p:nvSpPr>
          <p:cNvPr id="32" name="Rectangle: Rounded Corners 46">
            <a:extLst>
              <a:ext uri="{FF2B5EF4-FFF2-40B4-BE49-F238E27FC236}">
                <a16:creationId xmlns:a16="http://schemas.microsoft.com/office/drawing/2014/main" id="{4FA4CAA1-FC03-5824-E709-9F37FA44E9A8}"/>
              </a:ext>
            </a:extLst>
          </p:cNvPr>
          <p:cNvSpPr/>
          <p:nvPr/>
        </p:nvSpPr>
        <p:spPr>
          <a:xfrm>
            <a:off x="2169404" y="4140118"/>
            <a:ext cx="1520183" cy="463058"/>
          </a:xfrm>
          <a:prstGeom prst="roundRect">
            <a:avLst>
              <a:gd name="adj" fmla="val 9981"/>
            </a:avLst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 defTabSz="914065">
              <a:spcBef>
                <a:spcPts val="1000"/>
              </a:spcBef>
              <a:buClr>
                <a:schemeClr val="accent3"/>
              </a:buClr>
              <a:defRPr/>
            </a:pPr>
            <a:r>
              <a:rPr lang="en-US" sz="1000" b="1" dirty="0">
                <a:solidFill>
                  <a:schemeClr val="accent2"/>
                </a:solidFill>
                <a:latin typeface="PP Telegraf" pitchFamily="2" charset="77"/>
              </a:rPr>
              <a:t>Media Contribution Analysis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94689742-556D-2A48-43C7-C8DDB1EF3D3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53927" y="4698534"/>
            <a:ext cx="3594247" cy="835228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B83F2052-C8B5-D3FE-73B3-0A9C15D8872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07250" y="4785980"/>
            <a:ext cx="2694310" cy="1067339"/>
          </a:xfrm>
          <a:prstGeom prst="rect">
            <a:avLst/>
          </a:prstGeom>
        </p:spPr>
      </p:pic>
      <p:sp>
        <p:nvSpPr>
          <p:cNvPr id="35" name="Rectangle: Rounded Corners 46">
            <a:extLst>
              <a:ext uri="{FF2B5EF4-FFF2-40B4-BE49-F238E27FC236}">
                <a16:creationId xmlns:a16="http://schemas.microsoft.com/office/drawing/2014/main" id="{F8D3E903-E9D8-0801-EE01-BBAFB45E4071}"/>
              </a:ext>
            </a:extLst>
          </p:cNvPr>
          <p:cNvSpPr/>
          <p:nvPr/>
        </p:nvSpPr>
        <p:spPr>
          <a:xfrm>
            <a:off x="5590959" y="4140118"/>
            <a:ext cx="1520183" cy="463058"/>
          </a:xfrm>
          <a:prstGeom prst="roundRect">
            <a:avLst>
              <a:gd name="adj" fmla="val 9981"/>
            </a:avLst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 defTabSz="914065">
              <a:spcBef>
                <a:spcPts val="1000"/>
              </a:spcBef>
              <a:buClr>
                <a:schemeClr val="accent3"/>
              </a:buClr>
              <a:defRPr/>
            </a:pPr>
            <a:r>
              <a:rPr lang="en-US" sz="1000" b="1" dirty="0">
                <a:solidFill>
                  <a:schemeClr val="accent2"/>
                </a:solidFill>
                <a:latin typeface="PP Telegraf" pitchFamily="2" charset="77"/>
              </a:rPr>
              <a:t>Digital Journey Insights</a:t>
            </a:r>
          </a:p>
        </p:txBody>
      </p:sp>
      <p:sp>
        <p:nvSpPr>
          <p:cNvPr id="36" name="Rectangle: Rounded Corners 46">
            <a:extLst>
              <a:ext uri="{FF2B5EF4-FFF2-40B4-BE49-F238E27FC236}">
                <a16:creationId xmlns:a16="http://schemas.microsoft.com/office/drawing/2014/main" id="{D63F9447-5ED7-6062-629A-894C023AB5B8}"/>
              </a:ext>
            </a:extLst>
          </p:cNvPr>
          <p:cNvSpPr/>
          <p:nvPr/>
        </p:nvSpPr>
        <p:spPr>
          <a:xfrm>
            <a:off x="8894314" y="4140118"/>
            <a:ext cx="1520183" cy="463058"/>
          </a:xfrm>
          <a:prstGeom prst="roundRect">
            <a:avLst>
              <a:gd name="adj" fmla="val 9981"/>
            </a:avLst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 defTabSz="914065">
              <a:spcBef>
                <a:spcPts val="1000"/>
              </a:spcBef>
              <a:buClr>
                <a:schemeClr val="accent3"/>
              </a:buClr>
              <a:defRPr/>
            </a:pPr>
            <a:r>
              <a:rPr lang="en-US" sz="1000" b="1" dirty="0">
                <a:solidFill>
                  <a:schemeClr val="accent2"/>
                </a:solidFill>
                <a:latin typeface="PP Telegraf" pitchFamily="2" charset="77"/>
              </a:rPr>
              <a:t>Scenario Analysis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51BF2A8-7FE4-5C89-B6D7-D432A68FCF28}"/>
              </a:ext>
            </a:extLst>
          </p:cNvPr>
          <p:cNvGrpSpPr/>
          <p:nvPr/>
        </p:nvGrpSpPr>
        <p:grpSpPr>
          <a:xfrm>
            <a:off x="5636808" y="962315"/>
            <a:ext cx="574815" cy="170811"/>
            <a:chOff x="1111490" y="2608442"/>
            <a:chExt cx="786386" cy="150632"/>
          </a:xfrm>
          <a:solidFill>
            <a:schemeClr val="accent2">
              <a:lumMod val="50000"/>
            </a:schemeClr>
          </a:solidFill>
        </p:grpSpPr>
        <p:sp>
          <p:nvSpPr>
            <p:cNvPr id="38" name="Freeform: Shape 22">
              <a:extLst>
                <a:ext uri="{FF2B5EF4-FFF2-40B4-BE49-F238E27FC236}">
                  <a16:creationId xmlns:a16="http://schemas.microsoft.com/office/drawing/2014/main" id="{FD4A925E-9D3A-ECB2-8C53-4C1581F110CE}"/>
                </a:ext>
              </a:extLst>
            </p:cNvPr>
            <p:cNvSpPr/>
            <p:nvPr/>
          </p:nvSpPr>
          <p:spPr>
            <a:xfrm>
              <a:off x="1806711" y="2608442"/>
              <a:ext cx="91165" cy="150632"/>
            </a:xfrm>
            <a:custGeom>
              <a:avLst/>
              <a:gdLst>
                <a:gd name="connsiteX0" fmla="*/ 27101 w 91165"/>
                <a:gd name="connsiteY0" fmla="*/ 4756 h 150632"/>
                <a:gd name="connsiteX1" fmla="*/ 86388 w 91165"/>
                <a:gd name="connsiteY1" fmla="*/ 64043 h 150632"/>
                <a:gd name="connsiteX2" fmla="*/ 86511 w 91165"/>
                <a:gd name="connsiteY2" fmla="*/ 86461 h 150632"/>
                <a:gd name="connsiteX3" fmla="*/ 86388 w 91165"/>
                <a:gd name="connsiteY3" fmla="*/ 86584 h 150632"/>
                <a:gd name="connsiteX4" fmla="*/ 27101 w 91165"/>
                <a:gd name="connsiteY4" fmla="*/ 145871 h 150632"/>
                <a:gd name="connsiteX5" fmla="*/ 4683 w 91165"/>
                <a:gd name="connsiteY5" fmla="*/ 146098 h 150632"/>
                <a:gd name="connsiteX6" fmla="*/ -73 w 91165"/>
                <a:gd name="connsiteY6" fmla="*/ 134652 h 150632"/>
                <a:gd name="connsiteX7" fmla="*/ -73 w 91165"/>
                <a:gd name="connsiteY7" fmla="*/ 15975 h 150632"/>
                <a:gd name="connsiteX8" fmla="*/ 15655 w 91165"/>
                <a:gd name="connsiteY8" fmla="*/ 1 h 150632"/>
                <a:gd name="connsiteX9" fmla="*/ 27101 w 91165"/>
                <a:gd name="connsiteY9" fmla="*/ 4756 h 150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165" h="150632">
                  <a:moveTo>
                    <a:pt x="27101" y="4756"/>
                  </a:moveTo>
                  <a:lnTo>
                    <a:pt x="86388" y="64043"/>
                  </a:lnTo>
                  <a:cubicBezTo>
                    <a:pt x="92615" y="70198"/>
                    <a:pt x="92666" y="80234"/>
                    <a:pt x="86511" y="86461"/>
                  </a:cubicBezTo>
                  <a:cubicBezTo>
                    <a:pt x="86470" y="86502"/>
                    <a:pt x="86429" y="86543"/>
                    <a:pt x="86388" y="86584"/>
                  </a:cubicBezTo>
                  <a:lnTo>
                    <a:pt x="27101" y="145871"/>
                  </a:lnTo>
                  <a:cubicBezTo>
                    <a:pt x="20977" y="152129"/>
                    <a:pt x="10941" y="152232"/>
                    <a:pt x="4683" y="146098"/>
                  </a:cubicBezTo>
                  <a:cubicBezTo>
                    <a:pt x="1616" y="143092"/>
                    <a:pt x="-103" y="138955"/>
                    <a:pt x="-73" y="134652"/>
                  </a:cubicBezTo>
                  <a:lnTo>
                    <a:pt x="-73" y="15975"/>
                  </a:lnTo>
                  <a:cubicBezTo>
                    <a:pt x="-144" y="7226"/>
                    <a:pt x="6896" y="73"/>
                    <a:pt x="15655" y="1"/>
                  </a:cubicBezTo>
                  <a:cubicBezTo>
                    <a:pt x="19958" y="-40"/>
                    <a:pt x="24085" y="1679"/>
                    <a:pt x="27101" y="4756"/>
                  </a:cubicBezTo>
                  <a:close/>
                </a:path>
              </a:pathLst>
            </a:custGeom>
            <a:solidFill>
              <a:schemeClr val="accent4"/>
            </a:solidFill>
            <a:ln w="102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9DE1DF3-13E0-0C12-975A-E2E7C4657AA0}"/>
                </a:ext>
              </a:extLst>
            </p:cNvPr>
            <p:cNvCxnSpPr>
              <a:cxnSpLocks/>
            </p:cNvCxnSpPr>
            <p:nvPr/>
          </p:nvCxnSpPr>
          <p:spPr>
            <a:xfrm>
              <a:off x="1111490" y="2683758"/>
              <a:ext cx="760556" cy="1"/>
            </a:xfrm>
            <a:prstGeom prst="line">
              <a:avLst/>
            </a:prstGeom>
            <a:grpFill/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6271065-70AD-4C36-1BCA-BB886E1F4118}"/>
              </a:ext>
            </a:extLst>
          </p:cNvPr>
          <p:cNvGrpSpPr/>
          <p:nvPr/>
        </p:nvGrpSpPr>
        <p:grpSpPr>
          <a:xfrm>
            <a:off x="8397402" y="962315"/>
            <a:ext cx="574815" cy="170811"/>
            <a:chOff x="1111490" y="2608442"/>
            <a:chExt cx="786386" cy="150632"/>
          </a:xfrm>
          <a:solidFill>
            <a:schemeClr val="accent2">
              <a:lumMod val="50000"/>
            </a:schemeClr>
          </a:solidFill>
        </p:grpSpPr>
        <p:sp>
          <p:nvSpPr>
            <p:cNvPr id="42" name="Freeform: Shape 22">
              <a:extLst>
                <a:ext uri="{FF2B5EF4-FFF2-40B4-BE49-F238E27FC236}">
                  <a16:creationId xmlns:a16="http://schemas.microsoft.com/office/drawing/2014/main" id="{BCB72786-A4A2-CB6A-5306-59EE9E57821D}"/>
                </a:ext>
              </a:extLst>
            </p:cNvPr>
            <p:cNvSpPr/>
            <p:nvPr/>
          </p:nvSpPr>
          <p:spPr>
            <a:xfrm>
              <a:off x="1806711" y="2608442"/>
              <a:ext cx="91165" cy="150632"/>
            </a:xfrm>
            <a:custGeom>
              <a:avLst/>
              <a:gdLst>
                <a:gd name="connsiteX0" fmla="*/ 27101 w 91165"/>
                <a:gd name="connsiteY0" fmla="*/ 4756 h 150632"/>
                <a:gd name="connsiteX1" fmla="*/ 86388 w 91165"/>
                <a:gd name="connsiteY1" fmla="*/ 64043 h 150632"/>
                <a:gd name="connsiteX2" fmla="*/ 86511 w 91165"/>
                <a:gd name="connsiteY2" fmla="*/ 86461 h 150632"/>
                <a:gd name="connsiteX3" fmla="*/ 86388 w 91165"/>
                <a:gd name="connsiteY3" fmla="*/ 86584 h 150632"/>
                <a:gd name="connsiteX4" fmla="*/ 27101 w 91165"/>
                <a:gd name="connsiteY4" fmla="*/ 145871 h 150632"/>
                <a:gd name="connsiteX5" fmla="*/ 4683 w 91165"/>
                <a:gd name="connsiteY5" fmla="*/ 146098 h 150632"/>
                <a:gd name="connsiteX6" fmla="*/ -73 w 91165"/>
                <a:gd name="connsiteY6" fmla="*/ 134652 h 150632"/>
                <a:gd name="connsiteX7" fmla="*/ -73 w 91165"/>
                <a:gd name="connsiteY7" fmla="*/ 15975 h 150632"/>
                <a:gd name="connsiteX8" fmla="*/ 15655 w 91165"/>
                <a:gd name="connsiteY8" fmla="*/ 1 h 150632"/>
                <a:gd name="connsiteX9" fmla="*/ 27101 w 91165"/>
                <a:gd name="connsiteY9" fmla="*/ 4756 h 150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165" h="150632">
                  <a:moveTo>
                    <a:pt x="27101" y="4756"/>
                  </a:moveTo>
                  <a:lnTo>
                    <a:pt x="86388" y="64043"/>
                  </a:lnTo>
                  <a:cubicBezTo>
                    <a:pt x="92615" y="70198"/>
                    <a:pt x="92666" y="80234"/>
                    <a:pt x="86511" y="86461"/>
                  </a:cubicBezTo>
                  <a:cubicBezTo>
                    <a:pt x="86470" y="86502"/>
                    <a:pt x="86429" y="86543"/>
                    <a:pt x="86388" y="86584"/>
                  </a:cubicBezTo>
                  <a:lnTo>
                    <a:pt x="27101" y="145871"/>
                  </a:lnTo>
                  <a:cubicBezTo>
                    <a:pt x="20977" y="152129"/>
                    <a:pt x="10941" y="152232"/>
                    <a:pt x="4683" y="146098"/>
                  </a:cubicBezTo>
                  <a:cubicBezTo>
                    <a:pt x="1616" y="143092"/>
                    <a:pt x="-103" y="138955"/>
                    <a:pt x="-73" y="134652"/>
                  </a:cubicBezTo>
                  <a:lnTo>
                    <a:pt x="-73" y="15975"/>
                  </a:lnTo>
                  <a:cubicBezTo>
                    <a:pt x="-144" y="7226"/>
                    <a:pt x="6896" y="73"/>
                    <a:pt x="15655" y="1"/>
                  </a:cubicBezTo>
                  <a:cubicBezTo>
                    <a:pt x="19958" y="-40"/>
                    <a:pt x="24085" y="1679"/>
                    <a:pt x="27101" y="4756"/>
                  </a:cubicBezTo>
                  <a:close/>
                </a:path>
              </a:pathLst>
            </a:custGeom>
            <a:solidFill>
              <a:schemeClr val="accent4"/>
            </a:solidFill>
            <a:ln w="102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FF4EA0B2-491D-EE41-265F-F43150DBB16E}"/>
                </a:ext>
              </a:extLst>
            </p:cNvPr>
            <p:cNvCxnSpPr>
              <a:cxnSpLocks/>
            </p:cNvCxnSpPr>
            <p:nvPr/>
          </p:nvCxnSpPr>
          <p:spPr>
            <a:xfrm>
              <a:off x="1111490" y="2683758"/>
              <a:ext cx="760556" cy="1"/>
            </a:xfrm>
            <a:prstGeom prst="line">
              <a:avLst/>
            </a:prstGeom>
            <a:grpFill/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908B9EF7-40C1-5A4B-BD2E-7AB054BFFCC6}"/>
              </a:ext>
            </a:extLst>
          </p:cNvPr>
          <p:cNvGrpSpPr/>
          <p:nvPr/>
        </p:nvGrpSpPr>
        <p:grpSpPr>
          <a:xfrm rot="5400000">
            <a:off x="9372449" y="3638187"/>
            <a:ext cx="574815" cy="170811"/>
            <a:chOff x="1111490" y="2608442"/>
            <a:chExt cx="786386" cy="150632"/>
          </a:xfrm>
          <a:solidFill>
            <a:schemeClr val="accent2">
              <a:lumMod val="50000"/>
            </a:schemeClr>
          </a:solidFill>
        </p:grpSpPr>
        <p:sp>
          <p:nvSpPr>
            <p:cNvPr id="45" name="Freeform: Shape 22">
              <a:extLst>
                <a:ext uri="{FF2B5EF4-FFF2-40B4-BE49-F238E27FC236}">
                  <a16:creationId xmlns:a16="http://schemas.microsoft.com/office/drawing/2014/main" id="{BE9E7A8E-5741-C9AD-F7E1-9F0A4053BA94}"/>
                </a:ext>
              </a:extLst>
            </p:cNvPr>
            <p:cNvSpPr/>
            <p:nvPr/>
          </p:nvSpPr>
          <p:spPr>
            <a:xfrm>
              <a:off x="1806711" y="2608442"/>
              <a:ext cx="91165" cy="150632"/>
            </a:xfrm>
            <a:custGeom>
              <a:avLst/>
              <a:gdLst>
                <a:gd name="connsiteX0" fmla="*/ 27101 w 91165"/>
                <a:gd name="connsiteY0" fmla="*/ 4756 h 150632"/>
                <a:gd name="connsiteX1" fmla="*/ 86388 w 91165"/>
                <a:gd name="connsiteY1" fmla="*/ 64043 h 150632"/>
                <a:gd name="connsiteX2" fmla="*/ 86511 w 91165"/>
                <a:gd name="connsiteY2" fmla="*/ 86461 h 150632"/>
                <a:gd name="connsiteX3" fmla="*/ 86388 w 91165"/>
                <a:gd name="connsiteY3" fmla="*/ 86584 h 150632"/>
                <a:gd name="connsiteX4" fmla="*/ 27101 w 91165"/>
                <a:gd name="connsiteY4" fmla="*/ 145871 h 150632"/>
                <a:gd name="connsiteX5" fmla="*/ 4683 w 91165"/>
                <a:gd name="connsiteY5" fmla="*/ 146098 h 150632"/>
                <a:gd name="connsiteX6" fmla="*/ -73 w 91165"/>
                <a:gd name="connsiteY6" fmla="*/ 134652 h 150632"/>
                <a:gd name="connsiteX7" fmla="*/ -73 w 91165"/>
                <a:gd name="connsiteY7" fmla="*/ 15975 h 150632"/>
                <a:gd name="connsiteX8" fmla="*/ 15655 w 91165"/>
                <a:gd name="connsiteY8" fmla="*/ 1 h 150632"/>
                <a:gd name="connsiteX9" fmla="*/ 27101 w 91165"/>
                <a:gd name="connsiteY9" fmla="*/ 4756 h 150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165" h="150632">
                  <a:moveTo>
                    <a:pt x="27101" y="4756"/>
                  </a:moveTo>
                  <a:lnTo>
                    <a:pt x="86388" y="64043"/>
                  </a:lnTo>
                  <a:cubicBezTo>
                    <a:pt x="92615" y="70198"/>
                    <a:pt x="92666" y="80234"/>
                    <a:pt x="86511" y="86461"/>
                  </a:cubicBezTo>
                  <a:cubicBezTo>
                    <a:pt x="86470" y="86502"/>
                    <a:pt x="86429" y="86543"/>
                    <a:pt x="86388" y="86584"/>
                  </a:cubicBezTo>
                  <a:lnTo>
                    <a:pt x="27101" y="145871"/>
                  </a:lnTo>
                  <a:cubicBezTo>
                    <a:pt x="20977" y="152129"/>
                    <a:pt x="10941" y="152232"/>
                    <a:pt x="4683" y="146098"/>
                  </a:cubicBezTo>
                  <a:cubicBezTo>
                    <a:pt x="1616" y="143092"/>
                    <a:pt x="-103" y="138955"/>
                    <a:pt x="-73" y="134652"/>
                  </a:cubicBezTo>
                  <a:lnTo>
                    <a:pt x="-73" y="15975"/>
                  </a:lnTo>
                  <a:cubicBezTo>
                    <a:pt x="-144" y="7226"/>
                    <a:pt x="6896" y="73"/>
                    <a:pt x="15655" y="1"/>
                  </a:cubicBezTo>
                  <a:cubicBezTo>
                    <a:pt x="19958" y="-40"/>
                    <a:pt x="24085" y="1679"/>
                    <a:pt x="27101" y="4756"/>
                  </a:cubicBezTo>
                  <a:close/>
                </a:path>
              </a:pathLst>
            </a:custGeom>
            <a:solidFill>
              <a:schemeClr val="accent4"/>
            </a:solidFill>
            <a:ln w="102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4D4E7373-39CD-375D-E75D-1C9FCB61C0E6}"/>
                </a:ext>
              </a:extLst>
            </p:cNvPr>
            <p:cNvCxnSpPr>
              <a:cxnSpLocks/>
            </p:cNvCxnSpPr>
            <p:nvPr/>
          </p:nvCxnSpPr>
          <p:spPr>
            <a:xfrm>
              <a:off x="1111490" y="2683758"/>
              <a:ext cx="760556" cy="1"/>
            </a:xfrm>
            <a:prstGeom prst="line">
              <a:avLst/>
            </a:prstGeom>
            <a:grpFill/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F6C87C74-A96F-A13D-9DD9-B3795B4A7198}"/>
              </a:ext>
            </a:extLst>
          </p:cNvPr>
          <p:cNvCxnSpPr/>
          <p:nvPr/>
        </p:nvCxnSpPr>
        <p:spPr>
          <a:xfrm>
            <a:off x="11542831" y="214232"/>
            <a:ext cx="0" cy="275492"/>
          </a:xfrm>
          <a:prstGeom prst="line">
            <a:avLst/>
          </a:prstGeom>
          <a:ln>
            <a:solidFill>
              <a:schemeClr val="tx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Picture 2" descr="marriott-logo-white - Airangel - WiFi solutions">
            <a:extLst>
              <a:ext uri="{FF2B5EF4-FFF2-40B4-BE49-F238E27FC236}">
                <a16:creationId xmlns:a16="http://schemas.microsoft.com/office/drawing/2014/main" id="{BFCA6CC2-7E5A-890C-BC25-66178EE67A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6996"/>
          <a:stretch/>
        </p:blipFill>
        <p:spPr bwMode="auto">
          <a:xfrm>
            <a:off x="10991774" y="220161"/>
            <a:ext cx="438625" cy="273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0106342"/>
      </p:ext>
    </p:extLst>
  </p:cSld>
  <p:clrMapOvr>
    <a:masterClrMapping/>
  </p:clrMapOvr>
</p:sld>
</file>

<file path=ppt/theme/theme1.xml><?xml version="1.0" encoding="utf-8"?>
<a:theme xmlns:a="http://schemas.openxmlformats.org/drawingml/2006/main" name="Theme Blend">
  <a:themeElements>
    <a:clrScheme name="Blend360">
      <a:dk1>
        <a:srgbClr val="000000"/>
      </a:dk1>
      <a:lt1>
        <a:srgbClr val="FFFFFF"/>
      </a:lt1>
      <a:dk2>
        <a:srgbClr val="003059"/>
      </a:dk2>
      <a:lt2>
        <a:srgbClr val="F3F3F0"/>
      </a:lt2>
      <a:accent1>
        <a:srgbClr val="053057"/>
      </a:accent1>
      <a:accent2>
        <a:srgbClr val="00EDED"/>
      </a:accent2>
      <a:accent3>
        <a:srgbClr val="A2F3F3"/>
      </a:accent3>
      <a:accent4>
        <a:srgbClr val="304550"/>
      </a:accent4>
      <a:accent5>
        <a:srgbClr val="1A1A1A"/>
      </a:accent5>
      <a:accent6>
        <a:srgbClr val="0B0D0E"/>
      </a:accent6>
      <a:hlink>
        <a:srgbClr val="00ECEC"/>
      </a:hlink>
      <a:folHlink>
        <a:srgbClr val="954F72"/>
      </a:folHlink>
    </a:clrScheme>
    <a:fontScheme name="Custom 1">
      <a:majorFont>
        <a:latin typeface="PP Telegraf"/>
        <a:ea typeface=""/>
        <a:cs typeface=""/>
      </a:majorFont>
      <a:minorFont>
        <a:latin typeface="PP Telegraf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just">
          <a:lnSpc>
            <a:spcPct val="150000"/>
          </a:lnSpc>
          <a:defRPr sz="1400" smtClean="0">
            <a:solidFill>
              <a:schemeClr val="tx1">
                <a:lumMod val="50000"/>
                <a:lumOff val="50000"/>
              </a:schemeClr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heme Blend" id="{E0763DE7-0215-0047-A27E-03B98F738A5C}" vid="{64103EF7-30F9-1741-A16A-7688B40A510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83cb538-dcdc-441d-a642-0e643b97be37">
      <Terms xmlns="http://schemas.microsoft.com/office/infopath/2007/PartnerControls"/>
    </lcf76f155ced4ddcb4097134ff3c332f>
    <TaxCatchAll xmlns="b41fe58b-a25b-4acc-bda3-1cc61b51d581" xsi:nil="true"/>
    <LikesCount xmlns="http://schemas.microsoft.com/sharepoint/v3" xsi:nil="true"/>
    <All_x002d_StarProgram xmlns="d83cb538-dcdc-441d-a642-0e643b97be37">true</All_x002d_StarProgram>
    <Ratings xmlns="http://schemas.microsoft.com/sharepoint/v3" xsi:nil="true"/>
    <Client xmlns="d83cb538-dcdc-441d-a642-0e643b97be37" xsi:nil="true"/>
    <LikedBy xmlns="http://schemas.microsoft.com/sharepoint/v3">
      <UserInfo>
        <DisplayName/>
        <AccountId xsi:nil="true"/>
        <AccountType/>
      </UserInfo>
    </LikedBy>
    <Date xmlns="d83cb538-dcdc-441d-a642-0e643b97be37" xsi:nil="true"/>
    <RatedBy xmlns="http://schemas.microsoft.com/sharepoint/v3">
      <UserInfo>
        <DisplayName/>
        <AccountId xsi:nil="true"/>
        <AccountType/>
      </UserInfo>
    </RatedBy>
    <SharedWithUsers xmlns="b41fe58b-a25b-4acc-bda3-1cc61b51d581">
      <UserInfo>
        <DisplayName/>
        <AccountId xsi:nil="true"/>
        <AccountType/>
      </UserInfo>
    </SharedWithUsers>
    <MediaLengthInSeconds xmlns="d83cb538-dcdc-441d-a642-0e643b97be37" xsi:nil="true"/>
    <Target_x0020_Audiences xmlns="d83cb538-dcdc-441d-a642-0e643b97be37" xsi:nil="true"/>
    <_ModernAudienceTargetUserField xmlns="d83cb538-dcdc-441d-a642-0e643b97be37">
      <UserInfo>
        <DisplayName/>
        <AccountId xsi:nil="true"/>
        <AccountType/>
      </UserInfo>
    </_ModernAudienceTargetUserField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F4E722E5EB8B748BE12F9CA1D19D31C" ma:contentTypeVersion="33" ma:contentTypeDescription="Create a new document." ma:contentTypeScope="" ma:versionID="77eaad84818c28c76aab14c7faae60cf">
  <xsd:schema xmlns:xsd="http://www.w3.org/2001/XMLSchema" xmlns:xs="http://www.w3.org/2001/XMLSchema" xmlns:p="http://schemas.microsoft.com/office/2006/metadata/properties" xmlns:ns1="http://schemas.microsoft.com/sharepoint/v3" xmlns:ns2="d83cb538-dcdc-441d-a642-0e643b97be37" xmlns:ns3="b41fe58b-a25b-4acc-bda3-1cc61b51d581" targetNamespace="http://schemas.microsoft.com/office/2006/metadata/properties" ma:root="true" ma:fieldsID="0d2262c8d4f305b1c40ad2a7c1cf1611" ns1:_="" ns2:_="" ns3:_="">
    <xsd:import namespace="http://schemas.microsoft.com/sharepoint/v3"/>
    <xsd:import namespace="d83cb538-dcdc-441d-a642-0e643b97be37"/>
    <xsd:import namespace="b41fe58b-a25b-4acc-bda3-1cc61b51d58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Date" minOccurs="0"/>
                <xsd:element ref="ns2:Client" minOccurs="0"/>
                <xsd:element ref="ns2:All_x002d_StarProgram" minOccurs="0"/>
                <xsd:element ref="ns1:AverageRating" minOccurs="0"/>
                <xsd:element ref="ns1:RatingCount" minOccurs="0"/>
                <xsd:element ref="ns1:RatedBy" minOccurs="0"/>
                <xsd:element ref="ns1:Ratings" minOccurs="0"/>
                <xsd:element ref="ns1:LikesCount" minOccurs="0"/>
                <xsd:element ref="ns1:LikedBy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Target_x0020_Audiences" minOccurs="0"/>
                <xsd:element ref="ns2:_ModernAudienceTargetUserField" minOccurs="0"/>
                <xsd:element ref="ns2:_ModernAudienceAadObjectI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AverageRating" ma:index="23" nillable="true" ma:displayName="Rating (0-5)" ma:decimals="2" ma:description="Average value of all the ratings that have been submitted" ma:internalName="AverageRating" ma:readOnly="true">
      <xsd:simpleType>
        <xsd:restriction base="dms:Number"/>
      </xsd:simpleType>
    </xsd:element>
    <xsd:element name="RatingCount" ma:index="24" nillable="true" ma:displayName="Number of Ratings" ma:decimals="0" ma:description="Number of ratings submitted" ma:internalName="RatingCount" ma:readOnly="true">
      <xsd:simpleType>
        <xsd:restriction base="dms:Number"/>
      </xsd:simpleType>
    </xsd:element>
    <xsd:element name="RatedBy" ma:index="25" nillable="true" ma:displayName="Rated By" ma:description="Users rated the item." ma:hidden="true" ma:list="UserInfo" ma:internalName="RatedBy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Ratings" ma:index="26" nillable="true" ma:displayName="User ratings" ma:description="User ratings for the item" ma:hidden="true" ma:internalName="Ratings">
      <xsd:simpleType>
        <xsd:restriction base="dms:Note"/>
      </xsd:simpleType>
    </xsd:element>
    <xsd:element name="LikesCount" ma:index="27" nillable="true" ma:displayName="Number of Likes" ma:internalName="LikesCount">
      <xsd:simpleType>
        <xsd:restriction base="dms:Unknown"/>
      </xsd:simpleType>
    </xsd:element>
    <xsd:element name="LikedBy" ma:index="28" nillable="true" ma:displayName="Liked By" ma:hidden="true" ma:list="UserInfo" ma:internalName="LikedBy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3cb538-dcdc-441d-a642-0e643b97be3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Date" ma:index="20" nillable="true" ma:displayName="Date" ma:format="DateOnly" ma:internalName="Date">
      <xsd:simpleType>
        <xsd:restriction base="dms:DateTime"/>
      </xsd:simpleType>
    </xsd:element>
    <xsd:element name="Client" ma:index="21" nillable="true" ma:displayName="Client" ma:format="Dropdown" ma:internalName="Client">
      <xsd:simpleType>
        <xsd:restriction base="dms:Choice">
          <xsd:enumeration value="Lowes"/>
          <xsd:enumeration value="CVS"/>
          <xsd:enumeration value="Benefytt"/>
        </xsd:restriction>
      </xsd:simpleType>
    </xsd:element>
    <xsd:element name="All_x002d_StarProgram" ma:index="22" nillable="true" ma:displayName="All-Star Program" ma:default="1" ma:format="Dropdown" ma:internalName="All_x002d_StarProgram">
      <xsd:simpleType>
        <xsd:restriction base="dms:Boolean"/>
      </xsd:simpleType>
    </xsd:element>
    <xsd:element name="lcf76f155ced4ddcb4097134ff3c332f" ma:index="30" nillable="true" ma:taxonomy="true" ma:internalName="lcf76f155ced4ddcb4097134ff3c332f" ma:taxonomyFieldName="MediaServiceImageTags" ma:displayName="Image Tags" ma:readOnly="false" ma:fieldId="{5cf76f15-5ced-4ddc-b409-7134ff3c332f}" ma:taxonomyMulti="true" ma:sspId="12b4ba89-8ace-419e-814f-6a2e402f621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3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33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3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Target_x0020_Audiences" ma:index="35" nillable="true" ma:displayName="Target Audiences" ma:internalName="Target_x0020_Audiences">
      <xsd:simpleType>
        <xsd:restriction base="dms:Unknown"/>
      </xsd:simpleType>
    </xsd:element>
    <xsd:element name="_ModernAudienceTargetUserField" ma:index="36" nillable="true" ma:displayName="Audience" ma:list="UserInfo" ma:SharePointGroup="0" ma:internalName="_ModernAudienceTargetUserField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ModernAudienceAadObjectIds" ma:index="37" nillable="true" ma:displayName="AudienceIds" ma:list="{12c75594-a8db-4095-9387-f714a1a44b87}" ma:internalName="_ModernAudienceAadObjectIds" ma:readOnly="true" ma:showField="_AadObjectIdForUser" ma:web="b41fe58b-a25b-4acc-bda3-1cc61b51d58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ediaServiceBillingMetadata" ma:index="3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1fe58b-a25b-4acc-bda3-1cc61b51d58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31" nillable="true" ma:displayName="Taxonomy Catch All Column" ma:hidden="true" ma:list="{af88503c-eef4-4266-8a32-a46904804468}" ma:internalName="TaxCatchAll" ma:showField="CatchAllData" ma:web="b41fe58b-a25b-4acc-bda3-1cc61b51d58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7C19B14-67F0-414E-AA29-434C3E4B42C4}">
  <ds:schemaRefs>
    <ds:schemaRef ds:uri="http://schemas.microsoft.com/office/2006/metadata/properties"/>
    <ds:schemaRef ds:uri="http://schemas.microsoft.com/office/infopath/2007/PartnerControls"/>
    <ds:schemaRef ds:uri="b14a4660-2603-49c1-b828-1b7082c21626"/>
    <ds:schemaRef ds:uri="c22c737c-0843-4448-8483-7ae9729230ce"/>
    <ds:schemaRef ds:uri="d83cb538-dcdc-441d-a642-0e643b97be37"/>
    <ds:schemaRef ds:uri="b41fe58b-a25b-4acc-bda3-1cc61b51d581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93DF0B89-E7D1-4BED-8B56-5D4159E2D06D}"/>
</file>

<file path=customXml/itemProps3.xml><?xml version="1.0" encoding="utf-8"?>
<ds:datastoreItem xmlns:ds="http://schemas.openxmlformats.org/officeDocument/2006/customXml" ds:itemID="{7470C64B-DB2E-4471-A8D9-1BA01963A38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Theme Blend</Template>
  <TotalTime>1671</TotalTime>
  <Words>384</Words>
  <Application>Microsoft Office PowerPoint</Application>
  <PresentationFormat>Widescreen</PresentationFormat>
  <Paragraphs>51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PP Telegraf</vt:lpstr>
      <vt:lpstr>Theme Blend</vt:lpstr>
      <vt:lpstr>Hospitality: Marketing Measurement</vt:lpstr>
      <vt:lpstr>Hospitality: Marketing Measurement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Unleashing Conversion Potential: </dc:title>
  <dc:creator>Amirah Azlan</dc:creator>
  <cp:lastModifiedBy>scott nuernberger</cp:lastModifiedBy>
  <cp:revision>8</cp:revision>
  <dcterms:created xsi:type="dcterms:W3CDTF">2023-10-11T02:53:42Z</dcterms:created>
  <dcterms:modified xsi:type="dcterms:W3CDTF">2025-09-30T22:21:15Z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0x0101001F4E722E5EB8B748BE12F9CA1D19D31C</vt:lpwstr>
  </property>
  <property fmtid="{D5CDD505-2E9C-101B-9397-08002B2CF9AE}" pid="3" name="MediaServiceImageTags">
    <vt:lpwstr/>
  </property>
  <property fmtid="{D5CDD505-2E9C-101B-9397-08002B2CF9AE}" pid="4" name="Order">
    <vt:r8>1428800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TriggerFlowInfo">
    <vt:lpwstr/>
  </property>
  <property fmtid="{D5CDD505-2E9C-101B-9397-08002B2CF9AE}" pid="11" name="_SourceUrl">
    <vt:lpwstr/>
  </property>
  <property fmtid="{D5CDD505-2E9C-101B-9397-08002B2CF9AE}" pid="12" name="_SharedFileIndex">
    <vt:lpwstr/>
  </property>
</Properties>
</file>