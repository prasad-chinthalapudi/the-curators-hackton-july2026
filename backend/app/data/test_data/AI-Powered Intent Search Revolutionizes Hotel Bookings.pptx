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2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8459F6-EE70-6B4A-96D3-951DF1A7B4BC}" v="3" dt="2024-12-24T16:32:18.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88" autoAdjust="0"/>
    <p:restoredTop sz="94650"/>
  </p:normalViewPr>
  <p:slideViewPr>
    <p:cSldViewPr snapToGrid="0">
      <p:cViewPr varScale="1">
        <p:scale>
          <a:sx n="103" d="100"/>
          <a:sy n="103" d="100"/>
        </p:scale>
        <p:origin x="176"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customXml" Target="../customXml/item3.xml"/><Relationship Id="rId5" Type="http://schemas.openxmlformats.org/officeDocument/2006/relationships/theme" Target="theme/theme1.xml"/><Relationship Id="rId10" Type="http://schemas.openxmlformats.org/officeDocument/2006/relationships/customXml" Target="../customXml/item2.xml"/><Relationship Id="rId4" Type="http://schemas.openxmlformats.org/officeDocument/2006/relationships/viewProps" Target="viewProps.xml"/><Relationship Id="rId9"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a Garcia" userId="d30aa5a0-b227-4b77-9dd2-fdb87332a94b" providerId="ADAL" clId="{828459F6-EE70-6B4A-96D3-951DF1A7B4BC}"/>
    <pc:docChg chg="addSld delSld modSld delMainMaster">
      <pc:chgData name="Sofia Garcia" userId="d30aa5a0-b227-4b77-9dd2-fdb87332a94b" providerId="ADAL" clId="{828459F6-EE70-6B4A-96D3-951DF1A7B4BC}" dt="2024-12-24T17:20:05.951" v="6" actId="2696"/>
      <pc:docMkLst>
        <pc:docMk/>
      </pc:docMkLst>
      <pc:sldChg chg="modSp add del mod">
        <pc:chgData name="Sofia Garcia" userId="d30aa5a0-b227-4b77-9dd2-fdb87332a94b" providerId="ADAL" clId="{828459F6-EE70-6B4A-96D3-951DF1A7B4BC}" dt="2024-12-24T17:20:05.951" v="6" actId="2696"/>
        <pc:sldMkLst>
          <pc:docMk/>
          <pc:sldMk cId="4137388859" sldId="2147471815"/>
        </pc:sldMkLst>
        <pc:spChg chg="mod">
          <ac:chgData name="Sofia Garcia" userId="d30aa5a0-b227-4b77-9dd2-fdb87332a94b" providerId="ADAL" clId="{828459F6-EE70-6B4A-96D3-951DF1A7B4BC}" dt="2024-12-24T16:40:20.160" v="5" actId="20577"/>
          <ac:spMkLst>
            <pc:docMk/>
            <pc:sldMk cId="4137388859" sldId="2147471815"/>
            <ac:spMk id="2" creationId="{E8E07B88-BA14-BAB9-6E21-B92A8C54F82B}"/>
          </ac:spMkLst>
        </pc:spChg>
      </pc:sldChg>
      <pc:sldMasterChg chg="del delSldLayout">
        <pc:chgData name="Sofia Garcia" userId="d30aa5a0-b227-4b77-9dd2-fdb87332a94b" providerId="ADAL" clId="{828459F6-EE70-6B4A-96D3-951DF1A7B4BC}" dt="2024-12-24T17:20:05.951" v="6" actId="2696"/>
        <pc:sldMasterMkLst>
          <pc:docMk/>
          <pc:sldMasterMk cId="3963769070" sldId="2147483693"/>
        </pc:sldMasterMkLst>
        <pc:sldLayoutChg chg="del">
          <pc:chgData name="Sofia Garcia" userId="d30aa5a0-b227-4b77-9dd2-fdb87332a94b" providerId="ADAL" clId="{828459F6-EE70-6B4A-96D3-951DF1A7B4BC}" dt="2024-12-24T17:20:05.951" v="6" actId="2696"/>
          <pc:sldLayoutMkLst>
            <pc:docMk/>
            <pc:sldMasterMk cId="3963769070" sldId="2147483693"/>
            <pc:sldLayoutMk cId="1038479194" sldId="2147483694"/>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860652986" sldId="2147483695"/>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603135875" sldId="2147483696"/>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540467123" sldId="2147483697"/>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570289157" sldId="2147483698"/>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271300447" sldId="2147483699"/>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435085953" sldId="2147483700"/>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495496341" sldId="2147483701"/>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3558089174" sldId="2147483702"/>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808223348" sldId="2147483703"/>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629995755" sldId="2147483704"/>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316571582" sldId="2147483705"/>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614971131" sldId="2147483706"/>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3955871192" sldId="2147483707"/>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442550884" sldId="2147483708"/>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843021958" sldId="2147483709"/>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905047444" sldId="2147483710"/>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209814579" sldId="2147483711"/>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4206583698" sldId="2147483712"/>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143074217" sldId="2147483713"/>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251490506" sldId="2147483714"/>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871440566" sldId="2147483715"/>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3557977892" sldId="2147483716"/>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383593979" sldId="2147483717"/>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182280330" sldId="2147483718"/>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4196310328" sldId="2147483719"/>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4188806434" sldId="2147483720"/>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386475355" sldId="2147483721"/>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346559220" sldId="2147483722"/>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4046371545" sldId="2147483723"/>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109485115" sldId="2147483724"/>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604577043" sldId="2147483725"/>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2948564479" sldId="2147483726"/>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890990197" sldId="2147483727"/>
          </pc:sldLayoutMkLst>
        </pc:sldLayoutChg>
        <pc:sldLayoutChg chg="del">
          <pc:chgData name="Sofia Garcia" userId="d30aa5a0-b227-4b77-9dd2-fdb87332a94b" providerId="ADAL" clId="{828459F6-EE70-6B4A-96D3-951DF1A7B4BC}" dt="2024-12-24T17:20:05.951" v="6" actId="2696"/>
          <pc:sldLayoutMkLst>
            <pc:docMk/>
            <pc:sldMasterMk cId="3963769070" sldId="2147483693"/>
            <pc:sldLayoutMk cId="1788396161" sldId="2147483728"/>
          </pc:sldLayoutMkLst>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2339A5-5C38-6649-30B9-FC326797EB2F}"/>
              </a:ext>
            </a:extLst>
          </p:cNvPr>
          <p:cNvSpPr/>
          <p:nvPr userDrawn="1"/>
        </p:nvSpPr>
        <p:spPr>
          <a:xfrm>
            <a:off x="794" y="1"/>
            <a:ext cx="12190412" cy="68571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8">
              <a:defRPr/>
            </a:pPr>
            <a:endParaRPr lang="en-US" sz="1800" dirty="0">
              <a:solidFill>
                <a:srgbClr val="FFFFFF"/>
              </a:solidFill>
              <a:latin typeface="Montserrat" panose="00000500000000000000" pitchFamily="2" charset="0"/>
            </a:endParaRPr>
          </a:p>
        </p:txBody>
      </p:sp>
      <p:sp>
        <p:nvSpPr>
          <p:cNvPr id="23" name="Rectangle 22">
            <a:extLst>
              <a:ext uri="{FF2B5EF4-FFF2-40B4-BE49-F238E27FC236}">
                <a16:creationId xmlns:a16="http://schemas.microsoft.com/office/drawing/2014/main" id="{2A0C7B95-DA4D-625F-54A6-142CAE188D21}"/>
              </a:ext>
            </a:extLst>
          </p:cNvPr>
          <p:cNvSpPr/>
          <p:nvPr userDrawn="1"/>
        </p:nvSpPr>
        <p:spPr>
          <a:xfrm>
            <a:off x="10669466" y="6429568"/>
            <a:ext cx="1522535"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43" y="6056979"/>
            <a:ext cx="5179900" cy="598906"/>
          </a:xfrm>
          <a:prstGeom prst="rect">
            <a:avLst/>
          </a:prstGeom>
        </p:spPr>
        <p:txBody>
          <a:bodyPr lIns="0">
            <a:normAutofit/>
          </a:bodyPr>
          <a:lstStyle>
            <a:lvl1pPr marL="0" indent="0" algn="l" defTabSz="457154"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43" y="4523164"/>
            <a:ext cx="5179900"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endParaRPr lang="en-US" dirty="0"/>
          </a:p>
        </p:txBody>
      </p:sp>
      <p:sp>
        <p:nvSpPr>
          <p:cNvPr id="12" name="TextBox 11">
            <a:extLst>
              <a:ext uri="{FF2B5EF4-FFF2-40B4-BE49-F238E27FC236}">
                <a16:creationId xmlns:a16="http://schemas.microsoft.com/office/drawing/2014/main" id="{46753E9E-655A-31C8-7829-E989E463E1DF}"/>
              </a:ext>
            </a:extLst>
          </p:cNvPr>
          <p:cNvSpPr txBox="1"/>
          <p:nvPr userDrawn="1"/>
        </p:nvSpPr>
        <p:spPr>
          <a:xfrm>
            <a:off x="248643" y="202116"/>
            <a:ext cx="1173040" cy="144911"/>
          </a:xfrm>
          <a:prstGeom prst="rect">
            <a:avLst/>
          </a:prstGeom>
          <a:noFill/>
        </p:spPr>
        <p:txBody>
          <a:bodyPr wrap="square" lIns="0" tIns="0" rIns="0" bIns="0" rtlCol="0">
            <a:spAutoFit/>
          </a:bodyPr>
          <a:lstStyle/>
          <a:p>
            <a:pPr algn="l">
              <a:lnSpc>
                <a:spcPct val="150000"/>
              </a:lnSpc>
            </a:pPr>
            <a:r>
              <a:rPr lang="en-US" sz="700" dirty="0">
                <a:solidFill>
                  <a:schemeClr val="accent5">
                    <a:lumMod val="50000"/>
                    <a:lumOff val="50000"/>
                  </a:schemeClr>
                </a:solidFill>
                <a:latin typeface="PP Telegraf" pitchFamily="2" charset="77"/>
              </a:rPr>
              <a:t>Private and Confidential</a:t>
            </a:r>
          </a:p>
        </p:txBody>
      </p:sp>
      <p:pic>
        <p:nvPicPr>
          <p:cNvPr id="5" name="Graphic 4">
            <a:extLst>
              <a:ext uri="{FF2B5EF4-FFF2-40B4-BE49-F238E27FC236}">
                <a16:creationId xmlns:a16="http://schemas.microsoft.com/office/drawing/2014/main" id="{2DEC7537-0C88-1FDA-3112-F5006089F3A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491"/>
          <a:stretch/>
        </p:blipFill>
        <p:spPr>
          <a:xfrm>
            <a:off x="4773614" y="-644527"/>
            <a:ext cx="7417592" cy="6711952"/>
          </a:xfrm>
          <a:prstGeom prst="rect">
            <a:avLst/>
          </a:prstGeom>
        </p:spPr>
      </p:pic>
    </p:spTree>
    <p:extLst>
      <p:ext uri="{BB962C8B-B14F-4D97-AF65-F5344CB8AC3E}">
        <p14:creationId xmlns:p14="http://schemas.microsoft.com/office/powerpoint/2010/main" val="28063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2339A5-5C38-6649-30B9-FC326797EB2F}"/>
              </a:ext>
            </a:extLst>
          </p:cNvPr>
          <p:cNvSpPr/>
          <p:nvPr userDrawn="1"/>
        </p:nvSpPr>
        <p:spPr>
          <a:xfrm>
            <a:off x="794" y="1"/>
            <a:ext cx="12190412" cy="68571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8">
              <a:defRPr/>
            </a:pPr>
            <a:endParaRPr lang="en-US" sz="1800">
              <a:solidFill>
                <a:srgbClr val="FFFFFF"/>
              </a:solidFill>
              <a:latin typeface="Montserrat" panose="00000500000000000000" pitchFamily="2" charset="0"/>
            </a:endParaRPr>
          </a:p>
        </p:txBody>
      </p:sp>
      <p:pic>
        <p:nvPicPr>
          <p:cNvPr id="16" name="Graphic 15">
            <a:extLst>
              <a:ext uri="{FF2B5EF4-FFF2-40B4-BE49-F238E27FC236}">
                <a16:creationId xmlns:a16="http://schemas.microsoft.com/office/drawing/2014/main" id="{19F9D5BF-83C5-952D-FF5B-1983AA1F3CF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491"/>
          <a:stretch/>
        </p:blipFill>
        <p:spPr>
          <a:xfrm>
            <a:off x="4773614" y="-644527"/>
            <a:ext cx="7417592" cy="6711952"/>
          </a:xfrm>
          <a:prstGeom prst="rect">
            <a:avLst/>
          </a:prstGeom>
        </p:spPr>
      </p:pic>
      <p:sp>
        <p:nvSpPr>
          <p:cNvPr id="23" name="Rectangle 22">
            <a:extLst>
              <a:ext uri="{FF2B5EF4-FFF2-40B4-BE49-F238E27FC236}">
                <a16:creationId xmlns:a16="http://schemas.microsoft.com/office/drawing/2014/main" id="{2A0C7B95-DA4D-625F-54A6-142CAE188D21}"/>
              </a:ext>
            </a:extLst>
          </p:cNvPr>
          <p:cNvSpPr/>
          <p:nvPr userDrawn="1"/>
        </p:nvSpPr>
        <p:spPr>
          <a:xfrm>
            <a:off x="10669466" y="6429568"/>
            <a:ext cx="1522535"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43" y="6056979"/>
            <a:ext cx="5179900" cy="598906"/>
          </a:xfrm>
          <a:prstGeom prst="rect">
            <a:avLst/>
          </a:prstGeom>
        </p:spPr>
        <p:txBody>
          <a:bodyPr lIns="0">
            <a:normAutofit/>
          </a:bodyPr>
          <a:lstStyle>
            <a:lvl1pPr marL="0" indent="0" algn="l" defTabSz="457154"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43" y="4523164"/>
            <a:ext cx="5179900"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endParaRPr lang="en-US" dirty="0"/>
          </a:p>
        </p:txBody>
      </p:sp>
      <p:sp>
        <p:nvSpPr>
          <p:cNvPr id="3" name="TextBox 2">
            <a:extLst>
              <a:ext uri="{FF2B5EF4-FFF2-40B4-BE49-F238E27FC236}">
                <a16:creationId xmlns:a16="http://schemas.microsoft.com/office/drawing/2014/main" id="{CBA57ED8-FBFA-28B3-6E24-3720D850E25A}"/>
              </a:ext>
            </a:extLst>
          </p:cNvPr>
          <p:cNvSpPr txBox="1"/>
          <p:nvPr userDrawn="1"/>
        </p:nvSpPr>
        <p:spPr>
          <a:xfrm>
            <a:off x="248643" y="202116"/>
            <a:ext cx="1173040" cy="144911"/>
          </a:xfrm>
          <a:prstGeom prst="rect">
            <a:avLst/>
          </a:prstGeom>
          <a:noFill/>
        </p:spPr>
        <p:txBody>
          <a:bodyPr wrap="square" lIns="0" tIns="0" rIns="0" bIns="0" rtlCol="0">
            <a:spAutoFit/>
          </a:bodyPr>
          <a:lstStyle/>
          <a:p>
            <a:pPr algn="l">
              <a:lnSpc>
                <a:spcPct val="150000"/>
              </a:lnSpc>
            </a:pPr>
            <a:r>
              <a:rPr lang="en-US" sz="700" dirty="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57201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C0FFF92-8A2F-6E77-4B88-2D9ACB10F0DF}"/>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endParaRPr>
          </a:p>
        </p:txBody>
      </p:sp>
      <p:sp>
        <p:nvSpPr>
          <p:cNvPr id="23" name="Rectangle 22">
            <a:extLst>
              <a:ext uri="{FF2B5EF4-FFF2-40B4-BE49-F238E27FC236}">
                <a16:creationId xmlns:a16="http://schemas.microsoft.com/office/drawing/2014/main" id="{2A0C7B95-DA4D-625F-54A6-142CAE188D21}"/>
              </a:ext>
            </a:extLst>
          </p:cNvPr>
          <p:cNvSpPr/>
          <p:nvPr userDrawn="1"/>
        </p:nvSpPr>
        <p:spPr>
          <a:xfrm>
            <a:off x="10669466" y="6429568"/>
            <a:ext cx="1522535" cy="246221"/>
          </a:xfrm>
          <a:prstGeom prst="rect">
            <a:avLst/>
          </a:prstGeom>
        </p:spPr>
        <p:txBody>
          <a:bodyPr wrap="square">
            <a:spAutoFit/>
          </a:bodyPr>
          <a:lstStyle/>
          <a:p>
            <a:pPr>
              <a:lnSpc>
                <a:spcPct val="100000"/>
              </a:lnSpc>
              <a:spcBef>
                <a:spcPts val="0"/>
              </a:spcBef>
              <a:defRPr/>
            </a:pPr>
            <a:r>
              <a:rPr lang="id-ID" sz="1000" b="0" i="0">
                <a:solidFill>
                  <a:schemeClr val="accent2"/>
                </a:solidFill>
                <a:latin typeface="PP Telegraf" pitchFamily="2" charset="77"/>
                <a:cs typeface="Calibri"/>
              </a:rPr>
              <a:t>Blend360.com</a:t>
            </a:r>
          </a:p>
        </p:txBody>
      </p:sp>
      <p:pic>
        <p:nvPicPr>
          <p:cNvPr id="15" name="Picture 14">
            <a:extLst>
              <a:ext uri="{FF2B5EF4-FFF2-40B4-BE49-F238E27FC236}">
                <a16:creationId xmlns:a16="http://schemas.microsoft.com/office/drawing/2014/main" id="{D713F950-703D-C764-8A96-DAA93FAEB24C}"/>
              </a:ext>
            </a:extLst>
          </p:cNvPr>
          <p:cNvPicPr>
            <a:picLocks noChangeAspect="1"/>
          </p:cNvPicPr>
          <p:nvPr userDrawn="1"/>
        </p:nvPicPr>
        <p:blipFill>
          <a:blip r:embed="rId2">
            <a:alphaModFix amt="20000"/>
          </a:blip>
          <a:srcRect/>
          <a:stretch>
            <a:fillRect/>
          </a:stretch>
        </p:blipFill>
        <p:spPr>
          <a:xfrm>
            <a:off x="-2448966" y="-507588"/>
            <a:ext cx="9652194" cy="9714213"/>
          </a:xfrm>
          <a:custGeom>
            <a:avLst/>
            <a:gdLst>
              <a:gd name="connsiteX0" fmla="*/ 0 w 9653451"/>
              <a:gd name="connsiteY0" fmla="*/ 0 h 9714213"/>
              <a:gd name="connsiteX1" fmla="*/ 2697960 w 9653451"/>
              <a:gd name="connsiteY1" fmla="*/ 0 h 9714213"/>
              <a:gd name="connsiteX2" fmla="*/ 2697960 w 9653451"/>
              <a:gd name="connsiteY2" fmla="*/ 507588 h 9714213"/>
              <a:gd name="connsiteX3" fmla="*/ 9653451 w 9653451"/>
              <a:gd name="connsiteY3" fmla="*/ 507588 h 9714213"/>
              <a:gd name="connsiteX4" fmla="*/ 9653451 w 9653451"/>
              <a:gd name="connsiteY4" fmla="*/ 9714213 h 9714213"/>
              <a:gd name="connsiteX5" fmla="*/ 9375865 w 9653451"/>
              <a:gd name="connsiteY5" fmla="*/ 9714213 h 9714213"/>
              <a:gd name="connsiteX6" fmla="*/ 9375865 w 9653451"/>
              <a:gd name="connsiteY6" fmla="*/ 7365588 h 9714213"/>
              <a:gd name="connsiteX7" fmla="*/ 2449285 w 9653451"/>
              <a:gd name="connsiteY7" fmla="*/ 7365588 h 9714213"/>
              <a:gd name="connsiteX8" fmla="*/ 2449285 w 9653451"/>
              <a:gd name="connsiteY8" fmla="*/ 2287402 h 9714213"/>
              <a:gd name="connsiteX9" fmla="*/ 0 w 9653451"/>
              <a:gd name="connsiteY9" fmla="*/ 2287402 h 971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53451" h="9714213">
                <a:moveTo>
                  <a:pt x="0" y="0"/>
                </a:moveTo>
                <a:lnTo>
                  <a:pt x="2697960" y="0"/>
                </a:lnTo>
                <a:lnTo>
                  <a:pt x="2697960" y="507588"/>
                </a:lnTo>
                <a:lnTo>
                  <a:pt x="9653451" y="507588"/>
                </a:lnTo>
                <a:lnTo>
                  <a:pt x="9653451" y="9714213"/>
                </a:lnTo>
                <a:lnTo>
                  <a:pt x="9375865" y="9714213"/>
                </a:lnTo>
                <a:lnTo>
                  <a:pt x="9375865" y="7365588"/>
                </a:lnTo>
                <a:lnTo>
                  <a:pt x="2449285" y="7365588"/>
                </a:lnTo>
                <a:lnTo>
                  <a:pt x="2449285" y="2287402"/>
                </a:lnTo>
                <a:lnTo>
                  <a:pt x="0" y="2287402"/>
                </a:lnTo>
                <a:close/>
              </a:path>
            </a:pathLst>
          </a:custGeom>
        </p:spPr>
      </p:pic>
      <p:sp>
        <p:nvSpPr>
          <p:cNvPr id="20" name="Subtitle 2">
            <a:extLst>
              <a:ext uri="{FF2B5EF4-FFF2-40B4-BE49-F238E27FC236}">
                <a16:creationId xmlns:a16="http://schemas.microsoft.com/office/drawing/2014/main" id="{B89C9D1D-AB60-0BBA-D2E6-9DC34EAC0AB3}"/>
              </a:ext>
            </a:extLst>
          </p:cNvPr>
          <p:cNvSpPr>
            <a:spLocks noGrp="1"/>
          </p:cNvSpPr>
          <p:nvPr>
            <p:ph type="subTitle" idx="1" hasCustomPrompt="1"/>
          </p:nvPr>
        </p:nvSpPr>
        <p:spPr>
          <a:xfrm>
            <a:off x="248643" y="6056979"/>
            <a:ext cx="5179900" cy="598906"/>
          </a:xfrm>
          <a:prstGeom prst="rect">
            <a:avLst/>
          </a:prstGeom>
        </p:spPr>
        <p:txBody>
          <a:bodyPr lIns="0">
            <a:normAutofit/>
          </a:bodyPr>
          <a:lstStyle>
            <a:lvl1pPr marL="0" indent="0" algn="l" defTabSz="457154" rtl="0" eaLnBrk="1" latinLnBrk="0" hangingPunct="1">
              <a:lnSpc>
                <a:spcPct val="150000"/>
              </a:lnSpc>
              <a:spcBef>
                <a:spcPts val="1000"/>
              </a:spcBef>
              <a:buFont typeface="Arial" panose="020B0604020202020204" pitchFamily="34" charset="0"/>
              <a:buNone/>
              <a:defRPr lang="en-US" sz="1200" b="0" i="0" kern="1200" dirty="0">
                <a:solidFill>
                  <a:schemeClr val="accent2"/>
                </a:solidFill>
                <a:latin typeface="PP Telegraf" pitchFamily="2" charset="77"/>
                <a:ea typeface="+mn-ea"/>
                <a:cs typeface="+mn-cs"/>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GB"/>
              <a:t>Version No   |   Date Here</a:t>
            </a:r>
            <a:endParaRPr lang="en-US"/>
          </a:p>
        </p:txBody>
      </p:sp>
      <p:sp>
        <p:nvSpPr>
          <p:cNvPr id="2" name="Title 1">
            <a:extLst>
              <a:ext uri="{FF2B5EF4-FFF2-40B4-BE49-F238E27FC236}">
                <a16:creationId xmlns:a16="http://schemas.microsoft.com/office/drawing/2014/main" id="{C206F42B-9D65-E0EF-14C5-09B97F4E1839}"/>
              </a:ext>
            </a:extLst>
          </p:cNvPr>
          <p:cNvSpPr>
            <a:spLocks noGrp="1"/>
          </p:cNvSpPr>
          <p:nvPr>
            <p:ph type="title"/>
          </p:nvPr>
        </p:nvSpPr>
        <p:spPr>
          <a:xfrm>
            <a:off x="248643" y="4523164"/>
            <a:ext cx="5179900" cy="1325563"/>
          </a:xfrm>
          <a:prstGeom prst="rect">
            <a:avLst/>
          </a:prstGeom>
        </p:spPr>
        <p:txBody>
          <a:bodyPr lIns="0" rIns="0" anchor="b"/>
          <a:lstStyle>
            <a:lvl1pPr>
              <a:defRPr sz="4800" b="0" i="0">
                <a:solidFill>
                  <a:schemeClr val="accent2"/>
                </a:solidFill>
                <a:latin typeface="PP Telegraf" pitchFamily="2" charset="77"/>
              </a:defRPr>
            </a:lvl1pPr>
          </a:lstStyle>
          <a:p>
            <a:r>
              <a:rPr lang="en-US"/>
              <a:t>Click to edit Master title style</a:t>
            </a:r>
            <a:endParaRPr lang="en-US" dirty="0"/>
          </a:p>
        </p:txBody>
      </p:sp>
      <p:sp>
        <p:nvSpPr>
          <p:cNvPr id="16" name="TextBox 15">
            <a:extLst>
              <a:ext uri="{FF2B5EF4-FFF2-40B4-BE49-F238E27FC236}">
                <a16:creationId xmlns:a16="http://schemas.microsoft.com/office/drawing/2014/main" id="{83031EF4-ADC3-09C7-B55B-383DBA8F6B8D}"/>
              </a:ext>
            </a:extLst>
          </p:cNvPr>
          <p:cNvSpPr txBox="1"/>
          <p:nvPr userDrawn="1"/>
        </p:nvSpPr>
        <p:spPr>
          <a:xfrm>
            <a:off x="248643" y="202116"/>
            <a:ext cx="1173040" cy="144911"/>
          </a:xfrm>
          <a:prstGeom prst="rect">
            <a:avLst/>
          </a:prstGeom>
          <a:noFill/>
        </p:spPr>
        <p:txBody>
          <a:bodyPr wrap="square" lIns="0" tIns="0" rIns="0" bIns="0" rtlCol="0">
            <a:spAutoFit/>
          </a:bodyPr>
          <a:lstStyle/>
          <a:p>
            <a:pPr algn="l">
              <a:lnSpc>
                <a:spcPct val="150000"/>
              </a:lnSpc>
            </a:pPr>
            <a:r>
              <a:rPr lang="en-US" sz="700" dirty="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307446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
    <p:bg>
      <p:bgRef idx="1001">
        <a:schemeClr val="bg1"/>
      </p:bgRef>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C17270B-9785-0468-E128-6EAA3E0B1F82}"/>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8" name="Text Placeholder 2">
            <a:extLst>
              <a:ext uri="{FF2B5EF4-FFF2-40B4-BE49-F238E27FC236}">
                <a16:creationId xmlns:a16="http://schemas.microsoft.com/office/drawing/2014/main" id="{CB34C758-97DA-72A7-0315-F79E5385D4FF}"/>
              </a:ext>
            </a:extLst>
          </p:cNvPr>
          <p:cNvSpPr>
            <a:spLocks noGrp="1"/>
          </p:cNvSpPr>
          <p:nvPr>
            <p:ph type="body" idx="1" hasCustomPrompt="1"/>
          </p:nvPr>
        </p:nvSpPr>
        <p:spPr>
          <a:xfrm>
            <a:off x="4636398" y="360000"/>
            <a:ext cx="5022811" cy="443198"/>
          </a:xfrm>
          <a:prstGeom prst="rect">
            <a:avLst/>
          </a:prstGeom>
        </p:spPr>
        <p:txBody>
          <a:bodyPr wrap="square" lIns="0" tIns="0" bIns="0">
            <a:spAutoFit/>
          </a:bodyPr>
          <a:lstStyle>
            <a:lvl1pPr marL="0" indent="0">
              <a:buNone/>
              <a:defRPr sz="3200" b="0" i="0">
                <a:solidFill>
                  <a:schemeClr val="accent2"/>
                </a:solidFill>
                <a:latin typeface="PP Telegraf" pitchFamily="2" charset="77"/>
                <a:ea typeface="Source Sans Pro" panose="020B0503030403020204" pitchFamily="34" charset="0"/>
              </a:defRPr>
            </a:lvl1pPr>
            <a:lvl2pPr marL="457154" indent="0">
              <a:buNone/>
              <a:defRPr sz="2000">
                <a:solidFill>
                  <a:schemeClr val="tx1">
                    <a:tint val="75000"/>
                  </a:schemeClr>
                </a:solidFill>
              </a:defRPr>
            </a:lvl2pPr>
            <a:lvl3pPr marL="914309" indent="0">
              <a:buNone/>
              <a:defRPr sz="1800">
                <a:solidFill>
                  <a:schemeClr val="tx1">
                    <a:tint val="75000"/>
                  </a:schemeClr>
                </a:solidFill>
              </a:defRPr>
            </a:lvl3pPr>
            <a:lvl4pPr marL="1371463" indent="0">
              <a:buNone/>
              <a:defRPr sz="1600">
                <a:solidFill>
                  <a:schemeClr val="tx1">
                    <a:tint val="75000"/>
                  </a:schemeClr>
                </a:solidFill>
              </a:defRPr>
            </a:lvl4pPr>
            <a:lvl5pPr marL="1828617" indent="0">
              <a:buNone/>
              <a:defRPr sz="1600">
                <a:solidFill>
                  <a:schemeClr val="tx1">
                    <a:tint val="75000"/>
                  </a:schemeClr>
                </a:solidFill>
              </a:defRPr>
            </a:lvl5pPr>
            <a:lvl6pPr marL="2285771"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en-US" dirty="0"/>
              <a:t>TITLE</a:t>
            </a:r>
          </a:p>
        </p:txBody>
      </p:sp>
      <p:sp>
        <p:nvSpPr>
          <p:cNvPr id="23" name="Slide Number Placeholder 13">
            <a:extLst>
              <a:ext uri="{FF2B5EF4-FFF2-40B4-BE49-F238E27FC236}">
                <a16:creationId xmlns:a16="http://schemas.microsoft.com/office/drawing/2014/main" id="{2867221F-83F4-8CCE-ACD1-CA6CE5A7FFB3}"/>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accent2"/>
                </a:solidFill>
                <a:latin typeface="+mn-lt"/>
              </a:rPr>
              <a:pPr/>
              <a:t>‹#›</a:t>
            </a:fld>
            <a:endParaRPr lang="en-US" sz="800" dirty="0">
              <a:solidFill>
                <a:schemeClr val="accent2"/>
              </a:solidFill>
              <a:latin typeface="+mn-lt"/>
            </a:endParaRPr>
          </a:p>
        </p:txBody>
      </p:sp>
      <p:sp>
        <p:nvSpPr>
          <p:cNvPr id="7" name="TextBox 6">
            <a:extLst>
              <a:ext uri="{FF2B5EF4-FFF2-40B4-BE49-F238E27FC236}">
                <a16:creationId xmlns:a16="http://schemas.microsoft.com/office/drawing/2014/main" id="{CDDDC575-3022-D38C-BB56-CB70A3BAABCA}"/>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2"/>
                </a:solidFill>
                <a:latin typeface="PP Telegraf" pitchFamily="2" charset="77"/>
              </a:rPr>
              <a:t>Private and Confidential</a:t>
            </a:r>
          </a:p>
        </p:txBody>
      </p:sp>
      <p:pic>
        <p:nvPicPr>
          <p:cNvPr id="4" name="Graphic 3">
            <a:extLst>
              <a:ext uri="{FF2B5EF4-FFF2-40B4-BE49-F238E27FC236}">
                <a16:creationId xmlns:a16="http://schemas.microsoft.com/office/drawing/2014/main" id="{7CCB374E-0C3E-9E5C-1A05-D302C1B321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32427346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
    <p:bg>
      <p:bgRef idx="1001">
        <a:schemeClr val="bg1"/>
      </p:bgRef>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C17270B-9785-0468-E128-6EAA3E0B1F82}"/>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8" name="Text Placeholder 2">
            <a:extLst>
              <a:ext uri="{FF2B5EF4-FFF2-40B4-BE49-F238E27FC236}">
                <a16:creationId xmlns:a16="http://schemas.microsoft.com/office/drawing/2014/main" id="{CB34C758-97DA-72A7-0315-F79E5385D4FF}"/>
              </a:ext>
            </a:extLst>
          </p:cNvPr>
          <p:cNvSpPr>
            <a:spLocks noGrp="1"/>
          </p:cNvSpPr>
          <p:nvPr>
            <p:ph type="body" idx="1" hasCustomPrompt="1"/>
          </p:nvPr>
        </p:nvSpPr>
        <p:spPr>
          <a:xfrm>
            <a:off x="4636398" y="360000"/>
            <a:ext cx="5022811" cy="443198"/>
          </a:xfrm>
          <a:prstGeom prst="rect">
            <a:avLst/>
          </a:prstGeom>
        </p:spPr>
        <p:txBody>
          <a:bodyPr wrap="square" lIns="0" tIns="0" bIns="0">
            <a:spAutoFit/>
          </a:bodyPr>
          <a:lstStyle>
            <a:lvl1pPr marL="0" indent="0">
              <a:buNone/>
              <a:defRPr sz="3200" b="0" i="0">
                <a:solidFill>
                  <a:schemeClr val="accent2"/>
                </a:solidFill>
                <a:latin typeface="PP Telegraf" pitchFamily="2" charset="77"/>
                <a:ea typeface="Source Sans Pro" panose="020B0503030403020204" pitchFamily="34" charset="0"/>
              </a:defRPr>
            </a:lvl1pPr>
            <a:lvl2pPr marL="457154" indent="0">
              <a:buNone/>
              <a:defRPr sz="2000">
                <a:solidFill>
                  <a:schemeClr val="tx1">
                    <a:tint val="75000"/>
                  </a:schemeClr>
                </a:solidFill>
              </a:defRPr>
            </a:lvl2pPr>
            <a:lvl3pPr marL="914309" indent="0">
              <a:buNone/>
              <a:defRPr sz="1800">
                <a:solidFill>
                  <a:schemeClr val="tx1">
                    <a:tint val="75000"/>
                  </a:schemeClr>
                </a:solidFill>
              </a:defRPr>
            </a:lvl3pPr>
            <a:lvl4pPr marL="1371463" indent="0">
              <a:buNone/>
              <a:defRPr sz="1600">
                <a:solidFill>
                  <a:schemeClr val="tx1">
                    <a:tint val="75000"/>
                  </a:schemeClr>
                </a:solidFill>
              </a:defRPr>
            </a:lvl4pPr>
            <a:lvl5pPr marL="1828617" indent="0">
              <a:buNone/>
              <a:defRPr sz="1600">
                <a:solidFill>
                  <a:schemeClr val="tx1">
                    <a:tint val="75000"/>
                  </a:schemeClr>
                </a:solidFill>
              </a:defRPr>
            </a:lvl5pPr>
            <a:lvl6pPr marL="2285771"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en-US" dirty="0"/>
              <a:t>TITLE</a:t>
            </a:r>
          </a:p>
        </p:txBody>
      </p:sp>
      <p:sp>
        <p:nvSpPr>
          <p:cNvPr id="44" name="Slide Number Placeholder 13">
            <a:extLst>
              <a:ext uri="{FF2B5EF4-FFF2-40B4-BE49-F238E27FC236}">
                <a16:creationId xmlns:a16="http://schemas.microsoft.com/office/drawing/2014/main" id="{464D215C-BA2E-06AC-AFBC-CDD55A71FF22}"/>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accent2"/>
                </a:solidFill>
                <a:latin typeface="+mn-lt"/>
              </a:rPr>
              <a:pPr/>
              <a:t>‹#›</a:t>
            </a:fld>
            <a:endParaRPr lang="en-US" sz="800" dirty="0">
              <a:solidFill>
                <a:schemeClr val="accent2"/>
              </a:solidFill>
              <a:latin typeface="+mn-lt"/>
            </a:endParaRPr>
          </a:p>
        </p:txBody>
      </p:sp>
      <p:sp>
        <p:nvSpPr>
          <p:cNvPr id="45" name="TextBox 44">
            <a:extLst>
              <a:ext uri="{FF2B5EF4-FFF2-40B4-BE49-F238E27FC236}">
                <a16:creationId xmlns:a16="http://schemas.microsoft.com/office/drawing/2014/main" id="{06EB89AA-FFB7-4FA4-F1DA-2E8CE12B8E42}"/>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2"/>
                </a:solidFill>
                <a:latin typeface="PP Telegraf" pitchFamily="2" charset="77"/>
              </a:rPr>
              <a:t>Private and Confidential</a:t>
            </a:r>
          </a:p>
        </p:txBody>
      </p:sp>
    </p:spTree>
    <p:extLst>
      <p:ext uri="{BB962C8B-B14F-4D97-AF65-F5344CB8AC3E}">
        <p14:creationId xmlns:p14="http://schemas.microsoft.com/office/powerpoint/2010/main" val="17156127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agebreak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CF9174F-2047-0A3C-8334-EA84AF730EB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13" y="6434682"/>
            <a:ext cx="427597" cy="288290"/>
          </a:xfrm>
          <a:prstGeom prst="rect">
            <a:avLst/>
          </a:prstGeom>
        </p:spPr>
      </p:pic>
      <p:sp>
        <p:nvSpPr>
          <p:cNvPr id="10" name="Rectangle 9">
            <a:extLst>
              <a:ext uri="{FF2B5EF4-FFF2-40B4-BE49-F238E27FC236}">
                <a16:creationId xmlns:a16="http://schemas.microsoft.com/office/drawing/2014/main" id="{A1CD7576-63AF-A686-EE3B-8F0E718F6C99}"/>
              </a:ext>
            </a:extLst>
          </p:cNvPr>
          <p:cNvSpPr/>
          <p:nvPr userDrawn="1"/>
        </p:nvSpPr>
        <p:spPr>
          <a:xfrm>
            <a:off x="-1"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endParaRPr>
          </a:p>
        </p:txBody>
      </p:sp>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sp>
        <p:nvSpPr>
          <p:cNvPr id="6" name="Title 8">
            <a:extLst>
              <a:ext uri="{FF2B5EF4-FFF2-40B4-BE49-F238E27FC236}">
                <a16:creationId xmlns:a16="http://schemas.microsoft.com/office/drawing/2014/main" id="{D9E71914-38D3-C585-8E86-99C9DDFA05BC}"/>
              </a:ext>
            </a:extLst>
          </p:cNvPr>
          <p:cNvSpPr>
            <a:spLocks noGrp="1"/>
          </p:cNvSpPr>
          <p:nvPr>
            <p:ph type="title" hasCustomPrompt="1"/>
          </p:nvPr>
        </p:nvSpPr>
        <p:spPr>
          <a:xfrm>
            <a:off x="7657102" y="2766219"/>
            <a:ext cx="4114289" cy="1325563"/>
          </a:xfrm>
          <a:prstGeom prst="rect">
            <a:avLst/>
          </a:prstGeom>
        </p:spPr>
        <p:txBody>
          <a:bodyPr lIns="0" anchor="t"/>
          <a:lstStyle>
            <a:lvl1pPr marL="0" algn="r"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sp>
        <p:nvSpPr>
          <p:cNvPr id="4" name="TextBox 3">
            <a:extLst>
              <a:ext uri="{FF2B5EF4-FFF2-40B4-BE49-F238E27FC236}">
                <a16:creationId xmlns:a16="http://schemas.microsoft.com/office/drawing/2014/main" id="{C9B5B146-C1EB-368E-2E1C-436482CE59FD}"/>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pic>
        <p:nvPicPr>
          <p:cNvPr id="11" name="Graphic 10">
            <a:extLst>
              <a:ext uri="{FF2B5EF4-FFF2-40B4-BE49-F238E27FC236}">
                <a16:creationId xmlns:a16="http://schemas.microsoft.com/office/drawing/2014/main" id="{8B446309-447E-F345-3F9A-C6FFA86CE40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21433706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Pagebreak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CB696AB-9C94-E91F-E63E-9898D319896C}"/>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13" y="6434682"/>
            <a:ext cx="427597" cy="288290"/>
          </a:xfrm>
          <a:prstGeom prst="rect">
            <a:avLst/>
          </a:prstGeom>
        </p:spPr>
      </p:pic>
      <p:sp>
        <p:nvSpPr>
          <p:cNvPr id="10" name="Rectangle 9">
            <a:extLst>
              <a:ext uri="{FF2B5EF4-FFF2-40B4-BE49-F238E27FC236}">
                <a16:creationId xmlns:a16="http://schemas.microsoft.com/office/drawing/2014/main" id="{A1CD7576-63AF-A686-EE3B-8F0E718F6C99}"/>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endParaRPr>
          </a:p>
        </p:txBody>
      </p:sp>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sp>
        <p:nvSpPr>
          <p:cNvPr id="6" name="Title 8">
            <a:extLst>
              <a:ext uri="{FF2B5EF4-FFF2-40B4-BE49-F238E27FC236}">
                <a16:creationId xmlns:a16="http://schemas.microsoft.com/office/drawing/2014/main" id="{D9E71914-38D3-C585-8E86-99C9DDFA05BC}"/>
              </a:ext>
            </a:extLst>
          </p:cNvPr>
          <p:cNvSpPr>
            <a:spLocks noGrp="1"/>
          </p:cNvSpPr>
          <p:nvPr>
            <p:ph type="title" hasCustomPrompt="1"/>
          </p:nvPr>
        </p:nvSpPr>
        <p:spPr>
          <a:xfrm>
            <a:off x="7657102" y="2766219"/>
            <a:ext cx="4114289" cy="1325563"/>
          </a:xfrm>
          <a:prstGeom prst="rect">
            <a:avLst/>
          </a:prstGeom>
        </p:spPr>
        <p:txBody>
          <a:bodyPr lIns="0" anchor="t"/>
          <a:lstStyle>
            <a:lvl1pPr marL="0" algn="r"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sp>
        <p:nvSpPr>
          <p:cNvPr id="4" name="TextBox 3">
            <a:extLst>
              <a:ext uri="{FF2B5EF4-FFF2-40B4-BE49-F238E27FC236}">
                <a16:creationId xmlns:a16="http://schemas.microsoft.com/office/drawing/2014/main" id="{79FC412D-2D2E-0B3F-C44A-7E04806778B0}"/>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pic>
        <p:nvPicPr>
          <p:cNvPr id="7" name="Graphic 6">
            <a:extLst>
              <a:ext uri="{FF2B5EF4-FFF2-40B4-BE49-F238E27FC236}">
                <a16:creationId xmlns:a16="http://schemas.microsoft.com/office/drawing/2014/main" id="{8DB8F1E5-57FF-E034-06D3-B1AFEC38E09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6194093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endParaRPr>
          </a:p>
        </p:txBody>
      </p:sp>
      <p:sp>
        <p:nvSpPr>
          <p:cNvPr id="10" name="Slide Number Placeholder 13">
            <a:extLst>
              <a:ext uri="{FF2B5EF4-FFF2-40B4-BE49-F238E27FC236}">
                <a16:creationId xmlns:a16="http://schemas.microsoft.com/office/drawing/2014/main" id="{19D111D9-F288-981C-7511-C84AF5047F0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sp>
        <p:nvSpPr>
          <p:cNvPr id="11" name="Title 8">
            <a:extLst>
              <a:ext uri="{FF2B5EF4-FFF2-40B4-BE49-F238E27FC236}">
                <a16:creationId xmlns:a16="http://schemas.microsoft.com/office/drawing/2014/main" id="{EF84050D-392D-00E4-9D43-9FEE5E0D24FB}"/>
              </a:ext>
            </a:extLst>
          </p:cNvPr>
          <p:cNvSpPr>
            <a:spLocks noGrp="1"/>
          </p:cNvSpPr>
          <p:nvPr>
            <p:ph type="title" hasCustomPrompt="1"/>
          </p:nvPr>
        </p:nvSpPr>
        <p:spPr>
          <a:xfrm>
            <a:off x="7657102" y="2766219"/>
            <a:ext cx="4114289" cy="1325563"/>
          </a:xfrm>
          <a:prstGeom prst="rect">
            <a:avLst/>
          </a:prstGeom>
        </p:spPr>
        <p:txBody>
          <a:bodyPr lIns="0" anchor="t"/>
          <a:lstStyle>
            <a:lvl1pPr marL="0" algn="l"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pic>
        <p:nvPicPr>
          <p:cNvPr id="20" name="Picture 19">
            <a:extLst>
              <a:ext uri="{FF2B5EF4-FFF2-40B4-BE49-F238E27FC236}">
                <a16:creationId xmlns:a16="http://schemas.microsoft.com/office/drawing/2014/main" id="{A3F1EF99-3A4E-2CDA-8569-716C1B148E7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8900000">
            <a:off x="-3939507" y="786415"/>
            <a:ext cx="12763103" cy="7180180"/>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2" name="TextBox 1">
            <a:extLst>
              <a:ext uri="{FF2B5EF4-FFF2-40B4-BE49-F238E27FC236}">
                <a16:creationId xmlns:a16="http://schemas.microsoft.com/office/drawing/2014/main" id="{26283BCB-D4E7-7DD0-99AE-4EF9A36097D1}"/>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tx1"/>
                </a:solidFill>
                <a:latin typeface="PP Telegraf" pitchFamily="2" charset="77"/>
              </a:rPr>
              <a:t>Private and Confidential</a:t>
            </a:r>
          </a:p>
        </p:txBody>
      </p:sp>
      <p:pic>
        <p:nvPicPr>
          <p:cNvPr id="3" name="Graphic 2">
            <a:extLst>
              <a:ext uri="{FF2B5EF4-FFF2-40B4-BE49-F238E27FC236}">
                <a16:creationId xmlns:a16="http://schemas.microsoft.com/office/drawing/2014/main" id="{C7014F13-4D37-91D9-3D48-F2C33513F21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3540314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11" name="Title 8">
            <a:extLst>
              <a:ext uri="{FF2B5EF4-FFF2-40B4-BE49-F238E27FC236}">
                <a16:creationId xmlns:a16="http://schemas.microsoft.com/office/drawing/2014/main" id="{EF84050D-392D-00E4-9D43-9FEE5E0D24FB}"/>
              </a:ext>
            </a:extLst>
          </p:cNvPr>
          <p:cNvSpPr>
            <a:spLocks noGrp="1"/>
          </p:cNvSpPr>
          <p:nvPr>
            <p:ph type="title" hasCustomPrompt="1"/>
          </p:nvPr>
        </p:nvSpPr>
        <p:spPr>
          <a:xfrm>
            <a:off x="7657102" y="2766219"/>
            <a:ext cx="4114289" cy="1325563"/>
          </a:xfrm>
          <a:prstGeom prst="rect">
            <a:avLst/>
          </a:prstGeom>
        </p:spPr>
        <p:txBody>
          <a:bodyPr lIns="0" anchor="t"/>
          <a:lstStyle>
            <a:lvl1pPr marL="0" algn="l"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pic>
        <p:nvPicPr>
          <p:cNvPr id="20" name="Picture 19">
            <a:extLst>
              <a:ext uri="{FF2B5EF4-FFF2-40B4-BE49-F238E27FC236}">
                <a16:creationId xmlns:a16="http://schemas.microsoft.com/office/drawing/2014/main" id="{A3F1EF99-3A4E-2CDA-8569-716C1B148E7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8900000">
            <a:off x="-3939507" y="786415"/>
            <a:ext cx="12763103" cy="7180180"/>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4" name="Slide Number Placeholder 13">
            <a:extLst>
              <a:ext uri="{FF2B5EF4-FFF2-40B4-BE49-F238E27FC236}">
                <a16:creationId xmlns:a16="http://schemas.microsoft.com/office/drawing/2014/main" id="{20BFCF68-7D3D-646D-BE05-44DE02AE10D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sp>
        <p:nvSpPr>
          <p:cNvPr id="5" name="TextBox 4">
            <a:extLst>
              <a:ext uri="{FF2B5EF4-FFF2-40B4-BE49-F238E27FC236}">
                <a16:creationId xmlns:a16="http://schemas.microsoft.com/office/drawing/2014/main" id="{B3F38140-D667-8B5A-FA4A-E58753A863C6}"/>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pic>
        <p:nvPicPr>
          <p:cNvPr id="2" name="Graphic 1">
            <a:extLst>
              <a:ext uri="{FF2B5EF4-FFF2-40B4-BE49-F238E27FC236}">
                <a16:creationId xmlns:a16="http://schemas.microsoft.com/office/drawing/2014/main" id="{1D32F484-5326-AAFB-F6D7-5AFD0AE1CA0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36974939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Pagebreaker/Callout">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1D81B3-0C15-FBC7-7FA8-E9B4EA8CB0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10" name="Slide Number Placeholder 13">
            <a:extLst>
              <a:ext uri="{FF2B5EF4-FFF2-40B4-BE49-F238E27FC236}">
                <a16:creationId xmlns:a16="http://schemas.microsoft.com/office/drawing/2014/main" id="{19D111D9-F288-981C-7511-C84AF5047F0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pic>
        <p:nvPicPr>
          <p:cNvPr id="20" name="Picture 19" descr="A black background with a black circle&#10;&#10;Description automatically generated">
            <a:extLst>
              <a:ext uri="{FF2B5EF4-FFF2-40B4-BE49-F238E27FC236}">
                <a16:creationId xmlns:a16="http://schemas.microsoft.com/office/drawing/2014/main" id="{A3F1EF99-3A4E-2CDA-8569-716C1B148E7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rot="18900000">
            <a:off x="-3939507" y="786414"/>
            <a:ext cx="12763103" cy="7180182"/>
          </a:xfrm>
          <a:custGeom>
            <a:avLst/>
            <a:gdLst>
              <a:gd name="connsiteX0" fmla="*/ 0 w 12764765"/>
              <a:gd name="connsiteY0" fmla="*/ 6351540 h 7180182"/>
              <a:gd name="connsiteX1" fmla="*/ 828642 w 12764765"/>
              <a:gd name="connsiteY1" fmla="*/ 7180181 h 7180182"/>
              <a:gd name="connsiteX2" fmla="*/ 0 w 12764765"/>
              <a:gd name="connsiteY2" fmla="*/ 7180181 h 7180182"/>
              <a:gd name="connsiteX3" fmla="*/ 945560 w 12764765"/>
              <a:gd name="connsiteY3" fmla="*/ 0 h 7180182"/>
              <a:gd name="connsiteX4" fmla="*/ 0 w 12764765"/>
              <a:gd name="connsiteY4" fmla="*/ 945561 h 7180182"/>
              <a:gd name="connsiteX5" fmla="*/ 0 w 12764765"/>
              <a:gd name="connsiteY5" fmla="*/ 1 h 7180182"/>
              <a:gd name="connsiteX6" fmla="*/ 8981604 w 12764765"/>
              <a:gd name="connsiteY6" fmla="*/ 0 h 7180182"/>
              <a:gd name="connsiteX7" fmla="*/ 12764765 w 12764765"/>
              <a:gd name="connsiteY7" fmla="*/ 3783161 h 7180182"/>
              <a:gd name="connsiteX8" fmla="*/ 12764765 w 12764765"/>
              <a:gd name="connsiteY8" fmla="*/ 7180181 h 7180182"/>
              <a:gd name="connsiteX9" fmla="*/ 6463110 w 12764765"/>
              <a:gd name="connsiteY9" fmla="*/ 7180182 h 7180182"/>
              <a:gd name="connsiteX10" fmla="*/ 2900690 w 12764765"/>
              <a:gd name="connsiteY10" fmla="*/ 3617761 h 7180182"/>
              <a:gd name="connsiteX11" fmla="*/ 6518451 w 12764765"/>
              <a:gd name="connsiteY11" fmla="*/ 0 h 7180182"/>
              <a:gd name="connsiteX12" fmla="*/ 12764765 w 12764765"/>
              <a:gd name="connsiteY12" fmla="*/ 0 h 7180182"/>
              <a:gd name="connsiteX13" fmla="*/ 12764765 w 12764765"/>
              <a:gd name="connsiteY13" fmla="*/ 765795 h 7180182"/>
              <a:gd name="connsiteX14" fmla="*/ 11998970 w 12764765"/>
              <a:gd name="connsiteY14" fmla="*/ 0 h 718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64765" h="7180182">
                <a:moveTo>
                  <a:pt x="0" y="6351540"/>
                </a:moveTo>
                <a:lnTo>
                  <a:pt x="828642" y="7180181"/>
                </a:lnTo>
                <a:lnTo>
                  <a:pt x="0" y="7180181"/>
                </a:lnTo>
                <a:close/>
                <a:moveTo>
                  <a:pt x="945560" y="0"/>
                </a:moveTo>
                <a:lnTo>
                  <a:pt x="0" y="945561"/>
                </a:lnTo>
                <a:lnTo>
                  <a:pt x="0" y="1"/>
                </a:lnTo>
                <a:close/>
                <a:moveTo>
                  <a:pt x="8981604" y="0"/>
                </a:moveTo>
                <a:lnTo>
                  <a:pt x="12764765" y="3783161"/>
                </a:lnTo>
                <a:lnTo>
                  <a:pt x="12764765" y="7180181"/>
                </a:lnTo>
                <a:lnTo>
                  <a:pt x="6463110" y="7180182"/>
                </a:lnTo>
                <a:lnTo>
                  <a:pt x="2900690" y="3617761"/>
                </a:lnTo>
                <a:lnTo>
                  <a:pt x="6518451" y="0"/>
                </a:lnTo>
                <a:close/>
                <a:moveTo>
                  <a:pt x="12764765" y="0"/>
                </a:moveTo>
                <a:lnTo>
                  <a:pt x="12764765" y="765795"/>
                </a:lnTo>
                <a:lnTo>
                  <a:pt x="11998970" y="0"/>
                </a:lnTo>
                <a:close/>
              </a:path>
            </a:pathLst>
          </a:custGeom>
        </p:spPr>
      </p:pic>
      <p:sp>
        <p:nvSpPr>
          <p:cNvPr id="3" name="TextBox 2">
            <a:extLst>
              <a:ext uri="{FF2B5EF4-FFF2-40B4-BE49-F238E27FC236}">
                <a16:creationId xmlns:a16="http://schemas.microsoft.com/office/drawing/2014/main" id="{65308040-F809-3705-9398-0EA178281B87}"/>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sp>
        <p:nvSpPr>
          <p:cNvPr id="5" name="Title 8">
            <a:extLst>
              <a:ext uri="{FF2B5EF4-FFF2-40B4-BE49-F238E27FC236}">
                <a16:creationId xmlns:a16="http://schemas.microsoft.com/office/drawing/2014/main" id="{6AE472D1-B12D-C93C-973A-8B8CB5214D91}"/>
              </a:ext>
            </a:extLst>
          </p:cNvPr>
          <p:cNvSpPr>
            <a:spLocks noGrp="1"/>
          </p:cNvSpPr>
          <p:nvPr>
            <p:ph type="title" hasCustomPrompt="1"/>
          </p:nvPr>
        </p:nvSpPr>
        <p:spPr>
          <a:xfrm>
            <a:off x="7657102" y="2766219"/>
            <a:ext cx="4114289" cy="1325563"/>
          </a:xfrm>
          <a:prstGeom prst="rect">
            <a:avLst/>
          </a:prstGeom>
        </p:spPr>
        <p:txBody>
          <a:bodyPr lIns="0" anchor="t"/>
          <a:lstStyle>
            <a:lvl1pPr marL="0" algn="l"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pic>
        <p:nvPicPr>
          <p:cNvPr id="2" name="Graphic 1">
            <a:extLst>
              <a:ext uri="{FF2B5EF4-FFF2-40B4-BE49-F238E27FC236}">
                <a16:creationId xmlns:a16="http://schemas.microsoft.com/office/drawing/2014/main" id="{15FE958B-4EE5-FA89-40DC-1DD802F698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99727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Pagebreak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42B5DA-1F55-2062-E7E5-CD8683A19DB3}"/>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pic>
        <p:nvPicPr>
          <p:cNvPr id="3" name="Picture 2">
            <a:extLst>
              <a:ext uri="{FF2B5EF4-FFF2-40B4-BE49-F238E27FC236}">
                <a16:creationId xmlns:a16="http://schemas.microsoft.com/office/drawing/2014/main" id="{228013D1-4612-0BE7-BD3A-3CF661BCD3A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8900000">
            <a:off x="-3888036" y="777376"/>
            <a:ext cx="12694510" cy="7141591"/>
          </a:xfrm>
          <a:custGeom>
            <a:avLst/>
            <a:gdLst>
              <a:gd name="connsiteX0" fmla="*/ 0 w 12696163"/>
              <a:gd name="connsiteY0" fmla="*/ 6317049 h 7141593"/>
              <a:gd name="connsiteX1" fmla="*/ 824543 w 12696163"/>
              <a:gd name="connsiteY1" fmla="*/ 7141592 h 7141593"/>
              <a:gd name="connsiteX2" fmla="*/ 0 w 12696163"/>
              <a:gd name="connsiteY2" fmla="*/ 7141593 h 7141593"/>
              <a:gd name="connsiteX3" fmla="*/ 12696163 w 12696163"/>
              <a:gd name="connsiteY3" fmla="*/ 2914059 h 7141593"/>
              <a:gd name="connsiteX4" fmla="*/ 12696163 w 12696163"/>
              <a:gd name="connsiteY4" fmla="*/ 7141592 h 7141593"/>
              <a:gd name="connsiteX5" fmla="*/ 6369442 w 12696163"/>
              <a:gd name="connsiteY5" fmla="*/ 7141592 h 7141593"/>
              <a:gd name="connsiteX6" fmla="*/ 2834207 w 12696163"/>
              <a:gd name="connsiteY6" fmla="*/ 3606358 h 7141593"/>
              <a:gd name="connsiteX7" fmla="*/ 6440565 w 12696163"/>
              <a:gd name="connsiteY7" fmla="*/ 0 h 7141593"/>
              <a:gd name="connsiteX8" fmla="*/ 8926526 w 12696163"/>
              <a:gd name="connsiteY8" fmla="*/ 0 h 7141593"/>
              <a:gd name="connsiteX9" fmla="*/ 12268374 w 12696163"/>
              <a:gd name="connsiteY9" fmla="*/ 3341848 h 7141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96163" h="7141593">
                <a:moveTo>
                  <a:pt x="0" y="6317049"/>
                </a:moveTo>
                <a:lnTo>
                  <a:pt x="824543" y="7141592"/>
                </a:lnTo>
                <a:lnTo>
                  <a:pt x="0" y="7141593"/>
                </a:lnTo>
                <a:close/>
                <a:moveTo>
                  <a:pt x="12696163" y="2914059"/>
                </a:moveTo>
                <a:lnTo>
                  <a:pt x="12696163" y="7141592"/>
                </a:lnTo>
                <a:lnTo>
                  <a:pt x="6369442" y="7141592"/>
                </a:lnTo>
                <a:lnTo>
                  <a:pt x="2834207" y="3606358"/>
                </a:lnTo>
                <a:lnTo>
                  <a:pt x="6440565" y="0"/>
                </a:lnTo>
                <a:lnTo>
                  <a:pt x="8926526" y="0"/>
                </a:lnTo>
                <a:lnTo>
                  <a:pt x="12268374" y="3341848"/>
                </a:lnTo>
                <a:close/>
              </a:path>
            </a:pathLst>
          </a:custGeom>
        </p:spPr>
      </p:pic>
      <p:sp>
        <p:nvSpPr>
          <p:cNvPr id="6" name="TextBox 5">
            <a:extLst>
              <a:ext uri="{FF2B5EF4-FFF2-40B4-BE49-F238E27FC236}">
                <a16:creationId xmlns:a16="http://schemas.microsoft.com/office/drawing/2014/main" id="{E793F741-F7A7-DB7A-E9EC-F624CBD56600}"/>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sp>
        <p:nvSpPr>
          <p:cNvPr id="7" name="Title 8">
            <a:extLst>
              <a:ext uri="{FF2B5EF4-FFF2-40B4-BE49-F238E27FC236}">
                <a16:creationId xmlns:a16="http://schemas.microsoft.com/office/drawing/2014/main" id="{1FC6A61B-4C90-D34F-79D7-2475220092B5}"/>
              </a:ext>
            </a:extLst>
          </p:cNvPr>
          <p:cNvSpPr>
            <a:spLocks noGrp="1"/>
          </p:cNvSpPr>
          <p:nvPr>
            <p:ph type="title" hasCustomPrompt="1"/>
          </p:nvPr>
        </p:nvSpPr>
        <p:spPr>
          <a:xfrm>
            <a:off x="7657102" y="2766219"/>
            <a:ext cx="4114289" cy="1325563"/>
          </a:xfrm>
          <a:prstGeom prst="rect">
            <a:avLst/>
          </a:prstGeom>
        </p:spPr>
        <p:txBody>
          <a:bodyPr lIns="0" anchor="t"/>
          <a:lstStyle>
            <a:lvl1pPr marL="0" algn="l"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pic>
        <p:nvPicPr>
          <p:cNvPr id="4" name="Graphic 3">
            <a:extLst>
              <a:ext uri="{FF2B5EF4-FFF2-40B4-BE49-F238E27FC236}">
                <a16:creationId xmlns:a16="http://schemas.microsoft.com/office/drawing/2014/main" id="{022155A3-39C7-63BF-7266-2247716621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4033" y="351121"/>
            <a:ext cx="1208787" cy="699460"/>
          </a:xfrm>
          <a:prstGeom prst="rect">
            <a:avLst/>
          </a:prstGeom>
        </p:spPr>
      </p:pic>
    </p:spTree>
    <p:extLst>
      <p:ext uri="{BB962C8B-B14F-4D97-AF65-F5344CB8AC3E}">
        <p14:creationId xmlns:p14="http://schemas.microsoft.com/office/powerpoint/2010/main" val="32399063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Pagebreaker">
    <p:bg>
      <p:bgRef idx="1001">
        <a:schemeClr val="bg1"/>
      </p:bgRef>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E39C260-0510-2521-E08A-5E7523F6588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10304" r="10304"/>
          <a:stretch/>
        </p:blipFill>
        <p:spPr bwMode="auto">
          <a:xfrm flipH="1">
            <a:off x="4025141" y="0"/>
            <a:ext cx="8166066"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3">
            <a:extLst>
              <a:ext uri="{FF2B5EF4-FFF2-40B4-BE49-F238E27FC236}">
                <a16:creationId xmlns:a16="http://schemas.microsoft.com/office/drawing/2014/main" id="{333E7C65-5AC3-5FFC-2AC7-3C93E35D36D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5">
                    <a:lumMod val="50000"/>
                    <a:lumOff val="50000"/>
                  </a:schemeClr>
                </a:solidFill>
                <a:latin typeface="PP Telegraf" pitchFamily="2" charset="77"/>
              </a:rPr>
              <a:pPr/>
              <a:t>‹#›</a:t>
            </a:fld>
            <a:endParaRPr lang="en-US" sz="800" b="0" i="0" dirty="0">
              <a:solidFill>
                <a:schemeClr val="accent5">
                  <a:lumMod val="50000"/>
                  <a:lumOff val="50000"/>
                </a:schemeClr>
              </a:solidFill>
              <a:latin typeface="PP Telegraf" pitchFamily="2" charset="77"/>
            </a:endParaRPr>
          </a:p>
        </p:txBody>
      </p:sp>
      <p:sp>
        <p:nvSpPr>
          <p:cNvPr id="7" name="Title 8">
            <a:extLst>
              <a:ext uri="{FF2B5EF4-FFF2-40B4-BE49-F238E27FC236}">
                <a16:creationId xmlns:a16="http://schemas.microsoft.com/office/drawing/2014/main" id="{A9490132-403D-8617-A319-C68A94E48110}"/>
              </a:ext>
            </a:extLst>
          </p:cNvPr>
          <p:cNvSpPr>
            <a:spLocks noGrp="1"/>
          </p:cNvSpPr>
          <p:nvPr>
            <p:ph type="title" hasCustomPrompt="1"/>
          </p:nvPr>
        </p:nvSpPr>
        <p:spPr>
          <a:xfrm>
            <a:off x="251968" y="360000"/>
            <a:ext cx="5895146" cy="1325563"/>
          </a:xfrm>
          <a:prstGeom prst="rect">
            <a:avLst/>
          </a:prstGeom>
        </p:spPr>
        <p:txBody>
          <a:bodyPr lIns="0" anchor="t"/>
          <a:lstStyle>
            <a:lvl1pPr marL="0" algn="l" defTabSz="457154" rtl="0" eaLnBrk="1" latinLnBrk="0" hangingPunct="1">
              <a:defRPr lang="en-IN" sz="3600" b="0" i="0" kern="1200" dirty="0">
                <a:solidFill>
                  <a:schemeClr val="tx2"/>
                </a:solidFill>
                <a:latin typeface="PP Telegraf" pitchFamily="2" charset="77"/>
                <a:ea typeface="+mn-ea"/>
                <a:cs typeface="+mn-cs"/>
              </a:defRPr>
            </a:lvl1pPr>
          </a:lstStyle>
          <a:p>
            <a:r>
              <a:rPr lang="en-US" dirty="0"/>
              <a:t>CLICK TO EDIT MASTER TITLE STYLE</a:t>
            </a:r>
            <a:endParaRPr lang="en-IN" dirty="0"/>
          </a:p>
        </p:txBody>
      </p:sp>
      <p:sp>
        <p:nvSpPr>
          <p:cNvPr id="3" name="TextBox 2">
            <a:extLst>
              <a:ext uri="{FF2B5EF4-FFF2-40B4-BE49-F238E27FC236}">
                <a16:creationId xmlns:a16="http://schemas.microsoft.com/office/drawing/2014/main" id="{1D4B6360-68EF-04E6-ECD0-7AC0B4FA709E}"/>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accent5">
                    <a:lumMod val="50000"/>
                    <a:lumOff val="50000"/>
                  </a:schemeClr>
                </a:solidFill>
                <a:latin typeface="PP Telegraf" pitchFamily="2" charset="77"/>
              </a:rPr>
              <a:t>Private and Confidential</a:t>
            </a:r>
          </a:p>
        </p:txBody>
      </p:sp>
    </p:spTree>
    <p:extLst>
      <p:ext uri="{BB962C8B-B14F-4D97-AF65-F5344CB8AC3E}">
        <p14:creationId xmlns:p14="http://schemas.microsoft.com/office/powerpoint/2010/main" val="27008156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Pagebreaker">
    <p:bg>
      <p:bgRef idx="1001">
        <a:schemeClr val="bg1"/>
      </p:bgRef>
    </p:bg>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79DBAE1E-CAAE-8A5D-8815-BAE2C473D1C3}"/>
              </a:ext>
            </a:extLst>
          </p:cNvPr>
          <p:cNvSpPr>
            <a:spLocks noGrp="1"/>
          </p:cNvSpPr>
          <p:nvPr>
            <p:ph type="title" hasCustomPrompt="1"/>
          </p:nvPr>
        </p:nvSpPr>
        <p:spPr>
          <a:xfrm>
            <a:off x="7657102" y="2766219"/>
            <a:ext cx="4114289" cy="1325563"/>
          </a:xfrm>
          <a:prstGeom prst="rect">
            <a:avLst/>
          </a:prstGeom>
        </p:spPr>
        <p:txBody>
          <a:bodyPr lIns="0" anchor="t"/>
          <a:lstStyle>
            <a:lvl1pPr marL="0" algn="l" defTabSz="457154" rtl="0" eaLnBrk="1" latinLnBrk="0" hangingPunct="1">
              <a:defRPr lang="en-IN" sz="3600" b="0" i="0" kern="1200" dirty="0">
                <a:solidFill>
                  <a:schemeClr val="tx1"/>
                </a:solidFill>
                <a:latin typeface="PP Telegraf" pitchFamily="2" charset="77"/>
                <a:ea typeface="+mn-ea"/>
                <a:cs typeface="+mn-cs"/>
              </a:defRPr>
            </a:lvl1pPr>
          </a:lstStyle>
          <a:p>
            <a:r>
              <a:rPr lang="en-US" dirty="0"/>
              <a:t>CLICK TO EDIT MASTER TITLE STYLE</a:t>
            </a:r>
            <a:endParaRPr lang="en-IN" dirty="0"/>
          </a:p>
        </p:txBody>
      </p:sp>
      <p:sp>
        <p:nvSpPr>
          <p:cNvPr id="5" name="TextBox 4">
            <a:extLst>
              <a:ext uri="{FF2B5EF4-FFF2-40B4-BE49-F238E27FC236}">
                <a16:creationId xmlns:a16="http://schemas.microsoft.com/office/drawing/2014/main" id="{D55879EF-705A-BE8C-C842-8CB62CD9FA6B}"/>
              </a:ext>
            </a:extLst>
          </p:cNvPr>
          <p:cNvSpPr txBox="1"/>
          <p:nvPr userDrawn="1"/>
        </p:nvSpPr>
        <p:spPr>
          <a:xfrm>
            <a:off x="10412778" y="6506879"/>
            <a:ext cx="1173040" cy="144911"/>
          </a:xfrm>
          <a:prstGeom prst="rect">
            <a:avLst/>
          </a:prstGeom>
          <a:noFill/>
        </p:spPr>
        <p:txBody>
          <a:bodyPr wrap="square" lIns="0" tIns="0" rIns="0" bIns="0" rtlCol="0">
            <a:spAutoFit/>
          </a:bodyPr>
          <a:lstStyle/>
          <a:p>
            <a:pPr algn="r">
              <a:lnSpc>
                <a:spcPct val="150000"/>
              </a:lnSpc>
            </a:pPr>
            <a:r>
              <a:rPr lang="en-US" sz="700" dirty="0">
                <a:solidFill>
                  <a:schemeClr val="tx1"/>
                </a:solidFill>
                <a:latin typeface="PP Telegraf" pitchFamily="2" charset="77"/>
              </a:rPr>
              <a:t>Private and Confidential</a:t>
            </a:r>
          </a:p>
        </p:txBody>
      </p:sp>
    </p:spTree>
    <p:extLst>
      <p:ext uri="{BB962C8B-B14F-4D97-AF65-F5344CB8AC3E}">
        <p14:creationId xmlns:p14="http://schemas.microsoft.com/office/powerpoint/2010/main" val="7267686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Layout_7">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091" y="1382607"/>
            <a:ext cx="10515818" cy="3657599"/>
          </a:xfrm>
          <a:prstGeom prst="rect">
            <a:avLst/>
          </a:prstGeom>
        </p:spPr>
        <p:txBody>
          <a:bodyPr lIns="0" tIns="0" rIns="0" bIns="0"/>
          <a:lstStyle>
            <a:lvl1pPr marL="0" indent="0">
              <a:lnSpc>
                <a:spcPct val="100000"/>
              </a:lnSpc>
              <a:buClr>
                <a:schemeClr val="accent1"/>
              </a:buClr>
              <a:buSzPct val="100000"/>
              <a:buFont typeface="Arial" panose="020B0604020202020204" pitchFamily="34" charset="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8" name="Title 3">
            <a:extLst>
              <a:ext uri="{FF2B5EF4-FFF2-40B4-BE49-F238E27FC236}">
                <a16:creationId xmlns:a16="http://schemas.microsoft.com/office/drawing/2014/main" id="{3AEF94F3-67EE-91C0-1CB3-08E46FAE0772}"/>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311091091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Layout_8">
    <p:bg>
      <p:bgRef idx="1001">
        <a:schemeClr val="bg2"/>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07662EE3-7CB8-BBDC-ECB6-9FE08D21A2D0}"/>
              </a:ext>
            </a:extLst>
          </p:cNvPr>
          <p:cNvSpPr>
            <a:spLocks noGrp="1"/>
          </p:cNvSpPr>
          <p:nvPr>
            <p:ph type="body" sz="quarter" idx="13"/>
          </p:nvPr>
        </p:nvSpPr>
        <p:spPr>
          <a:xfrm>
            <a:off x="838091" y="1382607"/>
            <a:ext cx="1051581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8" name="Title 3">
            <a:extLst>
              <a:ext uri="{FF2B5EF4-FFF2-40B4-BE49-F238E27FC236}">
                <a16:creationId xmlns:a16="http://schemas.microsoft.com/office/drawing/2014/main" id="{6D00042D-8F9E-2958-3C90-BE8FA3149F99}"/>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16279662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Blank Layout">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9933-F453-0C82-C606-09A3114CC72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3" name="Slide Number Placeholder 13">
            <a:extLst>
              <a:ext uri="{FF2B5EF4-FFF2-40B4-BE49-F238E27FC236}">
                <a16:creationId xmlns:a16="http://schemas.microsoft.com/office/drawing/2014/main" id="{3AE1ECED-F9E4-E824-8B72-7BDEF8562183}"/>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sp>
        <p:nvSpPr>
          <p:cNvPr id="9" name="Text Placeholder 6">
            <a:extLst>
              <a:ext uri="{FF2B5EF4-FFF2-40B4-BE49-F238E27FC236}">
                <a16:creationId xmlns:a16="http://schemas.microsoft.com/office/drawing/2014/main" id="{A13AE27B-0E2B-E05F-3090-336E59BFE0B1}"/>
              </a:ext>
            </a:extLst>
          </p:cNvPr>
          <p:cNvSpPr>
            <a:spLocks noGrp="1"/>
          </p:cNvSpPr>
          <p:nvPr>
            <p:ph type="body" sz="quarter" idx="13"/>
          </p:nvPr>
        </p:nvSpPr>
        <p:spPr>
          <a:xfrm>
            <a:off x="838091" y="1382607"/>
            <a:ext cx="10515818" cy="3657599"/>
          </a:xfrm>
          <a:prstGeom prst="rect">
            <a:avLst/>
          </a:prstGeom>
        </p:spPr>
        <p:txBody>
          <a:bodyPr lIns="0" tIns="0" rIns="0" bIns="0"/>
          <a:lstStyle>
            <a:lvl1pPr marL="0" indent="0">
              <a:lnSpc>
                <a:spcPct val="100000"/>
              </a:lnSpc>
              <a:buClr>
                <a:schemeClr val="accent2"/>
              </a:buClr>
              <a:buSzPct val="100000"/>
              <a:buNone/>
              <a:defRPr sz="2400" b="0" i="0">
                <a:solidFill>
                  <a:schemeClr val="tx1"/>
                </a:solidFill>
                <a:latin typeface="PP Telegraf" pitchFamily="2" charset="77"/>
              </a:defRPr>
            </a:lvl1pPr>
            <a:lvl2pPr marL="456985" indent="0">
              <a:lnSpc>
                <a:spcPct val="100000"/>
              </a:lnSpc>
              <a:buClr>
                <a:schemeClr val="accent2"/>
              </a:buClr>
              <a:buSzPct val="100000"/>
              <a:buNone/>
              <a:defRPr sz="2000" b="0" i="0">
                <a:solidFill>
                  <a:schemeClr val="tx1"/>
                </a:solidFill>
                <a:latin typeface="PP Telegraf" pitchFamily="2" charset="77"/>
              </a:defRPr>
            </a:lvl2pPr>
            <a:lvl3pPr marL="913987" indent="0">
              <a:lnSpc>
                <a:spcPct val="100000"/>
              </a:lnSpc>
              <a:buClr>
                <a:schemeClr val="accent2"/>
              </a:buClr>
              <a:buSzPct val="100000"/>
              <a:buNone/>
              <a:defRPr sz="1800" b="0" i="0">
                <a:solidFill>
                  <a:schemeClr val="tx1"/>
                </a:solidFill>
                <a:latin typeface="PP Telegraf" pitchFamily="2" charset="77"/>
              </a:defRPr>
            </a:lvl3pPr>
            <a:lvl4pPr marL="1370986" indent="0">
              <a:lnSpc>
                <a:spcPct val="100000"/>
              </a:lnSpc>
              <a:buClr>
                <a:schemeClr val="accent2"/>
              </a:buClr>
              <a:buSzPct val="100000"/>
              <a:buNone/>
              <a:defRPr sz="1600" b="0" i="0">
                <a:solidFill>
                  <a:schemeClr val="tx1"/>
                </a:solidFill>
                <a:latin typeface="PP Telegraf" pitchFamily="2" charset="77"/>
              </a:defRPr>
            </a:lvl4pPr>
            <a:lvl5pPr marL="1827972" indent="0">
              <a:lnSpc>
                <a:spcPct val="100000"/>
              </a:lnSpc>
              <a:buClr>
                <a:schemeClr val="accent2"/>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3">
            <a:extLst>
              <a:ext uri="{FF2B5EF4-FFF2-40B4-BE49-F238E27FC236}">
                <a16:creationId xmlns:a16="http://schemas.microsoft.com/office/drawing/2014/main" id="{DE8A9899-51B4-C13F-5E79-4BD4BF69F121}"/>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pic>
        <p:nvPicPr>
          <p:cNvPr id="4" name="Graphic 3">
            <a:extLst>
              <a:ext uri="{FF2B5EF4-FFF2-40B4-BE49-F238E27FC236}">
                <a16:creationId xmlns:a16="http://schemas.microsoft.com/office/drawing/2014/main" id="{FF4C54C0-E958-717B-1E99-C3CABDE9D2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33597581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Blank Layout">
    <p:bg>
      <p:bgRef idx="1001">
        <a:schemeClr val="bg2"/>
      </p:bgRef>
    </p:bg>
    <p:spTree>
      <p:nvGrpSpPr>
        <p:cNvPr id="1" name=""/>
        <p:cNvGrpSpPr/>
        <p:nvPr/>
      </p:nvGrpSpPr>
      <p:grpSpPr>
        <a:xfrm>
          <a:off x="0" y="0"/>
          <a:ext cx="0" cy="0"/>
          <a:chOff x="0" y="0"/>
          <a:chExt cx="0" cy="0"/>
        </a:xfrm>
      </p:grpSpPr>
      <p:sp>
        <p:nvSpPr>
          <p:cNvPr id="2" name="Slide Number Placeholder 13">
            <a:extLst>
              <a:ext uri="{FF2B5EF4-FFF2-40B4-BE49-F238E27FC236}">
                <a16:creationId xmlns:a16="http://schemas.microsoft.com/office/drawing/2014/main" id="{5EEDBAF6-7460-8DA3-1B9F-4C1472B31C5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sp>
        <p:nvSpPr>
          <p:cNvPr id="8" name="Text Placeholder 6">
            <a:extLst>
              <a:ext uri="{FF2B5EF4-FFF2-40B4-BE49-F238E27FC236}">
                <a16:creationId xmlns:a16="http://schemas.microsoft.com/office/drawing/2014/main" id="{3E4932BD-A63B-FA8F-753D-E0508670E1A7}"/>
              </a:ext>
            </a:extLst>
          </p:cNvPr>
          <p:cNvSpPr>
            <a:spLocks noGrp="1"/>
          </p:cNvSpPr>
          <p:nvPr>
            <p:ph type="body" sz="quarter" idx="13"/>
          </p:nvPr>
        </p:nvSpPr>
        <p:spPr>
          <a:xfrm>
            <a:off x="838091" y="1382607"/>
            <a:ext cx="10515818" cy="3657599"/>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PP Telegraf" pitchFamily="2" charset="77"/>
              </a:defRPr>
            </a:lvl1pPr>
            <a:lvl2pPr marL="456985" indent="0">
              <a:lnSpc>
                <a:spcPct val="100000"/>
              </a:lnSpc>
              <a:buClr>
                <a:schemeClr val="accent1"/>
              </a:buClr>
              <a:buSzPct val="100000"/>
              <a:buNone/>
              <a:defRPr sz="2000" b="0" i="0">
                <a:solidFill>
                  <a:schemeClr val="tx1"/>
                </a:solidFill>
                <a:latin typeface="PP Telegraf" pitchFamily="2" charset="77"/>
              </a:defRPr>
            </a:lvl2pPr>
            <a:lvl3pPr marL="913987" indent="0">
              <a:lnSpc>
                <a:spcPct val="100000"/>
              </a:lnSpc>
              <a:buClr>
                <a:schemeClr val="accent1"/>
              </a:buClr>
              <a:buSzPct val="100000"/>
              <a:buNone/>
              <a:defRPr sz="1800" b="0" i="0">
                <a:solidFill>
                  <a:schemeClr val="tx1"/>
                </a:solidFill>
                <a:latin typeface="PP Telegraf" pitchFamily="2" charset="77"/>
              </a:defRPr>
            </a:lvl3pPr>
            <a:lvl4pPr marL="1370986" indent="0">
              <a:lnSpc>
                <a:spcPct val="100000"/>
              </a:lnSpc>
              <a:buClr>
                <a:schemeClr val="accent1"/>
              </a:buClr>
              <a:buSzPct val="100000"/>
              <a:buNone/>
              <a:defRPr sz="1600" b="0" i="0">
                <a:solidFill>
                  <a:schemeClr val="tx1"/>
                </a:solidFill>
                <a:latin typeface="PP Telegraf" pitchFamily="2" charset="77"/>
              </a:defRPr>
            </a:lvl4pPr>
            <a:lvl5pPr marL="1827972" indent="0">
              <a:lnSpc>
                <a:spcPct val="100000"/>
              </a:lnSpc>
              <a:buClr>
                <a:schemeClr val="accent1"/>
              </a:buClr>
              <a:buSzPct val="100000"/>
              <a:buNone/>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3">
            <a:extLst>
              <a:ext uri="{FF2B5EF4-FFF2-40B4-BE49-F238E27FC236}">
                <a16:creationId xmlns:a16="http://schemas.microsoft.com/office/drawing/2014/main" id="{AEBF8F58-BCD9-4A93-73F8-B094485F49F8}"/>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pic>
        <p:nvPicPr>
          <p:cNvPr id="5" name="Graphic 4">
            <a:extLst>
              <a:ext uri="{FF2B5EF4-FFF2-40B4-BE49-F238E27FC236}">
                <a16:creationId xmlns:a16="http://schemas.microsoft.com/office/drawing/2014/main" id="{A64CB9DF-1628-1C3A-24F6-7076550EC4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4239417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Layout_2">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2">
            <a:extLst>
              <a:ext uri="{FF2B5EF4-FFF2-40B4-BE49-F238E27FC236}">
                <a16:creationId xmlns:a16="http://schemas.microsoft.com/office/drawing/2014/main" id="{CFB228A3-FA47-210E-8CF4-D8707FB13B4E}"/>
              </a:ext>
            </a:extLst>
          </p:cNvPr>
          <p:cNvSpPr>
            <a:spLocks noGrp="1"/>
          </p:cNvSpPr>
          <p:nvPr>
            <p:ph type="body" sz="quarter" idx="14"/>
          </p:nvPr>
        </p:nvSpPr>
        <p:spPr>
          <a:xfrm>
            <a:off x="5248131" y="351979"/>
            <a:ext cx="6159747" cy="6117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107090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Layout_2">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2049E1-DB35-E074-DC2D-8FE89067D653}"/>
              </a:ext>
            </a:extLst>
          </p:cNvPr>
          <p:cNvSpPr>
            <a:spLocks noGrp="1"/>
          </p:cNvSpPr>
          <p:nvPr>
            <p:ph type="body" sz="quarter" idx="14"/>
          </p:nvPr>
        </p:nvSpPr>
        <p:spPr>
          <a:xfrm>
            <a:off x="5248131" y="351979"/>
            <a:ext cx="6159747" cy="6117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3">
            <a:extLst>
              <a:ext uri="{FF2B5EF4-FFF2-40B4-BE49-F238E27FC236}">
                <a16:creationId xmlns:a16="http://schemas.microsoft.com/office/drawing/2014/main" id="{5F1184A3-A8C8-FEB8-4D16-6241A07172DC}"/>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19530951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Layout_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FAD583-5260-EAE8-CC09-7DAB1395BC12}"/>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4" name="Text Placeholder 2">
            <a:extLst>
              <a:ext uri="{FF2B5EF4-FFF2-40B4-BE49-F238E27FC236}">
                <a16:creationId xmlns:a16="http://schemas.microsoft.com/office/drawing/2014/main" id="{F90AC4B0-BAEF-5B72-F139-9CC9578A0AB3}"/>
              </a:ext>
            </a:extLst>
          </p:cNvPr>
          <p:cNvSpPr>
            <a:spLocks noGrp="1"/>
          </p:cNvSpPr>
          <p:nvPr>
            <p:ph type="body" sz="quarter" idx="14"/>
          </p:nvPr>
        </p:nvSpPr>
        <p:spPr>
          <a:xfrm>
            <a:off x="5248131" y="351979"/>
            <a:ext cx="6159747" cy="611783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13">
            <a:extLst>
              <a:ext uri="{FF2B5EF4-FFF2-40B4-BE49-F238E27FC236}">
                <a16:creationId xmlns:a16="http://schemas.microsoft.com/office/drawing/2014/main" id="{6929EF70-4361-2F69-14C1-FA174DD49345}"/>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3">
            <a:extLst>
              <a:ext uri="{FF2B5EF4-FFF2-40B4-BE49-F238E27FC236}">
                <a16:creationId xmlns:a16="http://schemas.microsoft.com/office/drawing/2014/main" id="{2FB7A7A5-1FFF-25A9-65A7-C7D31DEF62A3}"/>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bg1"/>
                </a:solidFill>
                <a:latin typeface="PP Telegraf" pitchFamily="2" charset="77"/>
              </a:rPr>
              <a:pPr/>
              <a:t>‹#›</a:t>
            </a:fld>
            <a:endParaRPr lang="en-US" sz="800" b="0" i="0" dirty="0">
              <a:solidFill>
                <a:schemeClr val="bg1"/>
              </a:solidFill>
              <a:latin typeface="PP Telegraf" pitchFamily="2" charset="77"/>
            </a:endParaRPr>
          </a:p>
        </p:txBody>
      </p:sp>
      <p:sp>
        <p:nvSpPr>
          <p:cNvPr id="10" name="Title 3">
            <a:extLst>
              <a:ext uri="{FF2B5EF4-FFF2-40B4-BE49-F238E27FC236}">
                <a16:creationId xmlns:a16="http://schemas.microsoft.com/office/drawing/2014/main" id="{1FE75FE2-7397-9A94-F6EB-C779718754A3}"/>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dirty="0"/>
          </a:p>
        </p:txBody>
      </p:sp>
      <p:pic>
        <p:nvPicPr>
          <p:cNvPr id="5" name="Graphic 4">
            <a:extLst>
              <a:ext uri="{FF2B5EF4-FFF2-40B4-BE49-F238E27FC236}">
                <a16:creationId xmlns:a16="http://schemas.microsoft.com/office/drawing/2014/main" id="{B38B5972-8407-EE19-1D66-4716C9F26E5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13" y="6434682"/>
            <a:ext cx="427597" cy="288290"/>
          </a:xfrm>
          <a:prstGeom prst="rect">
            <a:avLst/>
          </a:prstGeom>
        </p:spPr>
      </p:pic>
    </p:spTree>
    <p:extLst>
      <p:ext uri="{BB962C8B-B14F-4D97-AF65-F5344CB8AC3E}">
        <p14:creationId xmlns:p14="http://schemas.microsoft.com/office/powerpoint/2010/main" val="368375732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Layout_4">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3352362" y="3362326"/>
            <a:ext cx="8999954" cy="2600325"/>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14" name="Content Placeholder 13">
            <a:extLst>
              <a:ext uri="{FF2B5EF4-FFF2-40B4-BE49-F238E27FC236}">
                <a16:creationId xmlns:a16="http://schemas.microsoft.com/office/drawing/2014/main" id="{F6F48CFE-65FB-69C4-90AC-B739052A62B0}"/>
              </a:ext>
            </a:extLst>
          </p:cNvPr>
          <p:cNvSpPr>
            <a:spLocks noGrp="1"/>
          </p:cNvSpPr>
          <p:nvPr>
            <p:ph sz="quarter" idx="13"/>
          </p:nvPr>
        </p:nvSpPr>
        <p:spPr>
          <a:xfrm>
            <a:off x="4488336" y="895351"/>
            <a:ext cx="7186088" cy="1150145"/>
          </a:xfrm>
          <a:prstGeom prst="rect">
            <a:avLst/>
          </a:prstGeom>
        </p:spPr>
        <p:txBody>
          <a:bodyPr/>
          <a:lstStyle>
            <a:lvl1pPr>
              <a:lnSpc>
                <a:spcPct val="100000"/>
              </a:lnSpc>
              <a:defRPr sz="1600" b="0" i="0">
                <a:solidFill>
                  <a:schemeClr val="tx1"/>
                </a:solidFill>
                <a:latin typeface="PP Telegraf" pitchFamily="2" charset="77"/>
              </a:defRPr>
            </a:lvl1pPr>
            <a:lvl2pPr>
              <a:lnSpc>
                <a:spcPct val="100000"/>
              </a:lnSpc>
              <a:defRPr sz="1600" b="0" i="0">
                <a:solidFill>
                  <a:schemeClr val="tx1"/>
                </a:solidFill>
                <a:latin typeface="PP Telegraf" pitchFamily="2" charset="77"/>
              </a:defRPr>
            </a:lvl2pPr>
            <a:lvl3pPr>
              <a:lnSpc>
                <a:spcPct val="100000"/>
              </a:lnSpc>
              <a:defRPr sz="1600" b="0" i="0">
                <a:solidFill>
                  <a:schemeClr val="tx1"/>
                </a:solidFill>
                <a:latin typeface="PP Telegraf" pitchFamily="2" charset="77"/>
              </a:defRPr>
            </a:lvl3pPr>
            <a:lvl4pPr>
              <a:lnSpc>
                <a:spcPct val="100000"/>
              </a:lnSpc>
              <a:defRPr sz="1600" b="0" i="0">
                <a:solidFill>
                  <a:schemeClr val="tx1"/>
                </a:solidFill>
                <a:latin typeface="PP Telegraf" pitchFamily="2" charset="77"/>
              </a:defRPr>
            </a:lvl4pPr>
            <a:lvl5pPr>
              <a:lnSpc>
                <a:spcPct val="100000"/>
              </a:lnSpc>
              <a:defRPr sz="16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3">
            <a:extLst>
              <a:ext uri="{FF2B5EF4-FFF2-40B4-BE49-F238E27FC236}">
                <a16:creationId xmlns:a16="http://schemas.microsoft.com/office/drawing/2014/main" id="{18CC1181-F43A-5A97-3BCB-65F4BA66ECB7}"/>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143117259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Layout_6">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1078426" y="1779422"/>
            <a:ext cx="2273937"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4" name="Picture Placeholder 11">
            <a:extLst>
              <a:ext uri="{FF2B5EF4-FFF2-40B4-BE49-F238E27FC236}">
                <a16:creationId xmlns:a16="http://schemas.microsoft.com/office/drawing/2014/main" id="{81293F22-E7A0-D44C-B6E5-3DDBBB3C6C9C}"/>
              </a:ext>
            </a:extLst>
          </p:cNvPr>
          <p:cNvSpPr>
            <a:spLocks noGrp="1"/>
          </p:cNvSpPr>
          <p:nvPr>
            <p:ph type="pic" sz="quarter" idx="14"/>
          </p:nvPr>
        </p:nvSpPr>
        <p:spPr>
          <a:xfrm>
            <a:off x="3644986" y="1779422"/>
            <a:ext cx="2273937"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5" name="Picture Placeholder 11">
            <a:extLst>
              <a:ext uri="{FF2B5EF4-FFF2-40B4-BE49-F238E27FC236}">
                <a16:creationId xmlns:a16="http://schemas.microsoft.com/office/drawing/2014/main" id="{97C33B61-D963-3138-3B5A-395AC441BEFB}"/>
              </a:ext>
            </a:extLst>
          </p:cNvPr>
          <p:cNvSpPr>
            <a:spLocks noGrp="1"/>
          </p:cNvSpPr>
          <p:nvPr>
            <p:ph type="pic" sz="quarter" idx="15"/>
          </p:nvPr>
        </p:nvSpPr>
        <p:spPr>
          <a:xfrm>
            <a:off x="6211545" y="1779422"/>
            <a:ext cx="2273937"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6" name="Picture Placeholder 11">
            <a:extLst>
              <a:ext uri="{FF2B5EF4-FFF2-40B4-BE49-F238E27FC236}">
                <a16:creationId xmlns:a16="http://schemas.microsoft.com/office/drawing/2014/main" id="{2CC3BD00-E21D-0356-43EE-B41968FDBEFB}"/>
              </a:ext>
            </a:extLst>
          </p:cNvPr>
          <p:cNvSpPr>
            <a:spLocks noGrp="1"/>
          </p:cNvSpPr>
          <p:nvPr>
            <p:ph type="pic" sz="quarter" idx="16"/>
          </p:nvPr>
        </p:nvSpPr>
        <p:spPr>
          <a:xfrm>
            <a:off x="8778106" y="1779422"/>
            <a:ext cx="2273937" cy="2227803"/>
          </a:xfrm>
          <a:prstGeom prst="roundRect">
            <a:avLst>
              <a:gd name="adj" fmla="val 3974"/>
            </a:avLst>
          </a:prstGeom>
        </p:spPr>
        <p:txBody>
          <a:bodyPr/>
          <a:lstStyle>
            <a:lvl1pPr>
              <a:defRPr b="0" i="0">
                <a:solidFill>
                  <a:schemeClr val="tx1"/>
                </a:solidFill>
                <a:latin typeface="PP Telegraf" pitchFamily="2" charset="77"/>
              </a:defRPr>
            </a:lvl1pPr>
          </a:lstStyle>
          <a:p>
            <a:r>
              <a:rPr lang="en-US"/>
              <a:t>Click icon to add picture</a:t>
            </a:r>
          </a:p>
        </p:txBody>
      </p:sp>
      <p:sp>
        <p:nvSpPr>
          <p:cNvPr id="2" name="Content Placeholder 13">
            <a:extLst>
              <a:ext uri="{FF2B5EF4-FFF2-40B4-BE49-F238E27FC236}">
                <a16:creationId xmlns:a16="http://schemas.microsoft.com/office/drawing/2014/main" id="{9C67FCF5-4103-5693-463C-09166782630B}"/>
              </a:ext>
            </a:extLst>
          </p:cNvPr>
          <p:cNvSpPr>
            <a:spLocks noGrp="1"/>
          </p:cNvSpPr>
          <p:nvPr>
            <p:ph sz="quarter" idx="20"/>
          </p:nvPr>
        </p:nvSpPr>
        <p:spPr>
          <a:xfrm>
            <a:off x="1078426" y="4636501"/>
            <a:ext cx="2273937"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3" name="Content Placeholder 13">
            <a:extLst>
              <a:ext uri="{FF2B5EF4-FFF2-40B4-BE49-F238E27FC236}">
                <a16:creationId xmlns:a16="http://schemas.microsoft.com/office/drawing/2014/main" id="{364829E0-6856-6C1F-AFD0-F085A5C6268C}"/>
              </a:ext>
            </a:extLst>
          </p:cNvPr>
          <p:cNvSpPr>
            <a:spLocks noGrp="1"/>
          </p:cNvSpPr>
          <p:nvPr>
            <p:ph sz="quarter" idx="21"/>
          </p:nvPr>
        </p:nvSpPr>
        <p:spPr>
          <a:xfrm>
            <a:off x="3644985" y="4636501"/>
            <a:ext cx="2273937"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3" name="Content Placeholder 13">
            <a:extLst>
              <a:ext uri="{FF2B5EF4-FFF2-40B4-BE49-F238E27FC236}">
                <a16:creationId xmlns:a16="http://schemas.microsoft.com/office/drawing/2014/main" id="{F571D124-816C-CB5E-88E4-D656C77ED0F2}"/>
              </a:ext>
            </a:extLst>
          </p:cNvPr>
          <p:cNvSpPr>
            <a:spLocks noGrp="1"/>
          </p:cNvSpPr>
          <p:nvPr>
            <p:ph sz="quarter" idx="22"/>
          </p:nvPr>
        </p:nvSpPr>
        <p:spPr>
          <a:xfrm>
            <a:off x="6211543" y="4636501"/>
            <a:ext cx="2273937"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5" name="Content Placeholder 13">
            <a:extLst>
              <a:ext uri="{FF2B5EF4-FFF2-40B4-BE49-F238E27FC236}">
                <a16:creationId xmlns:a16="http://schemas.microsoft.com/office/drawing/2014/main" id="{CCA51DB4-3037-8EC6-28BF-2BA2DD297951}"/>
              </a:ext>
            </a:extLst>
          </p:cNvPr>
          <p:cNvSpPr>
            <a:spLocks noGrp="1"/>
          </p:cNvSpPr>
          <p:nvPr>
            <p:ph sz="quarter" idx="23"/>
          </p:nvPr>
        </p:nvSpPr>
        <p:spPr>
          <a:xfrm>
            <a:off x="8778102" y="4636501"/>
            <a:ext cx="2273937" cy="115014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latin typeface="PP Telegraf" pitchFamily="2" charset="77"/>
              </a:defRPr>
            </a:lvl4pPr>
            <a:lvl5pPr>
              <a:lnSpc>
                <a:spcPct val="100000"/>
              </a:lnSpc>
              <a:defRPr sz="1200" b="0" i="0">
                <a:latin typeface="PP Telegraf" pitchFamily="2" charset="77"/>
              </a:defRPr>
            </a:lvl5pPr>
          </a:lstStyle>
          <a:p>
            <a:pPr lvl="0"/>
            <a:r>
              <a:rPr lang="en-US"/>
              <a:t>Click to edit Master text styles</a:t>
            </a:r>
          </a:p>
          <a:p>
            <a:pPr lvl="1"/>
            <a:r>
              <a:rPr lang="en-US"/>
              <a:t>Second level</a:t>
            </a:r>
          </a:p>
          <a:p>
            <a:pPr lvl="2"/>
            <a:r>
              <a:rPr lang="en-US"/>
              <a:t>Third level</a:t>
            </a:r>
          </a:p>
        </p:txBody>
      </p:sp>
      <p:sp>
        <p:nvSpPr>
          <p:cNvPr id="14" name="Title 3">
            <a:extLst>
              <a:ext uri="{FF2B5EF4-FFF2-40B4-BE49-F238E27FC236}">
                <a16:creationId xmlns:a16="http://schemas.microsoft.com/office/drawing/2014/main" id="{DBFBED04-64AB-6659-AEA9-9D1FE67BAC0D}"/>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41690787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Layout_9">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9C86C94-17F9-3BDD-A00C-4082451C9056}"/>
              </a:ext>
            </a:extLst>
          </p:cNvPr>
          <p:cNvSpPr>
            <a:spLocks noGrp="1"/>
          </p:cNvSpPr>
          <p:nvPr>
            <p:ph type="pic" sz="quarter" idx="12"/>
          </p:nvPr>
        </p:nvSpPr>
        <p:spPr>
          <a:xfrm>
            <a:off x="5248130" y="200025"/>
            <a:ext cx="6122119" cy="6457951"/>
          </a:xfrm>
          <a:prstGeom prst="roundRect">
            <a:avLst>
              <a:gd name="adj" fmla="val 1796"/>
            </a:avLst>
          </a:prstGeom>
        </p:spPr>
        <p:txBody>
          <a:bodyPr/>
          <a:lstStyle>
            <a:lvl1pPr>
              <a:defRPr b="0" i="0">
                <a:solidFill>
                  <a:schemeClr val="tx1"/>
                </a:solidFill>
                <a:latin typeface="PP Telegraf" pitchFamily="2" charset="77"/>
              </a:defRPr>
            </a:lvl1pPr>
          </a:lstStyle>
          <a:p>
            <a:r>
              <a:rPr lang="en-US"/>
              <a:t>Click icon to add picture</a:t>
            </a:r>
          </a:p>
        </p:txBody>
      </p:sp>
      <p:sp>
        <p:nvSpPr>
          <p:cNvPr id="4" name="Content Placeholder 13">
            <a:extLst>
              <a:ext uri="{FF2B5EF4-FFF2-40B4-BE49-F238E27FC236}">
                <a16:creationId xmlns:a16="http://schemas.microsoft.com/office/drawing/2014/main" id="{939F6240-FF2D-96D0-CB38-6F2B0D31E188}"/>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3">
            <a:extLst>
              <a:ext uri="{FF2B5EF4-FFF2-40B4-BE49-F238E27FC236}">
                <a16:creationId xmlns:a16="http://schemas.microsoft.com/office/drawing/2014/main" id="{9BC6EA3C-407C-349B-FEE8-F8CF94FE4228}"/>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133216197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ayout_10">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tx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7374" y="947738"/>
            <a:ext cx="5036481"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C9547E7-B2BC-0451-1377-D8E099707DC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6313" y="6434682"/>
            <a:ext cx="427597" cy="288290"/>
          </a:xfrm>
          <a:prstGeom prst="rect">
            <a:avLst/>
          </a:prstGeom>
        </p:spPr>
      </p:pic>
      <p:sp>
        <p:nvSpPr>
          <p:cNvPr id="7" name="Content Placeholder 13">
            <a:extLst>
              <a:ext uri="{FF2B5EF4-FFF2-40B4-BE49-F238E27FC236}">
                <a16:creationId xmlns:a16="http://schemas.microsoft.com/office/drawing/2014/main" id="{B6F53A60-A5D5-9E22-C3AE-8F81EEA84620}"/>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3">
            <a:extLst>
              <a:ext uri="{FF2B5EF4-FFF2-40B4-BE49-F238E27FC236}">
                <a16:creationId xmlns:a16="http://schemas.microsoft.com/office/drawing/2014/main" id="{A0F61612-5A33-DF3F-6FC6-E7A5945154F9}"/>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203805291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Layout_11">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flipH="1">
            <a:off x="5901267" y="0"/>
            <a:ext cx="629073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tx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7374" y="947738"/>
            <a:ext cx="5036481"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3">
            <a:extLst>
              <a:ext uri="{FF2B5EF4-FFF2-40B4-BE49-F238E27FC236}">
                <a16:creationId xmlns:a16="http://schemas.microsoft.com/office/drawing/2014/main" id="{7081F5E3-1F58-446B-8862-B4DF8469DA56}"/>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sp>
        <p:nvSpPr>
          <p:cNvPr id="7" name="Content Placeholder 13">
            <a:extLst>
              <a:ext uri="{FF2B5EF4-FFF2-40B4-BE49-F238E27FC236}">
                <a16:creationId xmlns:a16="http://schemas.microsoft.com/office/drawing/2014/main" id="{9BFBEC65-9028-5D70-3BB3-4B39562B3B25}"/>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tx1"/>
                </a:solidFill>
                <a:latin typeface="PP Telegraf" pitchFamily="2" charset="77"/>
              </a:defRPr>
            </a:lvl1pPr>
            <a:lvl2pPr>
              <a:lnSpc>
                <a:spcPct val="100000"/>
              </a:lnSpc>
              <a:defRPr sz="1200" b="0" i="0">
                <a:solidFill>
                  <a:schemeClr val="tx1"/>
                </a:solidFill>
                <a:latin typeface="PP Telegraf" pitchFamily="2" charset="77"/>
              </a:defRPr>
            </a:lvl2pPr>
            <a:lvl3pPr>
              <a:lnSpc>
                <a:spcPct val="100000"/>
              </a:lnSpc>
              <a:defRPr sz="1200" b="0" i="0">
                <a:solidFill>
                  <a:schemeClr val="tx1"/>
                </a:solidFill>
                <a:latin typeface="PP Telegraf" pitchFamily="2" charset="77"/>
              </a:defRPr>
            </a:lvl3pPr>
            <a:lvl4pPr>
              <a:lnSpc>
                <a:spcPct val="100000"/>
              </a:lnSpc>
              <a:defRPr sz="1200" b="0" i="0">
                <a:solidFill>
                  <a:schemeClr val="tx1"/>
                </a:solidFill>
                <a:latin typeface="PP Telegraf" pitchFamily="2" charset="77"/>
              </a:defRPr>
            </a:lvl4pPr>
            <a:lvl5pPr>
              <a:lnSpc>
                <a:spcPct val="100000"/>
              </a:lnSpc>
              <a:defRPr sz="1200"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3">
            <a:extLst>
              <a:ext uri="{FF2B5EF4-FFF2-40B4-BE49-F238E27FC236}">
                <a16:creationId xmlns:a16="http://schemas.microsoft.com/office/drawing/2014/main" id="{E3EA9485-7A32-68D6-15FA-BF285EBCBDF9}"/>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41357875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Layout_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B7B20A-1A53-3DE8-8760-E757AA9FB13C}"/>
              </a:ext>
            </a:extLst>
          </p:cNvPr>
          <p:cNvSpPr/>
          <p:nvPr userDrawn="1"/>
        </p:nvSpPr>
        <p:spPr>
          <a:xfrm>
            <a:off x="0" y="2464232"/>
            <a:ext cx="12192000" cy="43937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endParaRPr>
          </a:p>
        </p:txBody>
      </p:sp>
      <p:sp>
        <p:nvSpPr>
          <p:cNvPr id="7" name="Text Placeholder 6">
            <a:extLst>
              <a:ext uri="{FF2B5EF4-FFF2-40B4-BE49-F238E27FC236}">
                <a16:creationId xmlns:a16="http://schemas.microsoft.com/office/drawing/2014/main" id="{E1C43987-D02B-79B0-F096-FAE282FD2662}"/>
              </a:ext>
            </a:extLst>
          </p:cNvPr>
          <p:cNvSpPr>
            <a:spLocks noGrp="1"/>
          </p:cNvSpPr>
          <p:nvPr>
            <p:ph type="body" sz="quarter" idx="10"/>
          </p:nvPr>
        </p:nvSpPr>
        <p:spPr>
          <a:xfrm>
            <a:off x="838091" y="2931460"/>
            <a:ext cx="10515818" cy="2505561"/>
          </a:xfrm>
          <a:prstGeom prst="rect">
            <a:avLst/>
          </a:prstGeom>
        </p:spPr>
        <p:txBody>
          <a:bodyPr lIns="0" tIns="0" rIns="0" bIns="0"/>
          <a:lstStyle>
            <a:lvl1pPr>
              <a:lnSpc>
                <a:spcPct val="100000"/>
              </a:lnSpc>
              <a:buClr>
                <a:schemeClr val="accent1"/>
              </a:buClr>
              <a:buSzPct val="100000"/>
              <a:defRPr sz="2400" b="0" i="0">
                <a:solidFill>
                  <a:schemeClr val="bg1"/>
                </a:solidFill>
                <a:latin typeface="PP Telegraf" pitchFamily="2" charset="77"/>
              </a:defRPr>
            </a:lvl1pPr>
            <a:lvl2pPr>
              <a:lnSpc>
                <a:spcPct val="100000"/>
              </a:lnSpc>
              <a:buClr>
                <a:schemeClr val="accent1"/>
              </a:buClr>
              <a:buSzPct val="100000"/>
              <a:defRPr sz="2000" b="0" i="0">
                <a:solidFill>
                  <a:schemeClr val="bg1"/>
                </a:solidFill>
                <a:latin typeface="PP Telegraf" pitchFamily="2" charset="77"/>
              </a:defRPr>
            </a:lvl2pPr>
            <a:lvl3pPr>
              <a:lnSpc>
                <a:spcPct val="100000"/>
              </a:lnSpc>
              <a:buClr>
                <a:schemeClr val="accent1"/>
              </a:buClr>
              <a:buSzPct val="100000"/>
              <a:defRPr sz="1800" b="0" i="0">
                <a:solidFill>
                  <a:schemeClr val="bg1"/>
                </a:solidFill>
                <a:latin typeface="PP Telegraf" pitchFamily="2" charset="77"/>
              </a:defRPr>
            </a:lvl3pPr>
            <a:lvl4pPr>
              <a:lnSpc>
                <a:spcPct val="100000"/>
              </a:lnSpc>
              <a:buClr>
                <a:schemeClr val="accent1"/>
              </a:buClr>
              <a:buSzPct val="100000"/>
              <a:defRPr sz="1600" b="0" i="0">
                <a:solidFill>
                  <a:schemeClr val="bg1"/>
                </a:solidFill>
                <a:latin typeface="PP Telegraf" pitchFamily="2" charset="77"/>
              </a:defRPr>
            </a:lvl4pPr>
            <a:lvl5pPr>
              <a:lnSpc>
                <a:spcPct val="100000"/>
              </a:lnSpc>
              <a:buClr>
                <a:schemeClr val="accent1"/>
              </a:buClr>
              <a:buSzPct val="100000"/>
              <a:defRPr sz="16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 name="Slide Number Placeholder 13">
            <a:extLst>
              <a:ext uri="{FF2B5EF4-FFF2-40B4-BE49-F238E27FC236}">
                <a16:creationId xmlns:a16="http://schemas.microsoft.com/office/drawing/2014/main" id="{A6C91B81-B013-DB09-7CD7-E329AB6F9A04}"/>
              </a:ext>
            </a:extLst>
          </p:cNvPr>
          <p:cNvSpPr txBox="1">
            <a:spLocks/>
          </p:cNvSpPr>
          <p:nvPr userDrawn="1"/>
        </p:nvSpPr>
        <p:spPr>
          <a:xfrm>
            <a:off x="11428466" y="6411767"/>
            <a:ext cx="342926" cy="365125"/>
          </a:xfrm>
          <a:prstGeom prst="rect">
            <a:avLst/>
          </a:prstGeom>
          <a:noFill/>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bg2"/>
                </a:solidFill>
                <a:latin typeface="PP Telegraf" pitchFamily="2" charset="77"/>
              </a:rPr>
              <a:pPr/>
              <a:t>‹#›</a:t>
            </a:fld>
            <a:endParaRPr lang="en-US" sz="800" b="0" i="0" dirty="0">
              <a:solidFill>
                <a:schemeClr val="bg2"/>
              </a:solidFill>
              <a:latin typeface="PP Telegraf" pitchFamily="2" charset="77"/>
            </a:endParaRPr>
          </a:p>
        </p:txBody>
      </p:sp>
      <p:sp>
        <p:nvSpPr>
          <p:cNvPr id="11" name="Title 3">
            <a:extLst>
              <a:ext uri="{FF2B5EF4-FFF2-40B4-BE49-F238E27FC236}">
                <a16:creationId xmlns:a16="http://schemas.microsoft.com/office/drawing/2014/main" id="{1AEA6E03-5B00-C52D-9BDA-443742FA3F5A}"/>
              </a:ext>
            </a:extLst>
          </p:cNvPr>
          <p:cNvSpPr>
            <a:spLocks noGrp="1"/>
          </p:cNvSpPr>
          <p:nvPr>
            <p:ph type="title"/>
          </p:nvPr>
        </p:nvSpPr>
        <p:spPr>
          <a:xfrm>
            <a:off x="251967" y="351979"/>
            <a:ext cx="9612854" cy="553998"/>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pic>
        <p:nvPicPr>
          <p:cNvPr id="4" name="Graphic 3">
            <a:extLst>
              <a:ext uri="{FF2B5EF4-FFF2-40B4-BE49-F238E27FC236}">
                <a16:creationId xmlns:a16="http://schemas.microsoft.com/office/drawing/2014/main" id="{F2CF1A30-0D0A-D3B6-B1ED-13A5522722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246642347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Blank Layout">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7374" y="947738"/>
            <a:ext cx="5036481" cy="5029200"/>
          </a:xfrm>
          <a:prstGeom prst="rect">
            <a:avLst/>
          </a:prstGeom>
        </p:spPr>
        <p:txBody>
          <a:bodyPr lIns="0" tIns="0" rIns="0" bIns="0"/>
          <a:lstStyle>
            <a:lvl1pPr>
              <a:lnSpc>
                <a:spcPct val="100000"/>
              </a:lnSpc>
              <a:buClr>
                <a:schemeClr val="accent1"/>
              </a:buClr>
              <a:defRPr b="0" i="0">
                <a:solidFill>
                  <a:schemeClr val="accent4"/>
                </a:solidFill>
                <a:latin typeface="PP Telegraf" pitchFamily="2" charset="77"/>
              </a:defRPr>
            </a:lvl1pPr>
            <a:lvl2pPr>
              <a:lnSpc>
                <a:spcPct val="100000"/>
              </a:lnSpc>
              <a:buClr>
                <a:schemeClr val="accent1"/>
              </a:buClr>
              <a:defRPr b="0" i="0">
                <a:solidFill>
                  <a:schemeClr val="accent4"/>
                </a:solidFill>
                <a:latin typeface="PP Telegraf" pitchFamily="2" charset="77"/>
              </a:defRPr>
            </a:lvl2pPr>
            <a:lvl3pPr>
              <a:lnSpc>
                <a:spcPct val="100000"/>
              </a:lnSpc>
              <a:buClr>
                <a:schemeClr val="accent1"/>
              </a:buClr>
              <a:defRPr b="0" i="0">
                <a:solidFill>
                  <a:schemeClr val="accent4"/>
                </a:solidFill>
                <a:latin typeface="PP Telegraf" pitchFamily="2" charset="77"/>
              </a:defRPr>
            </a:lvl3pPr>
            <a:lvl4pPr>
              <a:lnSpc>
                <a:spcPct val="100000"/>
              </a:lnSpc>
              <a:buClr>
                <a:schemeClr val="accent1"/>
              </a:buClr>
              <a:defRPr b="0" i="0">
                <a:solidFill>
                  <a:schemeClr val="accent4"/>
                </a:solidFill>
                <a:latin typeface="PP Telegraf" pitchFamily="2" charset="77"/>
              </a:defRPr>
            </a:lvl4pPr>
            <a:lvl5pPr>
              <a:lnSpc>
                <a:spcPct val="100000"/>
              </a:lnSpc>
              <a:buClr>
                <a:schemeClr val="accent1"/>
              </a:buClr>
              <a:defRPr b="0" i="0">
                <a:solidFill>
                  <a:schemeClr val="accent4"/>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3">
            <a:extLst>
              <a:ext uri="{FF2B5EF4-FFF2-40B4-BE49-F238E27FC236}">
                <a16:creationId xmlns:a16="http://schemas.microsoft.com/office/drawing/2014/main" id="{A2F57524-CAFC-6BA1-EC47-C02B61F012E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2"/>
                </a:solidFill>
                <a:latin typeface="PP Telegraf" pitchFamily="2" charset="77"/>
              </a:rPr>
              <a:pPr/>
              <a:t>‹#›</a:t>
            </a:fld>
            <a:endParaRPr lang="en-US" sz="800" b="0" i="0" dirty="0">
              <a:solidFill>
                <a:schemeClr val="tx2"/>
              </a:solidFill>
              <a:latin typeface="PP Telegraf" pitchFamily="2" charset="77"/>
            </a:endParaRPr>
          </a:p>
        </p:txBody>
      </p:sp>
      <p:sp>
        <p:nvSpPr>
          <p:cNvPr id="8" name="Content Placeholder 13">
            <a:extLst>
              <a:ext uri="{FF2B5EF4-FFF2-40B4-BE49-F238E27FC236}">
                <a16:creationId xmlns:a16="http://schemas.microsoft.com/office/drawing/2014/main" id="{776DA249-FD85-ADE5-9AD0-E4969171AA35}"/>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3">
            <a:extLst>
              <a:ext uri="{FF2B5EF4-FFF2-40B4-BE49-F238E27FC236}">
                <a16:creationId xmlns:a16="http://schemas.microsoft.com/office/drawing/2014/main" id="{71A14E8C-14AA-F5CF-B152-49E89A75D6F4}"/>
              </a:ext>
            </a:extLst>
          </p:cNvPr>
          <p:cNvSpPr>
            <a:spLocks noGrp="1"/>
          </p:cNvSpPr>
          <p:nvPr>
            <p:ph type="title"/>
          </p:nvPr>
        </p:nvSpPr>
        <p:spPr>
          <a:xfrm>
            <a:off x="251967" y="351980"/>
            <a:ext cx="3951184"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dirty="0"/>
          </a:p>
        </p:txBody>
      </p:sp>
      <p:pic>
        <p:nvPicPr>
          <p:cNvPr id="3" name="Graphic 2">
            <a:extLst>
              <a:ext uri="{FF2B5EF4-FFF2-40B4-BE49-F238E27FC236}">
                <a16:creationId xmlns:a16="http://schemas.microsoft.com/office/drawing/2014/main" id="{927675DC-EC22-246D-D00B-C20970CA8A3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2108122414"/>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Layout_1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45" name="Content Placeholder 13">
            <a:extLst>
              <a:ext uri="{FF2B5EF4-FFF2-40B4-BE49-F238E27FC236}">
                <a16:creationId xmlns:a16="http://schemas.microsoft.com/office/drawing/2014/main" id="{B9E83777-B2ED-37F9-09B7-9500F5DE4472}"/>
              </a:ext>
            </a:extLst>
          </p:cNvPr>
          <p:cNvSpPr>
            <a:spLocks noGrp="1"/>
          </p:cNvSpPr>
          <p:nvPr>
            <p:ph sz="quarter" idx="15"/>
          </p:nvPr>
        </p:nvSpPr>
        <p:spPr>
          <a:xfrm>
            <a:off x="6497374" y="947738"/>
            <a:ext cx="5036481" cy="5029200"/>
          </a:xfrm>
          <a:prstGeom prst="rect">
            <a:avLst/>
          </a:prstGeom>
        </p:spPr>
        <p:txBody>
          <a:bodyPr lIns="0" tIns="0" rIns="0" bIns="0"/>
          <a:lstStyle>
            <a:lvl1pPr>
              <a:lnSpc>
                <a:spcPct val="100000"/>
              </a:lnSpc>
              <a:buClr>
                <a:schemeClr val="accent1"/>
              </a:buClr>
              <a:defRPr b="0" i="0">
                <a:solidFill>
                  <a:schemeClr val="tx1"/>
                </a:solidFill>
                <a:latin typeface="PP Telegraf" pitchFamily="2" charset="77"/>
              </a:defRPr>
            </a:lvl1pPr>
            <a:lvl2pPr>
              <a:lnSpc>
                <a:spcPct val="100000"/>
              </a:lnSpc>
              <a:buClr>
                <a:schemeClr val="accent1"/>
              </a:buClr>
              <a:defRPr b="0" i="0">
                <a:solidFill>
                  <a:schemeClr val="tx1"/>
                </a:solidFill>
                <a:latin typeface="PP Telegraf" pitchFamily="2" charset="77"/>
              </a:defRPr>
            </a:lvl2pPr>
            <a:lvl3pPr>
              <a:lnSpc>
                <a:spcPct val="100000"/>
              </a:lnSpc>
              <a:buClr>
                <a:schemeClr val="accent1"/>
              </a:buClr>
              <a:defRPr b="0" i="0">
                <a:solidFill>
                  <a:schemeClr val="tx1"/>
                </a:solidFill>
                <a:latin typeface="PP Telegraf" pitchFamily="2" charset="77"/>
              </a:defRPr>
            </a:lvl3pPr>
            <a:lvl4pPr>
              <a:lnSpc>
                <a:spcPct val="100000"/>
              </a:lnSpc>
              <a:buClr>
                <a:schemeClr val="accent1"/>
              </a:buClr>
              <a:defRPr b="0" i="0">
                <a:solidFill>
                  <a:schemeClr val="tx1"/>
                </a:solidFill>
                <a:latin typeface="PP Telegraf" pitchFamily="2" charset="77"/>
              </a:defRPr>
            </a:lvl4pPr>
            <a:lvl5pPr>
              <a:lnSpc>
                <a:spcPct val="100000"/>
              </a:lnSpc>
              <a:buClr>
                <a:schemeClr val="accent1"/>
              </a:buClr>
              <a:defRPr b="0" i="0">
                <a:solidFill>
                  <a:schemeClr val="tx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3">
            <a:extLst>
              <a:ext uri="{FF2B5EF4-FFF2-40B4-BE49-F238E27FC236}">
                <a16:creationId xmlns:a16="http://schemas.microsoft.com/office/drawing/2014/main" id="{198C89F0-72DF-C406-7744-7EB4B24464C1}"/>
              </a:ext>
            </a:extLst>
          </p:cNvPr>
          <p:cNvSpPr>
            <a:spLocks noGrp="1"/>
          </p:cNvSpPr>
          <p:nvPr>
            <p:ph sz="quarter" idx="13"/>
          </p:nvPr>
        </p:nvSpPr>
        <p:spPr>
          <a:xfrm>
            <a:off x="251968" y="3419476"/>
            <a:ext cx="3951184" cy="2253095"/>
          </a:xfrm>
          <a:prstGeom prst="rect">
            <a:avLst/>
          </a:prstGeom>
        </p:spPr>
        <p:txBody>
          <a:bodyPr/>
          <a:lstStyle>
            <a:lvl1pPr>
              <a:lnSpc>
                <a:spcPct val="100000"/>
              </a:lnSpc>
              <a:defRPr sz="1200" b="0" i="0">
                <a:solidFill>
                  <a:schemeClr val="bg1"/>
                </a:solidFill>
                <a:latin typeface="PP Telegraf" pitchFamily="2" charset="77"/>
              </a:defRPr>
            </a:lvl1pPr>
            <a:lvl2pPr>
              <a:lnSpc>
                <a:spcPct val="100000"/>
              </a:lnSpc>
              <a:defRPr sz="1200" b="0" i="0">
                <a:solidFill>
                  <a:schemeClr val="bg1"/>
                </a:solidFill>
                <a:latin typeface="PP Telegraf" pitchFamily="2" charset="77"/>
              </a:defRPr>
            </a:lvl2pPr>
            <a:lvl3pPr>
              <a:lnSpc>
                <a:spcPct val="100000"/>
              </a:lnSpc>
              <a:defRPr sz="1200" b="0" i="0">
                <a:solidFill>
                  <a:schemeClr val="bg1"/>
                </a:solidFill>
                <a:latin typeface="PP Telegraf" pitchFamily="2" charset="77"/>
              </a:defRPr>
            </a:lvl3pPr>
            <a:lvl4pPr>
              <a:lnSpc>
                <a:spcPct val="100000"/>
              </a:lnSpc>
              <a:defRPr sz="1200" b="0" i="0">
                <a:solidFill>
                  <a:schemeClr val="bg1"/>
                </a:solidFill>
                <a:latin typeface="PP Telegraf" pitchFamily="2" charset="77"/>
              </a:defRPr>
            </a:lvl4pPr>
            <a:lvl5pPr>
              <a:lnSpc>
                <a:spcPct val="100000"/>
              </a:lnSpc>
              <a:defRPr sz="1200" b="0" i="0">
                <a:solidFill>
                  <a:schemeClr val="bg1"/>
                </a:solidFill>
                <a:latin typeface="PP Telegraf"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3">
            <a:extLst>
              <a:ext uri="{FF2B5EF4-FFF2-40B4-BE49-F238E27FC236}">
                <a16:creationId xmlns:a16="http://schemas.microsoft.com/office/drawing/2014/main" id="{198DAA62-DFE5-7CF3-8532-31B2D5F3FB97}"/>
              </a:ext>
            </a:extLst>
          </p:cNvPr>
          <p:cNvSpPr>
            <a:spLocks noGrp="1"/>
          </p:cNvSpPr>
          <p:nvPr>
            <p:ph type="title"/>
          </p:nvPr>
        </p:nvSpPr>
        <p:spPr>
          <a:xfrm>
            <a:off x="251967" y="351980"/>
            <a:ext cx="3951185" cy="1107996"/>
          </a:xfrm>
          <a:prstGeom prst="rect">
            <a:avLst/>
          </a:prstGeom>
        </p:spPr>
        <p:txBody>
          <a:bodyPr wrap="square" lIns="0" tIns="0" rIns="0" bIns="0" anchor="t">
            <a:spAutoFit/>
          </a:bodyPr>
          <a:lstStyle>
            <a:lvl1pPr marL="0" algn="l" defTabSz="913974" rtl="0" eaLnBrk="1" latinLnBrk="0" hangingPunct="1">
              <a:lnSpc>
                <a:spcPct val="90000"/>
              </a:lnSpc>
              <a:spcBef>
                <a:spcPct val="0"/>
              </a:spcBef>
              <a:buNone/>
              <a:defRPr lang="en-IN" sz="4000" b="0" i="0" kern="1200" dirty="0">
                <a:solidFill>
                  <a:schemeClr val="bg1"/>
                </a:solidFill>
                <a:latin typeface="PP Telegraf" pitchFamily="2" charset="77"/>
                <a:ea typeface="+mj-ea"/>
                <a:cs typeface="+mj-cs"/>
              </a:defRPr>
            </a:lvl1pPr>
          </a:lstStyle>
          <a:p>
            <a:r>
              <a:rPr lang="en-US"/>
              <a:t>Click to edit Master title style</a:t>
            </a:r>
            <a:endParaRPr lang="en-IN" dirty="0"/>
          </a:p>
        </p:txBody>
      </p:sp>
      <p:pic>
        <p:nvPicPr>
          <p:cNvPr id="3" name="Graphic 2">
            <a:extLst>
              <a:ext uri="{FF2B5EF4-FFF2-40B4-BE49-F238E27FC236}">
                <a16:creationId xmlns:a16="http://schemas.microsoft.com/office/drawing/2014/main" id="{88913D41-A298-386F-5D2D-7073B12E8E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365085179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8_Blank Layout">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1967" y="3121225"/>
            <a:ext cx="11688067" cy="615553"/>
          </a:xfrm>
          <a:prstGeom prst="rect">
            <a:avLst/>
          </a:prstGeom>
        </p:spPr>
        <p:txBody>
          <a:bodyPr wrap="square" lIns="0" tIns="0" rIns="0" bIns="0" anchor="ctr">
            <a:spAutoFit/>
          </a:bodyPr>
          <a:lstStyle>
            <a:lvl1pPr marL="0" algn="ctr" defTabSz="913974"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Tree>
    <p:extLst>
      <p:ext uri="{BB962C8B-B14F-4D97-AF65-F5344CB8AC3E}">
        <p14:creationId xmlns:p14="http://schemas.microsoft.com/office/powerpoint/2010/main" val="380090491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1_Blank Lay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4B3F1B-BE6A-60F9-5637-18326BD2397E}"/>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1967" y="3121225"/>
            <a:ext cx="11688067" cy="615553"/>
          </a:xfrm>
          <a:prstGeom prst="rect">
            <a:avLst/>
          </a:prstGeom>
        </p:spPr>
        <p:txBody>
          <a:bodyPr wrap="square" lIns="0" tIns="0" rIns="0" bIns="0" anchor="ctr">
            <a:spAutoFit/>
          </a:bodyPr>
          <a:lstStyle>
            <a:lvl1pPr marL="0" algn="ctr" defTabSz="913974"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
        <p:nvSpPr>
          <p:cNvPr id="3" name="Slide Number Placeholder 13">
            <a:extLst>
              <a:ext uri="{FF2B5EF4-FFF2-40B4-BE49-F238E27FC236}">
                <a16:creationId xmlns:a16="http://schemas.microsoft.com/office/drawing/2014/main" id="{719BE751-2390-17A3-7C0A-1E9DB231D5D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pic>
        <p:nvPicPr>
          <p:cNvPr id="5" name="Graphic 4">
            <a:extLst>
              <a:ext uri="{FF2B5EF4-FFF2-40B4-BE49-F238E27FC236}">
                <a16:creationId xmlns:a16="http://schemas.microsoft.com/office/drawing/2014/main" id="{BA712BC2-D1B4-B6FF-F7F9-280DB692E5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9627390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2_Blank Layout">
    <p:bg>
      <p:bgRef idx="1001">
        <a:schemeClr val="bg2"/>
      </p:bgRef>
    </p:bg>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D85B7554-FC4B-99AD-CFE5-98E11C673484}"/>
              </a:ext>
            </a:extLst>
          </p:cNvPr>
          <p:cNvSpPr>
            <a:spLocks noGrp="1"/>
          </p:cNvSpPr>
          <p:nvPr>
            <p:ph type="title"/>
          </p:nvPr>
        </p:nvSpPr>
        <p:spPr>
          <a:xfrm>
            <a:off x="251967" y="3121225"/>
            <a:ext cx="11688067" cy="615553"/>
          </a:xfrm>
          <a:prstGeom prst="rect">
            <a:avLst/>
          </a:prstGeom>
        </p:spPr>
        <p:txBody>
          <a:bodyPr wrap="square" lIns="0" tIns="0" rIns="0" bIns="0" anchor="ctr">
            <a:spAutoFit/>
          </a:bodyPr>
          <a:lstStyle>
            <a:lvl1pPr marL="0" algn="ctr" defTabSz="913974" rtl="0" eaLnBrk="1" latinLnBrk="0" hangingPunct="1">
              <a:lnSpc>
                <a:spcPct val="100000"/>
              </a:lnSpc>
              <a:spcBef>
                <a:spcPct val="0"/>
              </a:spcBef>
              <a:buNone/>
              <a:defRPr lang="en-IN" sz="4000" b="0" i="0" kern="1200" dirty="0">
                <a:solidFill>
                  <a:schemeClr val="tx1"/>
                </a:solidFill>
                <a:latin typeface="PP Telegraf" pitchFamily="2" charset="77"/>
                <a:ea typeface="+mj-ea"/>
                <a:cs typeface="+mj-cs"/>
              </a:defRPr>
            </a:lvl1pPr>
          </a:lstStyle>
          <a:p>
            <a:r>
              <a:rPr lang="en-US"/>
              <a:t>Click to edit Master title style</a:t>
            </a:r>
            <a:endParaRPr lang="en-IN" dirty="0"/>
          </a:p>
        </p:txBody>
      </p:sp>
      <p:sp>
        <p:nvSpPr>
          <p:cNvPr id="2" name="Slide Number Placeholder 13">
            <a:extLst>
              <a:ext uri="{FF2B5EF4-FFF2-40B4-BE49-F238E27FC236}">
                <a16:creationId xmlns:a16="http://schemas.microsoft.com/office/drawing/2014/main" id="{8E809088-6F9E-B311-7C14-0B50C9254587}"/>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tx1"/>
                </a:solidFill>
                <a:latin typeface="PP Telegraf" pitchFamily="2" charset="77"/>
              </a:rPr>
              <a:pPr/>
              <a:t>‹#›</a:t>
            </a:fld>
            <a:endParaRPr lang="en-US" sz="800" b="0" i="0" dirty="0">
              <a:solidFill>
                <a:schemeClr val="tx1"/>
              </a:solidFill>
              <a:latin typeface="PP Telegraf" pitchFamily="2" charset="77"/>
            </a:endParaRPr>
          </a:p>
        </p:txBody>
      </p:sp>
      <p:pic>
        <p:nvPicPr>
          <p:cNvPr id="3" name="Graphic 2">
            <a:extLst>
              <a:ext uri="{FF2B5EF4-FFF2-40B4-BE49-F238E27FC236}">
                <a16:creationId xmlns:a16="http://schemas.microsoft.com/office/drawing/2014/main" id="{09985F4C-933D-79D2-464D-D75F582DE57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30838757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Pag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3062D-36D8-1F52-F4DE-B1C2AA2AFEC1}"/>
              </a:ext>
            </a:extLst>
          </p:cNvPr>
          <p:cNvSpPr/>
          <p:nvPr userDrawn="1"/>
        </p:nvSpPr>
        <p:spPr>
          <a:xfrm>
            <a:off x="0" y="5600700"/>
            <a:ext cx="12192000" cy="12573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nvGrpSpPr>
          <p:cNvPr id="6" name="Group 5">
            <a:extLst>
              <a:ext uri="{FF2B5EF4-FFF2-40B4-BE49-F238E27FC236}">
                <a16:creationId xmlns:a16="http://schemas.microsoft.com/office/drawing/2014/main" id="{74D0BE6C-D15C-0E29-2E63-0C24E71DA44D}"/>
              </a:ext>
            </a:extLst>
          </p:cNvPr>
          <p:cNvGrpSpPr/>
          <p:nvPr userDrawn="1"/>
        </p:nvGrpSpPr>
        <p:grpSpPr>
          <a:xfrm>
            <a:off x="1225106" y="2497976"/>
            <a:ext cx="9741789" cy="1862048"/>
            <a:chOff x="1044167" y="2228228"/>
            <a:chExt cx="9743058" cy="1862048"/>
          </a:xfrm>
        </p:grpSpPr>
        <p:sp>
          <p:nvSpPr>
            <p:cNvPr id="5" name="TextBox 4">
              <a:extLst>
                <a:ext uri="{FF2B5EF4-FFF2-40B4-BE49-F238E27FC236}">
                  <a16:creationId xmlns:a16="http://schemas.microsoft.com/office/drawing/2014/main" id="{41E6EE4B-0811-69DE-2A0E-45AD15613919}"/>
                </a:ext>
              </a:extLst>
            </p:cNvPr>
            <p:cNvSpPr txBox="1"/>
            <p:nvPr userDrawn="1"/>
          </p:nvSpPr>
          <p:spPr>
            <a:xfrm>
              <a:off x="1044167" y="2228228"/>
              <a:ext cx="4448072" cy="1862048"/>
            </a:xfrm>
            <a:prstGeom prst="rect">
              <a:avLst/>
            </a:prstGeom>
            <a:noFill/>
          </p:spPr>
          <p:txBody>
            <a:bodyPr wrap="square" lIns="91440" tIns="45720" rIns="91440" bIns="45720" rtlCol="0" anchor="t">
              <a:spAutoFit/>
            </a:bodyPr>
            <a:lstStyle/>
            <a:p>
              <a:r>
                <a:rPr lang="en-GB" sz="11499" b="0" i="0" dirty="0">
                  <a:solidFill>
                    <a:schemeClr val="accent2"/>
                  </a:solidFill>
                  <a:latin typeface="PP Telegraf" pitchFamily="2" charset="77"/>
                  <a:ea typeface="Noto Sans"/>
                  <a:cs typeface="Noto Sans"/>
                </a:rPr>
                <a:t>Thank</a:t>
              </a:r>
            </a:p>
          </p:txBody>
        </p:sp>
        <p:sp>
          <p:nvSpPr>
            <p:cNvPr id="14" name="TextBox 13">
              <a:extLst>
                <a:ext uri="{FF2B5EF4-FFF2-40B4-BE49-F238E27FC236}">
                  <a16:creationId xmlns:a16="http://schemas.microsoft.com/office/drawing/2014/main" id="{4B07C28E-0A3B-63C8-D57B-35C05C063825}"/>
                </a:ext>
              </a:extLst>
            </p:cNvPr>
            <p:cNvSpPr txBox="1"/>
            <p:nvPr userDrawn="1"/>
          </p:nvSpPr>
          <p:spPr>
            <a:xfrm>
              <a:off x="7998894" y="2228228"/>
              <a:ext cx="2788331" cy="1862048"/>
            </a:xfrm>
            <a:prstGeom prst="rect">
              <a:avLst/>
            </a:prstGeom>
            <a:noFill/>
          </p:spPr>
          <p:txBody>
            <a:bodyPr wrap="square" lIns="91440" tIns="45720" rIns="91440" bIns="45720" rtlCol="0" anchor="t">
              <a:spAutoFit/>
            </a:bodyPr>
            <a:lstStyle/>
            <a:p>
              <a:pPr algn="r"/>
              <a:r>
                <a:rPr lang="en-GB" sz="11499" b="0" i="0" dirty="0">
                  <a:solidFill>
                    <a:schemeClr val="accent2"/>
                  </a:solidFill>
                  <a:latin typeface="PP Telegraf" pitchFamily="2" charset="77"/>
                  <a:ea typeface="Noto Sans"/>
                  <a:cs typeface="Noto Sans"/>
                </a:rPr>
                <a:t>you</a:t>
              </a:r>
            </a:p>
          </p:txBody>
        </p:sp>
      </p:grpSp>
      <p:sp>
        <p:nvSpPr>
          <p:cNvPr id="19" name="TextBox 18">
            <a:extLst>
              <a:ext uri="{FF2B5EF4-FFF2-40B4-BE49-F238E27FC236}">
                <a16:creationId xmlns:a16="http://schemas.microsoft.com/office/drawing/2014/main" id="{B81CCAE7-826D-055A-5C67-5849F3242D0E}"/>
              </a:ext>
            </a:extLst>
          </p:cNvPr>
          <p:cNvSpPr txBox="1"/>
          <p:nvPr userDrawn="1"/>
        </p:nvSpPr>
        <p:spPr>
          <a:xfrm>
            <a:off x="10545253" y="275358"/>
            <a:ext cx="1290250" cy="217304"/>
          </a:xfrm>
          <a:prstGeom prst="rect">
            <a:avLst/>
          </a:prstGeom>
          <a:noFill/>
        </p:spPr>
        <p:txBody>
          <a:bodyPr wrap="none" lIns="0" tIns="0" rIns="0" bIns="0" rtlCol="0">
            <a:spAutoFit/>
          </a:bodyPr>
          <a:lstStyle/>
          <a:p>
            <a:pPr algn="r">
              <a:lnSpc>
                <a:spcPct val="150000"/>
              </a:lnSpc>
            </a:pPr>
            <a:r>
              <a:rPr lang="en-IN" sz="1050" b="0" i="0" spc="0" baseline="0" dirty="0">
                <a:ln/>
                <a:solidFill>
                  <a:schemeClr val="accent2"/>
                </a:solidFill>
                <a:latin typeface="PP Telegraf" pitchFamily="2" charset="77"/>
                <a:sym typeface="ProximaNova-Regular"/>
                <a:rtl val="0"/>
              </a:rPr>
              <a:t>www.blend360.com</a:t>
            </a:r>
          </a:p>
        </p:txBody>
      </p:sp>
      <p:pic>
        <p:nvPicPr>
          <p:cNvPr id="3" name="Graphic 2">
            <a:extLst>
              <a:ext uri="{FF2B5EF4-FFF2-40B4-BE49-F238E27FC236}">
                <a16:creationId xmlns:a16="http://schemas.microsoft.com/office/drawing/2014/main" id="{F0AC1974-F7E0-BE54-A745-A480F4A286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09223" y="2867891"/>
            <a:ext cx="1947879" cy="1127134"/>
          </a:xfrm>
          <a:prstGeom prst="rect">
            <a:avLst/>
          </a:prstGeom>
        </p:spPr>
      </p:pic>
    </p:spTree>
    <p:extLst>
      <p:ext uri="{BB962C8B-B14F-4D97-AF65-F5344CB8AC3E}">
        <p14:creationId xmlns:p14="http://schemas.microsoft.com/office/powerpoint/2010/main" val="357448285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Slide Number Placeholder 13">
            <a:extLst>
              <a:ext uri="{FF2B5EF4-FFF2-40B4-BE49-F238E27FC236}">
                <a16:creationId xmlns:a16="http://schemas.microsoft.com/office/drawing/2014/main" id="{F6A3EBBB-0FC3-1672-399E-72EFAED6CD53}"/>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b="0" i="0" smtClean="0">
                <a:solidFill>
                  <a:schemeClr val="accent4"/>
                </a:solidFill>
                <a:latin typeface="PP Telegraf" pitchFamily="2" charset="77"/>
              </a:rPr>
              <a:pPr/>
              <a:t>‹#›</a:t>
            </a:fld>
            <a:endParaRPr lang="en-US" sz="800" b="0" i="0" dirty="0">
              <a:solidFill>
                <a:schemeClr val="accent4"/>
              </a:solidFill>
              <a:latin typeface="PP Telegraf" pitchFamily="2" charset="77"/>
            </a:endParaRPr>
          </a:p>
        </p:txBody>
      </p:sp>
      <p:sp>
        <p:nvSpPr>
          <p:cNvPr id="2" name="Title Placeholder 1">
            <a:extLst>
              <a:ext uri="{FF2B5EF4-FFF2-40B4-BE49-F238E27FC236}">
                <a16:creationId xmlns:a16="http://schemas.microsoft.com/office/drawing/2014/main" id="{484032DE-ED80-88D4-B2BE-07C067D3D447}"/>
              </a:ext>
            </a:extLst>
          </p:cNvPr>
          <p:cNvSpPr>
            <a:spLocks noGrp="1"/>
          </p:cNvSpPr>
          <p:nvPr>
            <p:ph type="title"/>
          </p:nvPr>
        </p:nvSpPr>
        <p:spPr>
          <a:xfrm>
            <a:off x="838091" y="365126"/>
            <a:ext cx="10515818"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CD4109D-D67B-DB48-2DCA-7F16D47F317D}"/>
              </a:ext>
            </a:extLst>
          </p:cNvPr>
          <p:cNvSpPr>
            <a:spLocks noGrp="1"/>
          </p:cNvSpPr>
          <p:nvPr>
            <p:ph type="body" idx="1"/>
          </p:nvPr>
        </p:nvSpPr>
        <p:spPr>
          <a:xfrm>
            <a:off x="838091" y="1825625"/>
            <a:ext cx="1051581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Graphic 4">
            <a:extLst>
              <a:ext uri="{FF2B5EF4-FFF2-40B4-BE49-F238E27FC236}">
                <a16:creationId xmlns:a16="http://schemas.microsoft.com/office/drawing/2014/main" id="{0ADE2FF6-CA2D-DF48-229A-236060AF5DB7}"/>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247549" y="6481220"/>
            <a:ext cx="327567" cy="189546"/>
          </a:xfrm>
          <a:prstGeom prst="rect">
            <a:avLst/>
          </a:prstGeom>
        </p:spPr>
      </p:pic>
    </p:spTree>
    <p:extLst>
      <p:ext uri="{BB962C8B-B14F-4D97-AF65-F5344CB8AC3E}">
        <p14:creationId xmlns:p14="http://schemas.microsoft.com/office/powerpoint/2010/main" val="3661995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ftr="0" dt="0"/>
  <p:txStyles>
    <p:titleStyle>
      <a:lvl1pPr algn="l" defTabSz="913974"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494" indent="-228494" algn="l" defTabSz="91397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3974" rtl="0" eaLnBrk="1" latinLnBrk="0" hangingPunct="1">
        <a:defRPr sz="1800" kern="1200">
          <a:solidFill>
            <a:schemeClr val="tx1"/>
          </a:solidFill>
          <a:latin typeface="+mn-lt"/>
          <a:ea typeface="+mn-ea"/>
          <a:cs typeface="+mn-cs"/>
        </a:defRPr>
      </a:lvl1pPr>
      <a:lvl2pPr marL="456986" algn="l" defTabSz="913974" rtl="0" eaLnBrk="1" latinLnBrk="0" hangingPunct="1">
        <a:defRPr sz="1800" kern="1200">
          <a:solidFill>
            <a:schemeClr val="tx1"/>
          </a:solidFill>
          <a:latin typeface="+mn-lt"/>
          <a:ea typeface="+mn-ea"/>
          <a:cs typeface="+mn-cs"/>
        </a:defRPr>
      </a:lvl2pPr>
      <a:lvl3pPr marL="913974" algn="l" defTabSz="913974" rtl="0" eaLnBrk="1" latinLnBrk="0" hangingPunct="1">
        <a:defRPr sz="1800" kern="1200">
          <a:solidFill>
            <a:schemeClr val="tx1"/>
          </a:solidFill>
          <a:latin typeface="+mn-lt"/>
          <a:ea typeface="+mn-ea"/>
          <a:cs typeface="+mn-cs"/>
        </a:defRPr>
      </a:lvl3pPr>
      <a:lvl4pPr marL="1370961" algn="l" defTabSz="913974" rtl="0" eaLnBrk="1" latinLnBrk="0" hangingPunct="1">
        <a:defRPr sz="1800" kern="1200">
          <a:solidFill>
            <a:schemeClr val="tx1"/>
          </a:solidFill>
          <a:latin typeface="+mn-lt"/>
          <a:ea typeface="+mn-ea"/>
          <a:cs typeface="+mn-cs"/>
        </a:defRPr>
      </a:lvl4pPr>
      <a:lvl5pPr marL="1827948" algn="l" defTabSz="913974" rtl="0" eaLnBrk="1" latinLnBrk="0" hangingPunct="1">
        <a:defRPr sz="1800" kern="1200">
          <a:solidFill>
            <a:schemeClr val="tx1"/>
          </a:solidFill>
          <a:latin typeface="+mn-lt"/>
          <a:ea typeface="+mn-ea"/>
          <a:cs typeface="+mn-cs"/>
        </a:defRPr>
      </a:lvl5pPr>
      <a:lvl6pPr marL="2284931" algn="l" defTabSz="913974" rtl="0" eaLnBrk="1" latinLnBrk="0" hangingPunct="1">
        <a:defRPr sz="1800" kern="1200">
          <a:solidFill>
            <a:schemeClr val="tx1"/>
          </a:solidFill>
          <a:latin typeface="+mn-lt"/>
          <a:ea typeface="+mn-ea"/>
          <a:cs typeface="+mn-cs"/>
        </a:defRPr>
      </a:lvl6pPr>
      <a:lvl7pPr marL="2741947" algn="l" defTabSz="913974" rtl="0" eaLnBrk="1" latinLnBrk="0" hangingPunct="1">
        <a:defRPr sz="1800" kern="1200">
          <a:solidFill>
            <a:schemeClr val="tx1"/>
          </a:solidFill>
          <a:latin typeface="+mn-lt"/>
          <a:ea typeface="+mn-ea"/>
          <a:cs typeface="+mn-cs"/>
        </a:defRPr>
      </a:lvl7pPr>
      <a:lvl8pPr marL="3198960" algn="l" defTabSz="913974" rtl="0" eaLnBrk="1" latinLnBrk="0" hangingPunct="1">
        <a:defRPr sz="1800" kern="1200">
          <a:solidFill>
            <a:schemeClr val="tx1"/>
          </a:solidFill>
          <a:latin typeface="+mn-lt"/>
          <a:ea typeface="+mn-ea"/>
          <a:cs typeface="+mn-cs"/>
        </a:defRPr>
      </a:lvl8pPr>
      <a:lvl9pPr marL="3655946" algn="l" defTabSz="91397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280">
          <p15:clr>
            <a:srgbClr val="F26B43"/>
          </p15:clr>
        </p15:guide>
        <p15:guide id="3" pos="7401">
          <p15:clr>
            <a:srgbClr val="F26B43"/>
          </p15:clr>
        </p15:guide>
        <p15:guide id="4" orient="horz" pos="27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2BAC4F5A-7FCF-24B4-AAAB-8A08C8810908}"/>
              </a:ext>
            </a:extLst>
          </p:cNvPr>
          <p:cNvSpPr>
            <a:spLocks noGrp="1"/>
          </p:cNvSpPr>
          <p:nvPr>
            <p:ph type="title"/>
          </p:nvPr>
        </p:nvSpPr>
        <p:spPr>
          <a:xfrm>
            <a:off x="336181" y="352380"/>
            <a:ext cx="3351288" cy="1328959"/>
          </a:xfrm>
        </p:spPr>
        <p:txBody>
          <a:bodyPr>
            <a:noAutofit/>
          </a:bodyPr>
          <a:lstStyle/>
          <a:p>
            <a:pPr defTabSz="913883"/>
            <a:r>
              <a:rPr lang="en-US" sz="2400" dirty="0">
                <a:solidFill>
                  <a:schemeClr val="tx2"/>
                </a:solidFill>
                <a:latin typeface="+mj-lt"/>
                <a:cs typeface="PP Telegraf"/>
              </a:rPr>
              <a:t>AI-Powered Intent Search Revolutionizes Hotel Bookings</a:t>
            </a:r>
            <a:endParaRPr lang="en-US" sz="2400" b="1" dirty="0">
              <a:solidFill>
                <a:schemeClr val="tx2"/>
              </a:solidFill>
              <a:latin typeface="+mj-lt"/>
            </a:endParaRPr>
          </a:p>
        </p:txBody>
      </p:sp>
      <p:cxnSp>
        <p:nvCxnSpPr>
          <p:cNvPr id="33" name="Straight Connector 32">
            <a:extLst>
              <a:ext uri="{FF2B5EF4-FFF2-40B4-BE49-F238E27FC236}">
                <a16:creationId xmlns:a16="http://schemas.microsoft.com/office/drawing/2014/main" id="{E5D49830-6A9C-10C4-2334-F04B9DAE7A23}"/>
              </a:ext>
            </a:extLst>
          </p:cNvPr>
          <p:cNvCxnSpPr>
            <a:cxnSpLocks/>
          </p:cNvCxnSpPr>
          <p:nvPr/>
        </p:nvCxnSpPr>
        <p:spPr>
          <a:xfrm>
            <a:off x="7332122" y="57060"/>
            <a:ext cx="0" cy="5633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D796D9EF-A891-432A-B4C1-45F65F6751F1}"/>
              </a:ext>
            </a:extLst>
          </p:cNvPr>
          <p:cNvGrpSpPr/>
          <p:nvPr/>
        </p:nvGrpSpPr>
        <p:grpSpPr>
          <a:xfrm>
            <a:off x="4205618" y="171130"/>
            <a:ext cx="1998646" cy="352483"/>
            <a:chOff x="3154486" y="725864"/>
            <a:chExt cx="1998906" cy="352529"/>
          </a:xfrm>
        </p:grpSpPr>
        <p:grpSp>
          <p:nvGrpSpPr>
            <p:cNvPr id="35" name="Group 34">
              <a:extLst>
                <a:ext uri="{FF2B5EF4-FFF2-40B4-BE49-F238E27FC236}">
                  <a16:creationId xmlns:a16="http://schemas.microsoft.com/office/drawing/2014/main" id="{5B576AE3-DF53-9649-326E-A8008F51C0E0}"/>
                </a:ext>
              </a:extLst>
            </p:cNvPr>
            <p:cNvGrpSpPr/>
            <p:nvPr/>
          </p:nvGrpSpPr>
          <p:grpSpPr>
            <a:xfrm>
              <a:off x="3154486" y="725864"/>
              <a:ext cx="352529" cy="352529"/>
              <a:chOff x="3341677" y="300865"/>
              <a:chExt cx="352529" cy="352529"/>
            </a:xfrm>
          </p:grpSpPr>
          <p:sp>
            <p:nvSpPr>
              <p:cNvPr id="37" name="Oval 36">
                <a:extLst>
                  <a:ext uri="{FF2B5EF4-FFF2-40B4-BE49-F238E27FC236}">
                    <a16:creationId xmlns:a16="http://schemas.microsoft.com/office/drawing/2014/main" id="{2040B69F-40AE-3232-CFF3-2026453F4441}"/>
                  </a:ext>
                </a:extLst>
              </p:cNvPr>
              <p:cNvSpPr/>
              <p:nvPr/>
            </p:nvSpPr>
            <p:spPr>
              <a:xfrm>
                <a:off x="3341677" y="300865"/>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MY" sz="1200" b="1">
                  <a:solidFill>
                    <a:srgbClr val="003059"/>
                  </a:solidFill>
                  <a:latin typeface="PP Telegraf"/>
                </a:endParaRPr>
              </a:p>
            </p:txBody>
          </p:sp>
          <p:grpSp>
            <p:nvGrpSpPr>
              <p:cNvPr id="38" name="Graphic 159">
                <a:extLst>
                  <a:ext uri="{FF2B5EF4-FFF2-40B4-BE49-F238E27FC236}">
                    <a16:creationId xmlns:a16="http://schemas.microsoft.com/office/drawing/2014/main" id="{09F267E8-1DD3-9D88-7811-31F3009B7AC1}"/>
                  </a:ext>
                </a:extLst>
              </p:cNvPr>
              <p:cNvGrpSpPr>
                <a:grpSpLocks noChangeAspect="1"/>
              </p:cNvGrpSpPr>
              <p:nvPr/>
            </p:nvGrpSpPr>
            <p:grpSpPr>
              <a:xfrm>
                <a:off x="3416808" y="375995"/>
                <a:ext cx="202267" cy="202268"/>
                <a:chOff x="3039690" y="3963730"/>
                <a:chExt cx="704244" cy="704245"/>
              </a:xfrm>
              <a:solidFill>
                <a:schemeClr val="accent1"/>
              </a:solidFill>
            </p:grpSpPr>
            <p:sp>
              <p:nvSpPr>
                <p:cNvPr id="39" name="Freeform 13">
                  <a:extLst>
                    <a:ext uri="{FF2B5EF4-FFF2-40B4-BE49-F238E27FC236}">
                      <a16:creationId xmlns:a16="http://schemas.microsoft.com/office/drawing/2014/main" id="{8AA45742-8433-3A3E-BD69-A06B29FBF3D2}"/>
                    </a:ext>
                  </a:extLst>
                </p:cNvPr>
                <p:cNvSpPr/>
                <p:nvPr/>
              </p:nvSpPr>
              <p:spPr>
                <a:xfrm>
                  <a:off x="3567996" y="4226903"/>
                  <a:ext cx="175938" cy="175938"/>
                </a:xfrm>
                <a:custGeom>
                  <a:avLst/>
                  <a:gdLst>
                    <a:gd name="connsiteX0" fmla="*/ 87969 w 175938"/>
                    <a:gd name="connsiteY0" fmla="*/ 175939 h 175938"/>
                    <a:gd name="connsiteX1" fmla="*/ 0 w 175938"/>
                    <a:gd name="connsiteY1" fmla="*/ 87969 h 175938"/>
                    <a:gd name="connsiteX2" fmla="*/ 87969 w 175938"/>
                    <a:gd name="connsiteY2" fmla="*/ 0 h 175938"/>
                    <a:gd name="connsiteX3" fmla="*/ 175939 w 175938"/>
                    <a:gd name="connsiteY3" fmla="*/ 87969 h 175938"/>
                    <a:gd name="connsiteX4" fmla="*/ 87969 w 175938"/>
                    <a:gd name="connsiteY4" fmla="*/ 175939 h 175938"/>
                    <a:gd name="connsiteX5" fmla="*/ 87969 w 175938"/>
                    <a:gd name="connsiteY5" fmla="*/ 46558 h 175938"/>
                    <a:gd name="connsiteX6" fmla="*/ 46558 w 175938"/>
                    <a:gd name="connsiteY6" fmla="*/ 87969 h 175938"/>
                    <a:gd name="connsiteX7" fmla="*/ 87969 w 175938"/>
                    <a:gd name="connsiteY7" fmla="*/ 129381 h 175938"/>
                    <a:gd name="connsiteX8" fmla="*/ 129381 w 175938"/>
                    <a:gd name="connsiteY8" fmla="*/ 87969 h 175938"/>
                    <a:gd name="connsiteX9" fmla="*/ 87969 w 175938"/>
                    <a:gd name="connsiteY9" fmla="*/ 46558 h 17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8" h="175938">
                      <a:moveTo>
                        <a:pt x="87969" y="175939"/>
                      </a:moveTo>
                      <a:cubicBezTo>
                        <a:pt x="39452" y="175939"/>
                        <a:pt x="0" y="136487"/>
                        <a:pt x="0" y="87969"/>
                      </a:cubicBezTo>
                      <a:cubicBezTo>
                        <a:pt x="0" y="39451"/>
                        <a:pt x="39452" y="0"/>
                        <a:pt x="87969" y="0"/>
                      </a:cubicBezTo>
                      <a:cubicBezTo>
                        <a:pt x="136487" y="0"/>
                        <a:pt x="175939" y="39451"/>
                        <a:pt x="175939" y="87969"/>
                      </a:cubicBezTo>
                      <a:cubicBezTo>
                        <a:pt x="175939" y="136487"/>
                        <a:pt x="136487" y="175939"/>
                        <a:pt x="87969" y="175939"/>
                      </a:cubicBezTo>
                      <a:close/>
                      <a:moveTo>
                        <a:pt x="87969" y="46558"/>
                      </a:moveTo>
                      <a:cubicBezTo>
                        <a:pt x="65181" y="46558"/>
                        <a:pt x="46558" y="65181"/>
                        <a:pt x="46558" y="87969"/>
                      </a:cubicBezTo>
                      <a:cubicBezTo>
                        <a:pt x="46558" y="110758"/>
                        <a:pt x="65181" y="129381"/>
                        <a:pt x="87969" y="129381"/>
                      </a:cubicBezTo>
                      <a:cubicBezTo>
                        <a:pt x="110758" y="129381"/>
                        <a:pt x="129381" y="110758"/>
                        <a:pt x="129381" y="87969"/>
                      </a:cubicBezTo>
                      <a:cubicBezTo>
                        <a:pt x="129381" y="65181"/>
                        <a:pt x="110758" y="46558"/>
                        <a:pt x="87969" y="46558"/>
                      </a:cubicBezTo>
                      <a:close/>
                    </a:path>
                  </a:pathLst>
                </a:custGeom>
                <a:grpFill/>
                <a:ln w="2441" cap="flat">
                  <a:noFill/>
                  <a:prstDash val="solid"/>
                  <a:miter/>
                </a:ln>
              </p:spPr>
              <p:txBody>
                <a:bodyPr rtlCol="0" anchor="ctr"/>
                <a:lstStyle/>
                <a:p>
                  <a:pPr defTabSz="457154"/>
                  <a:endParaRPr lang="en-US">
                    <a:solidFill>
                      <a:srgbClr val="003059"/>
                    </a:solidFill>
                    <a:latin typeface="PP Telegraf"/>
                  </a:endParaRPr>
                </a:p>
              </p:txBody>
            </p:sp>
            <p:sp>
              <p:nvSpPr>
                <p:cNvPr id="40" name="Freeform 14">
                  <a:extLst>
                    <a:ext uri="{FF2B5EF4-FFF2-40B4-BE49-F238E27FC236}">
                      <a16:creationId xmlns:a16="http://schemas.microsoft.com/office/drawing/2014/main" id="{860D77CC-BAD5-95AA-85BC-5DC64F8ED577}"/>
                    </a:ext>
                  </a:extLst>
                </p:cNvPr>
                <p:cNvSpPr/>
                <p:nvPr/>
              </p:nvSpPr>
              <p:spPr>
                <a:xfrm>
                  <a:off x="3039690" y="4238175"/>
                  <a:ext cx="182554" cy="182554"/>
                </a:xfrm>
                <a:custGeom>
                  <a:avLst/>
                  <a:gdLst>
                    <a:gd name="connsiteX0" fmla="*/ 159276 w 182554"/>
                    <a:gd name="connsiteY0" fmla="*/ 182555 h 182554"/>
                    <a:gd name="connsiteX1" fmla="*/ 23279 w 182554"/>
                    <a:gd name="connsiteY1" fmla="*/ 182555 h 182554"/>
                    <a:gd name="connsiteX2" fmla="*/ 0 w 182554"/>
                    <a:gd name="connsiteY2" fmla="*/ 159276 h 182554"/>
                    <a:gd name="connsiteX3" fmla="*/ 0 w 182554"/>
                    <a:gd name="connsiteY3" fmla="*/ 23279 h 182554"/>
                    <a:gd name="connsiteX4" fmla="*/ 23279 w 182554"/>
                    <a:gd name="connsiteY4" fmla="*/ 0 h 182554"/>
                    <a:gd name="connsiteX5" fmla="*/ 159276 w 182554"/>
                    <a:gd name="connsiteY5" fmla="*/ 0 h 182554"/>
                    <a:gd name="connsiteX6" fmla="*/ 182555 w 182554"/>
                    <a:gd name="connsiteY6" fmla="*/ 23279 h 182554"/>
                    <a:gd name="connsiteX7" fmla="*/ 182555 w 182554"/>
                    <a:gd name="connsiteY7" fmla="*/ 159276 h 182554"/>
                    <a:gd name="connsiteX8" fmla="*/ 159276 w 182554"/>
                    <a:gd name="connsiteY8" fmla="*/ 182555 h 182554"/>
                    <a:gd name="connsiteX9" fmla="*/ 46558 w 182554"/>
                    <a:gd name="connsiteY9" fmla="*/ 135997 h 182554"/>
                    <a:gd name="connsiteX10" fmla="*/ 135997 w 182554"/>
                    <a:gd name="connsiteY10" fmla="*/ 135997 h 182554"/>
                    <a:gd name="connsiteX11" fmla="*/ 135997 w 182554"/>
                    <a:gd name="connsiteY11" fmla="*/ 46558 h 182554"/>
                    <a:gd name="connsiteX12" fmla="*/ 46558 w 182554"/>
                    <a:gd name="connsiteY12" fmla="*/ 46558 h 182554"/>
                    <a:gd name="connsiteX13" fmla="*/ 46558 w 182554"/>
                    <a:gd name="connsiteY13" fmla="*/ 135997 h 18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554" h="182554">
                      <a:moveTo>
                        <a:pt x="159276" y="182555"/>
                      </a:moveTo>
                      <a:lnTo>
                        <a:pt x="23279" y="182555"/>
                      </a:lnTo>
                      <a:cubicBezTo>
                        <a:pt x="10537" y="182555"/>
                        <a:pt x="0" y="172018"/>
                        <a:pt x="0" y="159276"/>
                      </a:cubicBezTo>
                      <a:lnTo>
                        <a:pt x="0" y="23279"/>
                      </a:lnTo>
                      <a:cubicBezTo>
                        <a:pt x="0" y="10537"/>
                        <a:pt x="10537" y="0"/>
                        <a:pt x="23279" y="0"/>
                      </a:cubicBezTo>
                      <a:lnTo>
                        <a:pt x="159276" y="0"/>
                      </a:lnTo>
                      <a:cubicBezTo>
                        <a:pt x="172018" y="0"/>
                        <a:pt x="182555" y="10537"/>
                        <a:pt x="182555" y="23279"/>
                      </a:cubicBezTo>
                      <a:lnTo>
                        <a:pt x="182555" y="159276"/>
                      </a:lnTo>
                      <a:cubicBezTo>
                        <a:pt x="182555" y="172018"/>
                        <a:pt x="172018" y="182555"/>
                        <a:pt x="159276" y="182555"/>
                      </a:cubicBezTo>
                      <a:close/>
                      <a:moveTo>
                        <a:pt x="46558" y="135997"/>
                      </a:moveTo>
                      <a:lnTo>
                        <a:pt x="135997" y="135997"/>
                      </a:lnTo>
                      <a:lnTo>
                        <a:pt x="135997" y="46558"/>
                      </a:lnTo>
                      <a:lnTo>
                        <a:pt x="46558" y="46558"/>
                      </a:lnTo>
                      <a:lnTo>
                        <a:pt x="46558" y="135997"/>
                      </a:lnTo>
                      <a:close/>
                    </a:path>
                  </a:pathLst>
                </a:custGeom>
                <a:grpFill/>
                <a:ln w="2441" cap="flat">
                  <a:noFill/>
                  <a:prstDash val="solid"/>
                  <a:miter/>
                </a:ln>
              </p:spPr>
              <p:txBody>
                <a:bodyPr rtlCol="0" anchor="ctr"/>
                <a:lstStyle/>
                <a:p>
                  <a:pPr defTabSz="457154"/>
                  <a:endParaRPr lang="en-US">
                    <a:solidFill>
                      <a:srgbClr val="003059"/>
                    </a:solidFill>
                    <a:latin typeface="PP Telegraf"/>
                  </a:endParaRPr>
                </a:p>
              </p:txBody>
            </p:sp>
            <p:sp>
              <p:nvSpPr>
                <p:cNvPr id="41" name="Freeform 15">
                  <a:extLst>
                    <a:ext uri="{FF2B5EF4-FFF2-40B4-BE49-F238E27FC236}">
                      <a16:creationId xmlns:a16="http://schemas.microsoft.com/office/drawing/2014/main" id="{5D4C281D-2E55-F66E-A1E8-F8A8ECC5945A}"/>
                    </a:ext>
                  </a:extLst>
                </p:cNvPr>
                <p:cNvSpPr/>
                <p:nvPr/>
              </p:nvSpPr>
              <p:spPr>
                <a:xfrm>
                  <a:off x="3175932" y="3963730"/>
                  <a:ext cx="438131" cy="704245"/>
                </a:xfrm>
                <a:custGeom>
                  <a:avLst/>
                  <a:gdLst>
                    <a:gd name="connsiteX0" fmla="*/ 295763 w 438131"/>
                    <a:gd name="connsiteY0" fmla="*/ 704245 h 704245"/>
                    <a:gd name="connsiteX1" fmla="*/ 230093 w 438131"/>
                    <a:gd name="connsiteY1" fmla="*/ 638574 h 704245"/>
                    <a:gd name="connsiteX2" fmla="*/ 230093 w 438131"/>
                    <a:gd name="connsiteY2" fmla="*/ 65671 h 704245"/>
                    <a:gd name="connsiteX3" fmla="*/ 210979 w 438131"/>
                    <a:gd name="connsiteY3" fmla="*/ 46558 h 704245"/>
                    <a:gd name="connsiteX4" fmla="*/ 191866 w 438131"/>
                    <a:gd name="connsiteY4" fmla="*/ 65671 h 704245"/>
                    <a:gd name="connsiteX5" fmla="*/ 191866 w 438131"/>
                    <a:gd name="connsiteY5" fmla="*/ 549870 h 704245"/>
                    <a:gd name="connsiteX6" fmla="*/ 134282 w 438131"/>
                    <a:gd name="connsiteY6" fmla="*/ 607454 h 704245"/>
                    <a:gd name="connsiteX7" fmla="*/ 76698 w 438131"/>
                    <a:gd name="connsiteY7" fmla="*/ 549870 h 704245"/>
                    <a:gd name="connsiteX8" fmla="*/ 76698 w 438131"/>
                    <a:gd name="connsiteY8" fmla="*/ 411667 h 704245"/>
                    <a:gd name="connsiteX9" fmla="*/ 54154 w 438131"/>
                    <a:gd name="connsiteY9" fmla="*/ 389124 h 704245"/>
                    <a:gd name="connsiteX10" fmla="*/ 23279 w 438131"/>
                    <a:gd name="connsiteY10" fmla="*/ 389124 h 704245"/>
                    <a:gd name="connsiteX11" fmla="*/ 0 w 438131"/>
                    <a:gd name="connsiteY11" fmla="*/ 365845 h 704245"/>
                    <a:gd name="connsiteX12" fmla="*/ 23279 w 438131"/>
                    <a:gd name="connsiteY12" fmla="*/ 342566 h 704245"/>
                    <a:gd name="connsiteX13" fmla="*/ 54154 w 438131"/>
                    <a:gd name="connsiteY13" fmla="*/ 342566 h 704245"/>
                    <a:gd name="connsiteX14" fmla="*/ 123255 w 438131"/>
                    <a:gd name="connsiteY14" fmla="*/ 411667 h 704245"/>
                    <a:gd name="connsiteX15" fmla="*/ 123255 w 438131"/>
                    <a:gd name="connsiteY15" fmla="*/ 549870 h 704245"/>
                    <a:gd name="connsiteX16" fmla="*/ 134282 w 438131"/>
                    <a:gd name="connsiteY16" fmla="*/ 560897 h 704245"/>
                    <a:gd name="connsiteX17" fmla="*/ 145309 w 438131"/>
                    <a:gd name="connsiteY17" fmla="*/ 549870 h 704245"/>
                    <a:gd name="connsiteX18" fmla="*/ 145309 w 438131"/>
                    <a:gd name="connsiteY18" fmla="*/ 65671 h 704245"/>
                    <a:gd name="connsiteX19" fmla="*/ 210979 w 438131"/>
                    <a:gd name="connsiteY19" fmla="*/ 0 h 704245"/>
                    <a:gd name="connsiteX20" fmla="*/ 276650 w 438131"/>
                    <a:gd name="connsiteY20" fmla="*/ 65671 h 704245"/>
                    <a:gd name="connsiteX21" fmla="*/ 276650 w 438131"/>
                    <a:gd name="connsiteY21" fmla="*/ 638574 h 704245"/>
                    <a:gd name="connsiteX22" fmla="*/ 295763 w 438131"/>
                    <a:gd name="connsiteY22" fmla="*/ 657687 h 704245"/>
                    <a:gd name="connsiteX23" fmla="*/ 314876 w 438131"/>
                    <a:gd name="connsiteY23" fmla="*/ 638574 h 704245"/>
                    <a:gd name="connsiteX24" fmla="*/ 314876 w 438131"/>
                    <a:gd name="connsiteY24" fmla="*/ 404561 h 704245"/>
                    <a:gd name="connsiteX25" fmla="*/ 383978 w 438131"/>
                    <a:gd name="connsiteY25" fmla="*/ 335460 h 704245"/>
                    <a:gd name="connsiteX26" fmla="*/ 414853 w 438131"/>
                    <a:gd name="connsiteY26" fmla="*/ 335460 h 704245"/>
                    <a:gd name="connsiteX27" fmla="*/ 438132 w 438131"/>
                    <a:gd name="connsiteY27" fmla="*/ 358739 h 704245"/>
                    <a:gd name="connsiteX28" fmla="*/ 414853 w 438131"/>
                    <a:gd name="connsiteY28" fmla="*/ 382017 h 704245"/>
                    <a:gd name="connsiteX29" fmla="*/ 383978 w 438131"/>
                    <a:gd name="connsiteY29" fmla="*/ 382017 h 704245"/>
                    <a:gd name="connsiteX30" fmla="*/ 361434 w 438131"/>
                    <a:gd name="connsiteY30" fmla="*/ 404561 h 704245"/>
                    <a:gd name="connsiteX31" fmla="*/ 361434 w 438131"/>
                    <a:gd name="connsiteY31" fmla="*/ 638574 h 704245"/>
                    <a:gd name="connsiteX32" fmla="*/ 295763 w 438131"/>
                    <a:gd name="connsiteY32" fmla="*/ 704245 h 7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8131" h="704245">
                      <a:moveTo>
                        <a:pt x="295763" y="704245"/>
                      </a:moveTo>
                      <a:cubicBezTo>
                        <a:pt x="259497" y="704245"/>
                        <a:pt x="230093" y="674840"/>
                        <a:pt x="230093" y="638574"/>
                      </a:cubicBezTo>
                      <a:lnTo>
                        <a:pt x="230093" y="65671"/>
                      </a:lnTo>
                      <a:cubicBezTo>
                        <a:pt x="230093" y="55134"/>
                        <a:pt x="221516" y="46558"/>
                        <a:pt x="210979" y="46558"/>
                      </a:cubicBezTo>
                      <a:cubicBezTo>
                        <a:pt x="200443" y="46558"/>
                        <a:pt x="191866" y="55134"/>
                        <a:pt x="191866" y="65671"/>
                      </a:cubicBezTo>
                      <a:lnTo>
                        <a:pt x="191866" y="549870"/>
                      </a:lnTo>
                      <a:cubicBezTo>
                        <a:pt x="191866" y="581725"/>
                        <a:pt x="166137" y="607454"/>
                        <a:pt x="134282" y="607454"/>
                      </a:cubicBezTo>
                      <a:cubicBezTo>
                        <a:pt x="102427" y="607454"/>
                        <a:pt x="76698" y="581725"/>
                        <a:pt x="76698" y="549870"/>
                      </a:cubicBezTo>
                      <a:lnTo>
                        <a:pt x="76698" y="411667"/>
                      </a:lnTo>
                      <a:cubicBezTo>
                        <a:pt x="76698" y="399170"/>
                        <a:pt x="66651" y="389124"/>
                        <a:pt x="54154" y="389124"/>
                      </a:cubicBezTo>
                      <a:lnTo>
                        <a:pt x="23279" y="389124"/>
                      </a:lnTo>
                      <a:cubicBezTo>
                        <a:pt x="10537" y="389124"/>
                        <a:pt x="0" y="378587"/>
                        <a:pt x="0" y="365845"/>
                      </a:cubicBezTo>
                      <a:cubicBezTo>
                        <a:pt x="0" y="353103"/>
                        <a:pt x="10537" y="342566"/>
                        <a:pt x="23279" y="342566"/>
                      </a:cubicBezTo>
                      <a:lnTo>
                        <a:pt x="54154" y="342566"/>
                      </a:lnTo>
                      <a:cubicBezTo>
                        <a:pt x="92135" y="342566"/>
                        <a:pt x="123255" y="373686"/>
                        <a:pt x="123255" y="411667"/>
                      </a:cubicBezTo>
                      <a:lnTo>
                        <a:pt x="123255" y="549870"/>
                      </a:lnTo>
                      <a:cubicBezTo>
                        <a:pt x="123255" y="555751"/>
                        <a:pt x="128401" y="560897"/>
                        <a:pt x="134282" y="560897"/>
                      </a:cubicBezTo>
                      <a:cubicBezTo>
                        <a:pt x="140163" y="560897"/>
                        <a:pt x="145309" y="555751"/>
                        <a:pt x="145309" y="549870"/>
                      </a:cubicBezTo>
                      <a:lnTo>
                        <a:pt x="145309" y="65671"/>
                      </a:lnTo>
                      <a:cubicBezTo>
                        <a:pt x="145309" y="29405"/>
                        <a:pt x="174714" y="0"/>
                        <a:pt x="210979" y="0"/>
                      </a:cubicBezTo>
                      <a:cubicBezTo>
                        <a:pt x="247245" y="0"/>
                        <a:pt x="276650" y="29405"/>
                        <a:pt x="276650" y="65671"/>
                      </a:cubicBezTo>
                      <a:lnTo>
                        <a:pt x="276650" y="638574"/>
                      </a:lnTo>
                      <a:cubicBezTo>
                        <a:pt x="276650" y="649111"/>
                        <a:pt x="285227" y="657687"/>
                        <a:pt x="295763" y="657687"/>
                      </a:cubicBezTo>
                      <a:cubicBezTo>
                        <a:pt x="306300" y="657687"/>
                        <a:pt x="314876" y="649111"/>
                        <a:pt x="314876" y="638574"/>
                      </a:cubicBezTo>
                      <a:lnTo>
                        <a:pt x="314876" y="404561"/>
                      </a:lnTo>
                      <a:cubicBezTo>
                        <a:pt x="314876" y="366580"/>
                        <a:pt x="345997" y="335460"/>
                        <a:pt x="383978" y="335460"/>
                      </a:cubicBezTo>
                      <a:lnTo>
                        <a:pt x="414853" y="335460"/>
                      </a:lnTo>
                      <a:cubicBezTo>
                        <a:pt x="427595" y="335460"/>
                        <a:pt x="438132" y="345996"/>
                        <a:pt x="438132" y="358739"/>
                      </a:cubicBezTo>
                      <a:cubicBezTo>
                        <a:pt x="438132" y="371481"/>
                        <a:pt x="427595" y="382017"/>
                        <a:pt x="414853" y="382017"/>
                      </a:cubicBezTo>
                      <a:lnTo>
                        <a:pt x="383978" y="382017"/>
                      </a:lnTo>
                      <a:cubicBezTo>
                        <a:pt x="371481" y="382017"/>
                        <a:pt x="361434" y="392064"/>
                        <a:pt x="361434" y="404561"/>
                      </a:cubicBezTo>
                      <a:lnTo>
                        <a:pt x="361434" y="638574"/>
                      </a:lnTo>
                      <a:cubicBezTo>
                        <a:pt x="361434" y="674840"/>
                        <a:pt x="332029" y="704245"/>
                        <a:pt x="295763" y="704245"/>
                      </a:cubicBezTo>
                      <a:close/>
                    </a:path>
                  </a:pathLst>
                </a:custGeom>
                <a:grpFill/>
                <a:ln w="2441" cap="flat">
                  <a:noFill/>
                  <a:prstDash val="solid"/>
                  <a:miter/>
                </a:ln>
              </p:spPr>
              <p:txBody>
                <a:bodyPr rtlCol="0" anchor="ctr"/>
                <a:lstStyle/>
                <a:p>
                  <a:pPr defTabSz="457154"/>
                  <a:endParaRPr lang="en-US">
                    <a:solidFill>
                      <a:srgbClr val="003059"/>
                    </a:solidFill>
                    <a:latin typeface="PP Telegraf"/>
                  </a:endParaRPr>
                </a:p>
              </p:txBody>
            </p:sp>
          </p:grpSp>
        </p:grpSp>
        <p:sp>
          <p:nvSpPr>
            <p:cNvPr id="36" name="Text Placeholder 7">
              <a:extLst>
                <a:ext uri="{FF2B5EF4-FFF2-40B4-BE49-F238E27FC236}">
                  <a16:creationId xmlns:a16="http://schemas.microsoft.com/office/drawing/2014/main" id="{130A3F92-DD77-41C4-2654-E28934CD6ED0}"/>
                </a:ext>
              </a:extLst>
            </p:cNvPr>
            <p:cNvSpPr txBox="1">
              <a:spLocks/>
            </p:cNvSpPr>
            <p:nvPr/>
          </p:nvSpPr>
          <p:spPr>
            <a:xfrm>
              <a:off x="3515474" y="725864"/>
              <a:ext cx="1637918" cy="352528"/>
            </a:xfrm>
            <a:prstGeom prst="rect">
              <a:avLst/>
            </a:prstGeom>
          </p:spPr>
          <p:txBody>
            <a:bodyPr vert="horz" lIns="91428" tIns="0" rIns="91428"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3883"/>
              <a:r>
                <a:rPr lang="en-US" sz="2000" dirty="0">
                  <a:solidFill>
                    <a:srgbClr val="003059"/>
                  </a:solidFill>
                  <a:latin typeface="PP Telegraf"/>
                </a:rPr>
                <a:t>Challenges</a:t>
              </a:r>
            </a:p>
          </p:txBody>
        </p:sp>
      </p:grpSp>
      <p:sp>
        <p:nvSpPr>
          <p:cNvPr id="42" name="TextBox 41">
            <a:extLst>
              <a:ext uri="{FF2B5EF4-FFF2-40B4-BE49-F238E27FC236}">
                <a16:creationId xmlns:a16="http://schemas.microsoft.com/office/drawing/2014/main" id="{447AB985-0673-50AD-BA9A-FA3C9DD945AC}"/>
              </a:ext>
            </a:extLst>
          </p:cNvPr>
          <p:cNvSpPr txBox="1"/>
          <p:nvPr/>
        </p:nvSpPr>
        <p:spPr>
          <a:xfrm>
            <a:off x="4202135" y="754204"/>
            <a:ext cx="3072927" cy="1769485"/>
          </a:xfrm>
          <a:prstGeom prst="rect">
            <a:avLst/>
          </a:prstGeom>
          <a:noFill/>
        </p:spPr>
        <p:txBody>
          <a:bodyPr wrap="square" lIns="0" tIns="0" rIns="0" bIns="0" rtlCol="0">
            <a:spAutoFit/>
          </a:bodyPr>
          <a:lstStyle/>
          <a:p>
            <a:pPr marL="228577" indent="-228577" defTabSz="914309">
              <a:spcBef>
                <a:spcPts val="600"/>
              </a:spcBef>
              <a:buFont typeface="Arial" charset="0"/>
              <a:buChar char="•"/>
              <a:defRPr/>
            </a:pPr>
            <a:r>
              <a:rPr lang="en-US" sz="1000" dirty="0">
                <a:solidFill>
                  <a:srgbClr val="000000"/>
                </a:solidFill>
                <a:latin typeface="PP Telegraf"/>
              </a:rPr>
              <a:t>Existing search functionality was limited to destination-based recommendations</a:t>
            </a:r>
            <a:endParaRPr lang="en-US" sz="1000" dirty="0">
              <a:solidFill>
                <a:srgbClr val="000000"/>
              </a:solidFill>
              <a:latin typeface="PP Telegraf"/>
              <a:ea typeface="Open Sans" panose="020B0606030504020204" pitchFamily="34" charset="0"/>
              <a:cs typeface="Open Sans" panose="020B0606030504020204" pitchFamily="34" charset="0"/>
            </a:endParaRPr>
          </a:p>
          <a:p>
            <a:pPr marL="228577" indent="-228577" defTabSz="914309">
              <a:spcBef>
                <a:spcPts val="600"/>
              </a:spcBef>
              <a:buFont typeface="Arial" charset="0"/>
              <a:buChar char="•"/>
              <a:defRPr/>
            </a:pPr>
            <a:r>
              <a:rPr lang="en-US" sz="1000" dirty="0">
                <a:solidFill>
                  <a:srgbClr val="000000"/>
                </a:solidFill>
                <a:latin typeface="PP Telegraf"/>
              </a:rPr>
              <a:t>System couldn't process natural language queries or provide recommendations based on guests' interests, activities, or specific amenities</a:t>
            </a:r>
            <a:endParaRPr lang="en-US" sz="1000" dirty="0">
              <a:solidFill>
                <a:srgbClr val="000000"/>
              </a:solidFill>
              <a:latin typeface="PP Telegraf"/>
              <a:ea typeface="Open Sans" panose="020B0606030504020204" pitchFamily="34" charset="0"/>
              <a:cs typeface="Open Sans" panose="020B0606030504020204" pitchFamily="34" charset="0"/>
            </a:endParaRPr>
          </a:p>
          <a:p>
            <a:pPr marL="228577" indent="-228577" defTabSz="914309">
              <a:spcBef>
                <a:spcPts val="600"/>
              </a:spcBef>
              <a:buFont typeface="Arial" charset="0"/>
              <a:buChar char="•"/>
              <a:defRPr/>
            </a:pPr>
            <a:r>
              <a:rPr lang="en-US" sz="1000" dirty="0">
                <a:solidFill>
                  <a:srgbClr val="000000"/>
                </a:solidFill>
                <a:latin typeface="PP Telegraf"/>
              </a:rPr>
              <a:t>Slow search response times impacted user experience and potential conversion rates</a:t>
            </a:r>
            <a:endParaRPr lang="en-US" sz="1000" dirty="0">
              <a:solidFill>
                <a:srgbClr val="000000"/>
              </a:solidFill>
              <a:latin typeface="PP Telegraf"/>
              <a:ea typeface="Open Sans" panose="020B0606030504020204" pitchFamily="34" charset="0"/>
              <a:cs typeface="Open Sans" panose="020B0606030504020204" pitchFamily="34" charset="0"/>
            </a:endParaRPr>
          </a:p>
          <a:p>
            <a:pPr marL="228577" indent="-228577" defTabSz="914309">
              <a:spcBef>
                <a:spcPts val="600"/>
              </a:spcBef>
              <a:buFont typeface="Arial" charset="0"/>
              <a:buChar char="•"/>
              <a:defRPr/>
            </a:pPr>
            <a:r>
              <a:rPr lang="en-US" sz="1000" dirty="0">
                <a:solidFill>
                  <a:srgbClr val="000000"/>
                </a:solidFill>
                <a:latin typeface="PP Telegraf"/>
              </a:rPr>
              <a:t>Existing solution lacked cost-efficiency and scalability for handling millions of monthly queries</a:t>
            </a:r>
            <a:endParaRPr lang="en-US" sz="1000" dirty="0">
              <a:solidFill>
                <a:srgbClr val="000000"/>
              </a:solidFill>
              <a:latin typeface="PP Telegraf"/>
              <a:ea typeface="Open Sans" panose="020B0606030504020204" pitchFamily="34" charset="0"/>
              <a:cs typeface="Open Sans" panose="020B0606030504020204" pitchFamily="34" charset="0"/>
            </a:endParaRPr>
          </a:p>
        </p:txBody>
      </p:sp>
      <p:grpSp>
        <p:nvGrpSpPr>
          <p:cNvPr id="44" name="Group 43">
            <a:extLst>
              <a:ext uri="{FF2B5EF4-FFF2-40B4-BE49-F238E27FC236}">
                <a16:creationId xmlns:a16="http://schemas.microsoft.com/office/drawing/2014/main" id="{6717886F-6AB6-F819-C75A-10512F06C240}"/>
              </a:ext>
            </a:extLst>
          </p:cNvPr>
          <p:cNvGrpSpPr/>
          <p:nvPr/>
        </p:nvGrpSpPr>
        <p:grpSpPr>
          <a:xfrm>
            <a:off x="4205619" y="2741521"/>
            <a:ext cx="352483" cy="352483"/>
            <a:chOff x="3341677" y="2042101"/>
            <a:chExt cx="352529" cy="352529"/>
          </a:xfrm>
        </p:grpSpPr>
        <p:sp>
          <p:nvSpPr>
            <p:cNvPr id="46" name="Oval 45">
              <a:extLst>
                <a:ext uri="{FF2B5EF4-FFF2-40B4-BE49-F238E27FC236}">
                  <a16:creationId xmlns:a16="http://schemas.microsoft.com/office/drawing/2014/main" id="{CC643E25-D68A-8452-E9DA-C260B80F72C2}"/>
                </a:ext>
              </a:extLst>
            </p:cNvPr>
            <p:cNvSpPr/>
            <p:nvPr/>
          </p:nvSpPr>
          <p:spPr>
            <a:xfrm>
              <a:off x="3341677" y="2042101"/>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MY" sz="1200" b="1">
                <a:solidFill>
                  <a:srgbClr val="003059"/>
                </a:solidFill>
                <a:latin typeface="PP Telegraf"/>
              </a:endParaRPr>
            </a:p>
          </p:txBody>
        </p:sp>
        <p:pic>
          <p:nvPicPr>
            <p:cNvPr id="47" name="Graphic 46">
              <a:extLst>
                <a:ext uri="{FF2B5EF4-FFF2-40B4-BE49-F238E27FC236}">
                  <a16:creationId xmlns:a16="http://schemas.microsoft.com/office/drawing/2014/main" id="{2CFA8C0E-70E9-1483-4A6D-F2C7880577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1602" y="2062026"/>
              <a:ext cx="312678" cy="312678"/>
            </a:xfrm>
            <a:prstGeom prst="rect">
              <a:avLst/>
            </a:prstGeom>
          </p:spPr>
        </p:pic>
      </p:grpSp>
      <p:sp>
        <p:nvSpPr>
          <p:cNvPr id="45" name="Text Placeholder 7">
            <a:extLst>
              <a:ext uri="{FF2B5EF4-FFF2-40B4-BE49-F238E27FC236}">
                <a16:creationId xmlns:a16="http://schemas.microsoft.com/office/drawing/2014/main" id="{0427DA72-5330-6F8D-CD4A-E2645F6ED99A}"/>
              </a:ext>
            </a:extLst>
          </p:cNvPr>
          <p:cNvSpPr txBox="1">
            <a:spLocks/>
          </p:cNvSpPr>
          <p:nvPr/>
        </p:nvSpPr>
        <p:spPr>
          <a:xfrm>
            <a:off x="4566559" y="2759826"/>
            <a:ext cx="1499973" cy="352482"/>
          </a:xfrm>
          <a:prstGeom prst="rect">
            <a:avLst/>
          </a:prstGeom>
        </p:spPr>
        <p:txBody>
          <a:bodyPr vert="horz" lIns="91428" tIns="0" rIns="91428"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3883"/>
            <a:r>
              <a:rPr lang="en-US" sz="2000" dirty="0">
                <a:solidFill>
                  <a:srgbClr val="003059"/>
                </a:solidFill>
                <a:latin typeface="PP Telegraf"/>
              </a:rPr>
              <a:t>Solutions</a:t>
            </a:r>
          </a:p>
        </p:txBody>
      </p:sp>
      <p:sp>
        <p:nvSpPr>
          <p:cNvPr id="48" name="TextBox 47">
            <a:extLst>
              <a:ext uri="{FF2B5EF4-FFF2-40B4-BE49-F238E27FC236}">
                <a16:creationId xmlns:a16="http://schemas.microsoft.com/office/drawing/2014/main" id="{4445B5C0-CBD7-FA89-0F01-0446160903FA}"/>
              </a:ext>
            </a:extLst>
          </p:cNvPr>
          <p:cNvSpPr txBox="1"/>
          <p:nvPr/>
        </p:nvSpPr>
        <p:spPr>
          <a:xfrm>
            <a:off x="4194174" y="3331838"/>
            <a:ext cx="2624124" cy="3308167"/>
          </a:xfrm>
          <a:prstGeom prst="rect">
            <a:avLst/>
          </a:prstGeom>
          <a:noFill/>
        </p:spPr>
        <p:txBody>
          <a:bodyPr wrap="square" lIns="0" tIns="0" rIns="0" bIns="0" rtlCol="0">
            <a:spAutoFit/>
          </a:bodyPr>
          <a:lstStyle/>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Developed an AI-driven search solution with multiple components:</a:t>
            </a:r>
          </a:p>
          <a:p>
            <a:pPr marL="517473" lvl="1" indent="-166671" defTabSz="913974">
              <a:spcAft>
                <a:spcPts val="600"/>
              </a:spcAft>
              <a:buFont typeface="Arial" panose="020B0604020202020204" pitchFamily="34" charset="0"/>
              <a:buChar char="•"/>
              <a:defRPr/>
            </a:pPr>
            <a:r>
              <a:rPr lang="en-US" sz="1000" dirty="0">
                <a:solidFill>
                  <a:srgbClr val="000000"/>
                </a:solidFill>
                <a:latin typeface="PP Telegraf"/>
              </a:rPr>
              <a:t>Classification algorithm, toxicity filter, named-entity recognition system</a:t>
            </a:r>
          </a:p>
          <a:p>
            <a:pPr marL="517473" lvl="1" indent="-166671" defTabSz="913974">
              <a:spcAft>
                <a:spcPts val="600"/>
              </a:spcAft>
              <a:buFont typeface="Arial" panose="020B0604020202020204" pitchFamily="34" charset="0"/>
              <a:buChar char="•"/>
              <a:defRPr/>
            </a:pPr>
            <a:r>
              <a:rPr lang="en-US" sz="1000" dirty="0">
                <a:solidFill>
                  <a:srgbClr val="000000"/>
                </a:solidFill>
                <a:latin typeface="PP Telegraf"/>
              </a:rPr>
              <a:t>Integration of Google Gemini LLM for relevant world information</a:t>
            </a:r>
          </a:p>
          <a:p>
            <a:pPr marL="517473" lvl="1" indent="-166671" defTabSz="913974">
              <a:spcAft>
                <a:spcPts val="600"/>
              </a:spcAft>
              <a:buFont typeface="Arial" panose="020B0604020202020204" pitchFamily="34" charset="0"/>
              <a:buChar char="•"/>
              <a:defRPr/>
            </a:pPr>
            <a:r>
              <a:rPr lang="en-US" sz="1000" dirty="0">
                <a:solidFill>
                  <a:srgbClr val="000000"/>
                </a:solidFill>
                <a:latin typeface="PP Telegraf"/>
              </a:rPr>
              <a:t>Catalogue enrichment process to improve future query performance</a:t>
            </a:r>
          </a:p>
          <a:p>
            <a:pPr marL="60319" indent="-166671" defTabSz="913974">
              <a:spcAft>
                <a:spcPts val="600"/>
              </a:spcAft>
              <a:buFont typeface="Arial" panose="020B0604020202020204" pitchFamily="34" charset="0"/>
              <a:buChar char="•"/>
              <a:defRPr/>
            </a:pPr>
            <a:r>
              <a:rPr lang="en-US" sz="1000" dirty="0">
                <a:solidFill>
                  <a:srgbClr val="000000"/>
                </a:solidFill>
                <a:latin typeface="PP Telegraf"/>
              </a:rPr>
              <a:t>Implemented AWS </a:t>
            </a:r>
            <a:r>
              <a:rPr lang="en-US" sz="1000" dirty="0" err="1">
                <a:solidFill>
                  <a:srgbClr val="000000"/>
                </a:solidFill>
                <a:latin typeface="PP Telegraf"/>
              </a:rPr>
              <a:t>Trainium</a:t>
            </a:r>
            <a:r>
              <a:rPr lang="en-US" sz="1000" dirty="0">
                <a:solidFill>
                  <a:srgbClr val="000000"/>
                </a:solidFill>
                <a:latin typeface="PP Telegraf"/>
              </a:rPr>
              <a:t> for model training and Inferentia2 for inference</a:t>
            </a:r>
          </a:p>
          <a:p>
            <a:pPr marL="60319" indent="-166671" defTabSz="913974">
              <a:spcAft>
                <a:spcPts val="600"/>
              </a:spcAft>
              <a:buFont typeface="Arial" panose="020B0604020202020204" pitchFamily="34" charset="0"/>
              <a:buChar char="•"/>
              <a:defRPr/>
            </a:pPr>
            <a:r>
              <a:rPr lang="en-US" sz="1000" dirty="0">
                <a:solidFill>
                  <a:srgbClr val="000000"/>
                </a:solidFill>
                <a:latin typeface="PP Telegraf"/>
              </a:rPr>
              <a:t>Implemented scalable architecture using AWS services like </a:t>
            </a:r>
            <a:r>
              <a:rPr lang="en-US" sz="1000" dirty="0" err="1">
                <a:solidFill>
                  <a:srgbClr val="000000"/>
                </a:solidFill>
                <a:latin typeface="PP Telegraf"/>
              </a:rPr>
              <a:t>SageMaker</a:t>
            </a:r>
            <a:r>
              <a:rPr lang="en-US" sz="1000" dirty="0">
                <a:solidFill>
                  <a:srgbClr val="000000"/>
                </a:solidFill>
                <a:latin typeface="PP Telegraf"/>
              </a:rPr>
              <a:t>, API Gateway, Lambda, and CloudFormation</a:t>
            </a:r>
          </a:p>
          <a:p>
            <a:pPr marL="60319" indent="-166671" defTabSz="913974">
              <a:spcAft>
                <a:spcPts val="600"/>
              </a:spcAft>
              <a:buFont typeface="Arial" panose="020B0604020202020204" pitchFamily="34" charset="0"/>
              <a:buChar char="•"/>
              <a:defRPr/>
            </a:pPr>
            <a:r>
              <a:rPr lang="en-US" sz="1000" dirty="0">
                <a:solidFill>
                  <a:srgbClr val="000000"/>
                </a:solidFill>
                <a:latin typeface="PP Telegraf"/>
              </a:rPr>
              <a:t>Created synthetic query records for training and tuning models</a:t>
            </a:r>
          </a:p>
          <a:p>
            <a:pPr marL="60319" indent="-166671" defTabSz="913974">
              <a:spcAft>
                <a:spcPts val="600"/>
              </a:spcAft>
              <a:buFont typeface="Arial" panose="020B0604020202020204" pitchFamily="34" charset="0"/>
              <a:buChar char="•"/>
              <a:defRPr/>
            </a:pPr>
            <a:r>
              <a:rPr lang="en-US" sz="1000" dirty="0">
                <a:solidFill>
                  <a:srgbClr val="000000"/>
                </a:solidFill>
                <a:latin typeface="PP Telegraf"/>
              </a:rPr>
              <a:t>Optimized hardware configuration and model design for Inferentia2 deployment</a:t>
            </a:r>
          </a:p>
        </p:txBody>
      </p:sp>
      <p:grpSp>
        <p:nvGrpSpPr>
          <p:cNvPr id="49" name="Group 48">
            <a:extLst>
              <a:ext uri="{FF2B5EF4-FFF2-40B4-BE49-F238E27FC236}">
                <a16:creationId xmlns:a16="http://schemas.microsoft.com/office/drawing/2014/main" id="{F2DFFAC7-082C-E162-37E6-1404F1029108}"/>
              </a:ext>
            </a:extLst>
          </p:cNvPr>
          <p:cNvGrpSpPr/>
          <p:nvPr/>
        </p:nvGrpSpPr>
        <p:grpSpPr>
          <a:xfrm>
            <a:off x="7947445" y="184189"/>
            <a:ext cx="2822418" cy="362699"/>
            <a:chOff x="8586322" y="1605610"/>
            <a:chExt cx="2822786" cy="362746"/>
          </a:xfrm>
        </p:grpSpPr>
        <p:sp>
          <p:nvSpPr>
            <p:cNvPr id="50" name="Text Placeholder 7">
              <a:extLst>
                <a:ext uri="{FF2B5EF4-FFF2-40B4-BE49-F238E27FC236}">
                  <a16:creationId xmlns:a16="http://schemas.microsoft.com/office/drawing/2014/main" id="{E781AB69-4EF5-5650-77F7-36A11195C5F7}"/>
                </a:ext>
              </a:extLst>
            </p:cNvPr>
            <p:cNvSpPr txBox="1">
              <a:spLocks/>
            </p:cNvSpPr>
            <p:nvPr/>
          </p:nvSpPr>
          <p:spPr>
            <a:xfrm>
              <a:off x="8947310" y="1615828"/>
              <a:ext cx="2461798" cy="352528"/>
            </a:xfrm>
            <a:prstGeom prst="rect">
              <a:avLst/>
            </a:prstGeom>
          </p:spPr>
          <p:txBody>
            <a:bodyPr vert="horz" lIns="91428" tIns="0" rIns="91428" bIns="0" rtlCol="0" anchor="ctr" anchorCtr="0">
              <a:normAutofit/>
            </a:bodyPr>
            <a:lstStyle>
              <a:lvl1pPr marL="0" indent="0" algn="l" defTabSz="913974"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479" indent="-228494" algn="l" defTabSz="91397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481" indent="-228494" algn="l" defTabSz="91397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480"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466"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50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492"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479"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467" indent="-228494" algn="l" defTabSz="91397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3883"/>
              <a:r>
                <a:rPr lang="en-US" sz="2000" dirty="0">
                  <a:solidFill>
                    <a:srgbClr val="003059"/>
                  </a:solidFill>
                  <a:latin typeface="PP Telegraf"/>
                </a:rPr>
                <a:t>Impacts</a:t>
              </a:r>
            </a:p>
          </p:txBody>
        </p:sp>
        <p:grpSp>
          <p:nvGrpSpPr>
            <p:cNvPr id="51" name="Group 50">
              <a:extLst>
                <a:ext uri="{FF2B5EF4-FFF2-40B4-BE49-F238E27FC236}">
                  <a16:creationId xmlns:a16="http://schemas.microsoft.com/office/drawing/2014/main" id="{773BB8F6-9C05-FD30-AFC2-402E6DEC4F86}"/>
                </a:ext>
              </a:extLst>
            </p:cNvPr>
            <p:cNvGrpSpPr/>
            <p:nvPr/>
          </p:nvGrpSpPr>
          <p:grpSpPr>
            <a:xfrm>
              <a:off x="8586322" y="1605610"/>
              <a:ext cx="352529" cy="352529"/>
              <a:chOff x="3341677" y="4153738"/>
              <a:chExt cx="352529" cy="352529"/>
            </a:xfrm>
          </p:grpSpPr>
          <p:sp>
            <p:nvSpPr>
              <p:cNvPr id="52" name="Oval 51">
                <a:extLst>
                  <a:ext uri="{FF2B5EF4-FFF2-40B4-BE49-F238E27FC236}">
                    <a16:creationId xmlns:a16="http://schemas.microsoft.com/office/drawing/2014/main" id="{6718EDA0-C1EE-3C97-B5A6-50AF8B3D1478}"/>
                  </a:ext>
                </a:extLst>
              </p:cNvPr>
              <p:cNvSpPr/>
              <p:nvPr/>
            </p:nvSpPr>
            <p:spPr>
              <a:xfrm>
                <a:off x="3341677" y="4153738"/>
                <a:ext cx="352529" cy="35252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MY" sz="1200" b="1">
                  <a:solidFill>
                    <a:srgbClr val="003059"/>
                  </a:solidFill>
                  <a:latin typeface="PP Telegraf"/>
                </a:endParaRPr>
              </a:p>
            </p:txBody>
          </p:sp>
          <p:pic>
            <p:nvPicPr>
              <p:cNvPr id="53" name="Graphic 52">
                <a:extLst>
                  <a:ext uri="{FF2B5EF4-FFF2-40B4-BE49-F238E27FC236}">
                    <a16:creationId xmlns:a16="http://schemas.microsoft.com/office/drawing/2014/main" id="{B5573B92-5CB6-996E-728B-66F2867704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84154" y="4193040"/>
                <a:ext cx="267575" cy="267575"/>
              </a:xfrm>
              <a:prstGeom prst="rect">
                <a:avLst/>
              </a:prstGeom>
            </p:spPr>
          </p:pic>
        </p:grpSp>
      </p:grpSp>
      <p:grpSp>
        <p:nvGrpSpPr>
          <p:cNvPr id="55" name="Group 54">
            <a:extLst>
              <a:ext uri="{FF2B5EF4-FFF2-40B4-BE49-F238E27FC236}">
                <a16:creationId xmlns:a16="http://schemas.microsoft.com/office/drawing/2014/main" id="{88EE13D8-7462-6A3B-4CD6-E2FD99E59BC9}"/>
              </a:ext>
            </a:extLst>
          </p:cNvPr>
          <p:cNvGrpSpPr/>
          <p:nvPr/>
        </p:nvGrpSpPr>
        <p:grpSpPr>
          <a:xfrm>
            <a:off x="7947445" y="2865594"/>
            <a:ext cx="3587734" cy="557290"/>
            <a:chOff x="7713589" y="4155948"/>
            <a:chExt cx="3588201" cy="557363"/>
          </a:xfrm>
        </p:grpSpPr>
        <p:sp>
          <p:nvSpPr>
            <p:cNvPr id="56" name="Rectangle: Rounded Corners 36">
              <a:extLst>
                <a:ext uri="{FF2B5EF4-FFF2-40B4-BE49-F238E27FC236}">
                  <a16:creationId xmlns:a16="http://schemas.microsoft.com/office/drawing/2014/main" id="{F5D72FE3-BA40-71BA-7B13-81790B178B5E}"/>
                </a:ext>
              </a:extLst>
            </p:cNvPr>
            <p:cNvSpPr/>
            <p:nvPr/>
          </p:nvSpPr>
          <p:spPr>
            <a:xfrm>
              <a:off x="7713589" y="4155948"/>
              <a:ext cx="3588201" cy="5573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US">
                <a:solidFill>
                  <a:srgbClr val="FFFFFF"/>
                </a:solidFill>
                <a:latin typeface="PP Telegraf"/>
              </a:endParaRPr>
            </a:p>
          </p:txBody>
        </p:sp>
        <p:sp>
          <p:nvSpPr>
            <p:cNvPr id="57" name="TextBox 56">
              <a:extLst>
                <a:ext uri="{FF2B5EF4-FFF2-40B4-BE49-F238E27FC236}">
                  <a16:creationId xmlns:a16="http://schemas.microsoft.com/office/drawing/2014/main" id="{526D3275-1A45-5E72-E2A6-D4E018B4F3FB}"/>
                </a:ext>
              </a:extLst>
            </p:cNvPr>
            <p:cNvSpPr txBox="1"/>
            <p:nvPr/>
          </p:nvSpPr>
          <p:spPr>
            <a:xfrm>
              <a:off x="8412112" y="4312650"/>
              <a:ext cx="2748280" cy="276999"/>
            </a:xfrm>
            <a:prstGeom prst="rect">
              <a:avLst/>
            </a:prstGeom>
            <a:noFill/>
          </p:spPr>
          <p:txBody>
            <a:bodyPr wrap="square" lIns="0" tIns="0" rIns="0" bIns="0" rtlCol="0">
              <a:spAutoFit/>
            </a:bodyPr>
            <a:lstStyle/>
            <a:p>
              <a:pPr marL="0" lvl="1" defTabSz="457154">
                <a:lnSpc>
                  <a:spcPct val="90000"/>
                </a:lnSpc>
                <a:spcBef>
                  <a:spcPts val="600"/>
                </a:spcBef>
                <a:defRPr/>
              </a:pPr>
              <a:r>
                <a:rPr lang="en-US" sz="1000" dirty="0">
                  <a:solidFill>
                    <a:srgbClr val="FFFFFF"/>
                  </a:solidFill>
                  <a:latin typeface="PP Telegraf"/>
                  <a:ea typeface="Open Sans" panose="020B0606030504020204" pitchFamily="34" charset="0"/>
                  <a:cs typeface="Calibri" panose="020F0502020204030204" pitchFamily="34" charset="0"/>
                </a:rPr>
                <a:t>Achieved a mean response time of 10ms, </a:t>
              </a:r>
              <a:r>
                <a:rPr lang="en-US" sz="1000" dirty="0">
                  <a:solidFill>
                    <a:srgbClr val="00EDED"/>
                  </a:solidFill>
                  <a:latin typeface="PP Telegraf"/>
                  <a:ea typeface="Open Sans" panose="020B0606030504020204" pitchFamily="34" charset="0"/>
                  <a:cs typeface="Calibri" panose="020F0502020204030204" pitchFamily="34" charset="0"/>
                </a:rPr>
                <a:t>a 90% improvement over previous systems</a:t>
              </a:r>
            </a:p>
          </p:txBody>
        </p:sp>
        <p:sp>
          <p:nvSpPr>
            <p:cNvPr id="58" name="Oval 57">
              <a:extLst>
                <a:ext uri="{FF2B5EF4-FFF2-40B4-BE49-F238E27FC236}">
                  <a16:creationId xmlns:a16="http://schemas.microsoft.com/office/drawing/2014/main" id="{F207B6A0-32F4-BF34-C63D-D81E97EE295D}"/>
                </a:ext>
              </a:extLst>
            </p:cNvPr>
            <p:cNvSpPr/>
            <p:nvPr/>
          </p:nvSpPr>
          <p:spPr>
            <a:xfrm>
              <a:off x="7917745" y="4264462"/>
              <a:ext cx="340334" cy="34033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r>
                <a:rPr lang="en-US" sz="1400" b="1" dirty="0">
                  <a:solidFill>
                    <a:srgbClr val="00EDED"/>
                  </a:solidFill>
                  <a:latin typeface="PP Telegraf"/>
                </a:rPr>
                <a:t>1</a:t>
              </a:r>
            </a:p>
          </p:txBody>
        </p:sp>
      </p:grpSp>
      <p:grpSp>
        <p:nvGrpSpPr>
          <p:cNvPr id="59" name="Group 58">
            <a:extLst>
              <a:ext uri="{FF2B5EF4-FFF2-40B4-BE49-F238E27FC236}">
                <a16:creationId xmlns:a16="http://schemas.microsoft.com/office/drawing/2014/main" id="{FB86F0FA-F094-5F93-42CA-5C3F92C33261}"/>
              </a:ext>
            </a:extLst>
          </p:cNvPr>
          <p:cNvGrpSpPr/>
          <p:nvPr/>
        </p:nvGrpSpPr>
        <p:grpSpPr>
          <a:xfrm>
            <a:off x="7947444" y="3536330"/>
            <a:ext cx="3587734" cy="557290"/>
            <a:chOff x="7713588" y="4155948"/>
            <a:chExt cx="3588201" cy="557363"/>
          </a:xfrm>
        </p:grpSpPr>
        <p:sp>
          <p:nvSpPr>
            <p:cNvPr id="60" name="Rectangle: Rounded Corners 44">
              <a:extLst>
                <a:ext uri="{FF2B5EF4-FFF2-40B4-BE49-F238E27FC236}">
                  <a16:creationId xmlns:a16="http://schemas.microsoft.com/office/drawing/2014/main" id="{FC353DAE-7113-7B42-69DD-852B1DC089CB}"/>
                </a:ext>
              </a:extLst>
            </p:cNvPr>
            <p:cNvSpPr/>
            <p:nvPr/>
          </p:nvSpPr>
          <p:spPr>
            <a:xfrm>
              <a:off x="7713588" y="4155948"/>
              <a:ext cx="3588201" cy="5573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US">
                <a:solidFill>
                  <a:srgbClr val="FFFFFF"/>
                </a:solidFill>
                <a:latin typeface="PP Telegraf"/>
              </a:endParaRPr>
            </a:p>
          </p:txBody>
        </p:sp>
        <p:sp>
          <p:nvSpPr>
            <p:cNvPr id="61" name="TextBox 60">
              <a:extLst>
                <a:ext uri="{FF2B5EF4-FFF2-40B4-BE49-F238E27FC236}">
                  <a16:creationId xmlns:a16="http://schemas.microsoft.com/office/drawing/2014/main" id="{412BCFDD-21D3-E896-1088-56DE9C44B2B3}"/>
                </a:ext>
              </a:extLst>
            </p:cNvPr>
            <p:cNvSpPr txBox="1"/>
            <p:nvPr/>
          </p:nvSpPr>
          <p:spPr>
            <a:xfrm>
              <a:off x="8412112" y="4312646"/>
              <a:ext cx="2748280" cy="276999"/>
            </a:xfrm>
            <a:prstGeom prst="rect">
              <a:avLst/>
            </a:prstGeom>
            <a:noFill/>
          </p:spPr>
          <p:txBody>
            <a:bodyPr wrap="square" lIns="0" tIns="0" rIns="0" bIns="0" rtlCol="0">
              <a:spAutoFit/>
            </a:bodyPr>
            <a:lstStyle/>
            <a:p>
              <a:pPr marL="0" lvl="1" defTabSz="457154">
                <a:lnSpc>
                  <a:spcPct val="90000"/>
                </a:lnSpc>
                <a:spcBef>
                  <a:spcPts val="600"/>
                </a:spcBef>
                <a:defRPr/>
              </a:pPr>
              <a:r>
                <a:rPr lang="en-US" sz="1000" dirty="0">
                  <a:solidFill>
                    <a:srgbClr val="FFFFFF"/>
                  </a:solidFill>
                  <a:latin typeface="PP Telegraf"/>
                  <a:ea typeface="Open Sans" panose="020B0606030504020204" pitchFamily="34" charset="0"/>
                  <a:cs typeface="Calibri" panose="020F0502020204030204" pitchFamily="34" charset="0"/>
                </a:rPr>
                <a:t>Reduced compute costs by 50%</a:t>
              </a:r>
              <a:r>
                <a:rPr lang="en-US" sz="1000" dirty="0">
                  <a:solidFill>
                    <a:srgbClr val="00EDED"/>
                  </a:solidFill>
                  <a:latin typeface="PP Telegraf"/>
                  <a:ea typeface="Open Sans" panose="020B0606030504020204" pitchFamily="34" charset="0"/>
                  <a:cs typeface="Calibri" panose="020F0502020204030204" pitchFamily="34" charset="0"/>
                </a:rPr>
                <a:t>, with estimated annual savings of $85k to $150k</a:t>
              </a:r>
              <a:endParaRPr lang="en-US" sz="1000" dirty="0">
                <a:solidFill>
                  <a:srgbClr val="FFFFFF"/>
                </a:solidFill>
                <a:latin typeface="PP Telegraf"/>
                <a:ea typeface="Open Sans" panose="020B0606030504020204" pitchFamily="34" charset="0"/>
                <a:cs typeface="Calibri" panose="020F0502020204030204" pitchFamily="34" charset="0"/>
              </a:endParaRPr>
            </a:p>
          </p:txBody>
        </p:sp>
        <p:sp>
          <p:nvSpPr>
            <p:cNvPr id="62" name="Oval 61">
              <a:extLst>
                <a:ext uri="{FF2B5EF4-FFF2-40B4-BE49-F238E27FC236}">
                  <a16:creationId xmlns:a16="http://schemas.microsoft.com/office/drawing/2014/main" id="{0C3EE3D0-1CB8-DE38-3CD3-C1EC48EBAFA3}"/>
                </a:ext>
              </a:extLst>
            </p:cNvPr>
            <p:cNvSpPr/>
            <p:nvPr/>
          </p:nvSpPr>
          <p:spPr>
            <a:xfrm>
              <a:off x="7917745" y="4264462"/>
              <a:ext cx="340334" cy="34033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r>
                <a:rPr lang="en-US" sz="1400" b="1" dirty="0">
                  <a:solidFill>
                    <a:srgbClr val="00EDED"/>
                  </a:solidFill>
                  <a:latin typeface="PP Telegraf"/>
                </a:rPr>
                <a:t>2</a:t>
              </a:r>
            </a:p>
          </p:txBody>
        </p:sp>
      </p:grpSp>
      <p:grpSp>
        <p:nvGrpSpPr>
          <p:cNvPr id="63" name="Group 62">
            <a:extLst>
              <a:ext uri="{FF2B5EF4-FFF2-40B4-BE49-F238E27FC236}">
                <a16:creationId xmlns:a16="http://schemas.microsoft.com/office/drawing/2014/main" id="{D109B3C1-277D-4AB2-A06D-41105244E2BA}"/>
              </a:ext>
            </a:extLst>
          </p:cNvPr>
          <p:cNvGrpSpPr/>
          <p:nvPr/>
        </p:nvGrpSpPr>
        <p:grpSpPr>
          <a:xfrm>
            <a:off x="7947444" y="4202120"/>
            <a:ext cx="3587735" cy="557290"/>
            <a:chOff x="7713588" y="4155948"/>
            <a:chExt cx="3588202" cy="557363"/>
          </a:xfrm>
        </p:grpSpPr>
        <p:sp>
          <p:nvSpPr>
            <p:cNvPr id="64" name="Rectangle: Rounded Corners 48">
              <a:extLst>
                <a:ext uri="{FF2B5EF4-FFF2-40B4-BE49-F238E27FC236}">
                  <a16:creationId xmlns:a16="http://schemas.microsoft.com/office/drawing/2014/main" id="{9B9F8572-8F3E-C5B0-5D2B-18BD29B98605}"/>
                </a:ext>
              </a:extLst>
            </p:cNvPr>
            <p:cNvSpPr/>
            <p:nvPr/>
          </p:nvSpPr>
          <p:spPr>
            <a:xfrm>
              <a:off x="7713588" y="4155948"/>
              <a:ext cx="3588202" cy="5573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endParaRPr lang="en-US">
                <a:solidFill>
                  <a:srgbClr val="FFFFFF"/>
                </a:solidFill>
                <a:latin typeface="PP Telegraf"/>
              </a:endParaRPr>
            </a:p>
          </p:txBody>
        </p:sp>
        <p:sp>
          <p:nvSpPr>
            <p:cNvPr id="65" name="TextBox 64">
              <a:extLst>
                <a:ext uri="{FF2B5EF4-FFF2-40B4-BE49-F238E27FC236}">
                  <a16:creationId xmlns:a16="http://schemas.microsoft.com/office/drawing/2014/main" id="{14612C58-CE15-6A85-8B66-EA32A4334952}"/>
                </a:ext>
              </a:extLst>
            </p:cNvPr>
            <p:cNvSpPr txBox="1"/>
            <p:nvPr/>
          </p:nvSpPr>
          <p:spPr>
            <a:xfrm>
              <a:off x="8412112" y="4240805"/>
              <a:ext cx="2748280" cy="415498"/>
            </a:xfrm>
            <a:prstGeom prst="rect">
              <a:avLst/>
            </a:prstGeom>
            <a:noFill/>
          </p:spPr>
          <p:txBody>
            <a:bodyPr wrap="square" lIns="0" tIns="0" rIns="0" bIns="0" rtlCol="0">
              <a:spAutoFit/>
            </a:bodyPr>
            <a:lstStyle/>
            <a:p>
              <a:pPr marL="0" lvl="1" defTabSz="457154">
                <a:lnSpc>
                  <a:spcPct val="90000"/>
                </a:lnSpc>
                <a:spcBef>
                  <a:spcPts val="600"/>
                </a:spcBef>
                <a:buClr>
                  <a:srgbClr val="000000"/>
                </a:buClr>
                <a:defRPr/>
              </a:pPr>
              <a:r>
                <a:rPr lang="en-US" sz="1000" dirty="0">
                  <a:solidFill>
                    <a:srgbClr val="00EDED"/>
                  </a:solidFill>
                  <a:latin typeface="PP Telegraf"/>
                  <a:ea typeface="Open Sans" panose="020B0606030504020204" pitchFamily="34" charset="0"/>
                  <a:cs typeface="Calibri" panose="020F0502020204030204" pitchFamily="34" charset="0"/>
                </a:rPr>
                <a:t>Projected to generate $20-$50M </a:t>
              </a:r>
              <a:r>
                <a:rPr lang="en-US" sz="1000" dirty="0">
                  <a:solidFill>
                    <a:srgbClr val="FFFFFF"/>
                  </a:solidFill>
                  <a:latin typeface="PP Telegraf"/>
                  <a:ea typeface="Open Sans" panose="020B0606030504020204" pitchFamily="34" charset="0"/>
                  <a:cs typeface="Calibri" panose="020F0502020204030204" pitchFamily="34" charset="0"/>
                </a:rPr>
                <a:t>in the first year through increased conversion rates and direct booking</a:t>
              </a:r>
            </a:p>
          </p:txBody>
        </p:sp>
        <p:sp>
          <p:nvSpPr>
            <p:cNvPr id="66" name="Oval 65">
              <a:extLst>
                <a:ext uri="{FF2B5EF4-FFF2-40B4-BE49-F238E27FC236}">
                  <a16:creationId xmlns:a16="http://schemas.microsoft.com/office/drawing/2014/main" id="{5BBE4349-EF1C-49D3-1B18-1FDD5E4D170A}"/>
                </a:ext>
              </a:extLst>
            </p:cNvPr>
            <p:cNvSpPr/>
            <p:nvPr/>
          </p:nvSpPr>
          <p:spPr>
            <a:xfrm>
              <a:off x="7917745" y="4264462"/>
              <a:ext cx="340334" cy="34033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54"/>
              <a:r>
                <a:rPr lang="en-US" sz="1400" b="1" dirty="0">
                  <a:solidFill>
                    <a:srgbClr val="00EDED"/>
                  </a:solidFill>
                  <a:latin typeface="PP Telegraf"/>
                </a:rPr>
                <a:t>3</a:t>
              </a:r>
            </a:p>
          </p:txBody>
        </p:sp>
      </p:grpSp>
      <p:pic>
        <p:nvPicPr>
          <p:cNvPr id="67" name="Picture 66">
            <a:extLst>
              <a:ext uri="{FF2B5EF4-FFF2-40B4-BE49-F238E27FC236}">
                <a16:creationId xmlns:a16="http://schemas.microsoft.com/office/drawing/2014/main" id="{C9F56B2A-470F-3109-54B6-A4955EB29AD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18900000">
            <a:off x="-2971574" y="3648716"/>
            <a:ext cx="7254956" cy="4080913"/>
          </a:xfrm>
          <a:custGeom>
            <a:avLst/>
            <a:gdLst>
              <a:gd name="connsiteX0" fmla="*/ 1031306 w 8718506"/>
              <a:gd name="connsiteY0" fmla="*/ 4663325 h 4904159"/>
              <a:gd name="connsiteX1" fmla="*/ 1272140 w 8718506"/>
              <a:gd name="connsiteY1" fmla="*/ 4904159 h 4904159"/>
              <a:gd name="connsiteX2" fmla="*/ 0 w 8718506"/>
              <a:gd name="connsiteY2" fmla="*/ 4904159 h 4904159"/>
              <a:gd name="connsiteX3" fmla="*/ 0 w 8718506"/>
              <a:gd name="connsiteY3" fmla="*/ 3721822 h 4904159"/>
              <a:gd name="connsiteX4" fmla="*/ 986405 w 8718506"/>
              <a:gd name="connsiteY4" fmla="*/ 4708226 h 4904159"/>
              <a:gd name="connsiteX5" fmla="*/ 8718506 w 8718506"/>
              <a:gd name="connsiteY5" fmla="*/ 0 h 4904159"/>
              <a:gd name="connsiteX6" fmla="*/ 8718506 w 8718506"/>
              <a:gd name="connsiteY6" fmla="*/ 4904159 h 4904159"/>
              <a:gd name="connsiteX7" fmla="*/ 4810361 w 8718506"/>
              <a:gd name="connsiteY7" fmla="*/ 4904159 h 4904159"/>
              <a:gd name="connsiteX8" fmla="*/ 2800417 w 8718506"/>
              <a:gd name="connsiteY8" fmla="*/ 2894215 h 4904159"/>
              <a:gd name="connsiteX9" fmla="*/ 5694631 w 8718506"/>
              <a:gd name="connsiteY9" fmla="*/ 0 h 490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18506" h="4904159">
                <a:moveTo>
                  <a:pt x="1031306" y="4663325"/>
                </a:moveTo>
                <a:lnTo>
                  <a:pt x="1272140" y="4904159"/>
                </a:lnTo>
                <a:lnTo>
                  <a:pt x="0" y="4904159"/>
                </a:lnTo>
                <a:lnTo>
                  <a:pt x="0" y="3721822"/>
                </a:lnTo>
                <a:lnTo>
                  <a:pt x="986405" y="4708226"/>
                </a:lnTo>
                <a:close/>
                <a:moveTo>
                  <a:pt x="8718506" y="0"/>
                </a:moveTo>
                <a:lnTo>
                  <a:pt x="8718506" y="4904159"/>
                </a:lnTo>
                <a:lnTo>
                  <a:pt x="4810361" y="4904159"/>
                </a:lnTo>
                <a:lnTo>
                  <a:pt x="2800417" y="2894215"/>
                </a:lnTo>
                <a:lnTo>
                  <a:pt x="5694631" y="0"/>
                </a:lnTo>
                <a:close/>
              </a:path>
            </a:pathLst>
          </a:custGeom>
        </p:spPr>
      </p:pic>
      <p:sp>
        <p:nvSpPr>
          <p:cNvPr id="32" name="Text Placeholder 4">
            <a:extLst>
              <a:ext uri="{FF2B5EF4-FFF2-40B4-BE49-F238E27FC236}">
                <a16:creationId xmlns:a16="http://schemas.microsoft.com/office/drawing/2014/main" id="{236AE69B-3E7F-4589-5343-CE0A98492E37}"/>
              </a:ext>
            </a:extLst>
          </p:cNvPr>
          <p:cNvSpPr>
            <a:spLocks noGrp="1"/>
          </p:cNvSpPr>
          <p:nvPr>
            <p:ph type="body" sz="quarter" idx="13"/>
          </p:nvPr>
        </p:nvSpPr>
        <p:spPr>
          <a:xfrm>
            <a:off x="336180" y="1681336"/>
            <a:ext cx="2891877" cy="4248875"/>
          </a:xfrm>
        </p:spPr>
        <p:txBody>
          <a:bodyPr>
            <a:normAutofit/>
          </a:bodyPr>
          <a:lstStyle/>
          <a:p>
            <a:pPr>
              <a:lnSpc>
                <a:spcPct val="120000"/>
              </a:lnSpc>
              <a:spcBef>
                <a:spcPts val="0"/>
              </a:spcBef>
            </a:pPr>
            <a:r>
              <a:rPr lang="en-US" sz="1000" dirty="0"/>
              <a:t>Blend partnered with a major hotel chain to revolutionize their digital guest experience by implementing an AI-powered, intent-based search solution. This innovative system interprets complex guest queries and delivers personalized property recommendations with exceptional speed and efficiency. Utilizing advanced AI technologies, including classification algorithms, entity recognition, and large language models, the solution achieves remarkable performance improvements while significantly reducing compute costs. The project is expected to generate substantial revenue through increased conversion rates and direct bookings.</a:t>
            </a:r>
            <a:endParaRPr lang="en-US" sz="1000" kern="100" dirty="0">
              <a:latin typeface="+mn-lt"/>
              <a:ea typeface="Calibri" panose="020F0502020204030204" pitchFamily="34" charset="0"/>
              <a:cs typeface="Times New Roman" panose="02020603050405020304" pitchFamily="18" charset="0"/>
            </a:endParaRPr>
          </a:p>
        </p:txBody>
      </p:sp>
      <p:sp>
        <p:nvSpPr>
          <p:cNvPr id="68" name="TextBox 67">
            <a:extLst>
              <a:ext uri="{FF2B5EF4-FFF2-40B4-BE49-F238E27FC236}">
                <a16:creationId xmlns:a16="http://schemas.microsoft.com/office/drawing/2014/main" id="{391ED1E8-156B-F1D6-3E4A-2713624A7E17}"/>
              </a:ext>
            </a:extLst>
          </p:cNvPr>
          <p:cNvSpPr txBox="1"/>
          <p:nvPr/>
        </p:nvSpPr>
        <p:spPr>
          <a:xfrm>
            <a:off x="7948931" y="767265"/>
            <a:ext cx="3586247" cy="1846419"/>
          </a:xfrm>
          <a:prstGeom prst="rect">
            <a:avLst/>
          </a:prstGeom>
          <a:noFill/>
        </p:spPr>
        <p:txBody>
          <a:bodyPr wrap="square" lIns="0" tIns="0" rIns="0" bIns="0" rtlCol="0">
            <a:spAutoFit/>
          </a:bodyPr>
          <a:lstStyle/>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Enabled processing of millions of monthly queries across all client-owned platforms</a:t>
            </a:r>
          </a:p>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Improved guest experience with intuitive, natural language searches for complex travel requirements</a:t>
            </a:r>
          </a:p>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Enhanced personalization capabilities for recommendations based on guests’ interests </a:t>
            </a:r>
          </a:p>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Provided a foundation for future product development and functional enhancements </a:t>
            </a:r>
          </a:p>
          <a:p>
            <a:pPr marL="171433" indent="-171433" defTabSz="913974">
              <a:spcAft>
                <a:spcPts val="600"/>
              </a:spcAft>
              <a:buFont typeface="Arial" panose="020B0604020202020204" pitchFamily="34" charset="0"/>
              <a:buChar char="•"/>
              <a:defRPr/>
            </a:pPr>
            <a:r>
              <a:rPr lang="en-US" sz="1000" dirty="0">
                <a:solidFill>
                  <a:srgbClr val="000000"/>
                </a:solidFill>
                <a:latin typeface="PP Telegraf"/>
              </a:rPr>
              <a:t>Reduced development time and improved speed to market for future projects </a:t>
            </a:r>
          </a:p>
        </p:txBody>
      </p:sp>
      <p:pic>
        <p:nvPicPr>
          <p:cNvPr id="2" name="Graphic 1">
            <a:extLst>
              <a:ext uri="{FF2B5EF4-FFF2-40B4-BE49-F238E27FC236}">
                <a16:creationId xmlns:a16="http://schemas.microsoft.com/office/drawing/2014/main" id="{D946AABC-9EA5-FC60-F00B-6DCBB9ECE8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7549" y="6480823"/>
            <a:ext cx="327567" cy="189521"/>
          </a:xfrm>
          <a:prstGeom prst="rect">
            <a:avLst/>
          </a:prstGeom>
        </p:spPr>
      </p:pic>
      <p:pic>
        <p:nvPicPr>
          <p:cNvPr id="8" name="Picture 7">
            <a:extLst>
              <a:ext uri="{FF2B5EF4-FFF2-40B4-BE49-F238E27FC236}">
                <a16:creationId xmlns:a16="http://schemas.microsoft.com/office/drawing/2014/main" id="{5F608413-6426-89A2-6192-70B375C49F7F}"/>
              </a:ext>
            </a:extLst>
          </p:cNvPr>
          <p:cNvPicPr>
            <a:picLocks noChangeAspect="1"/>
          </p:cNvPicPr>
          <p:nvPr/>
        </p:nvPicPr>
        <p:blipFill>
          <a:blip r:embed="rId9"/>
          <a:stretch>
            <a:fillRect/>
          </a:stretch>
        </p:blipFill>
        <p:spPr>
          <a:xfrm>
            <a:off x="8261975" y="4867910"/>
            <a:ext cx="3119218" cy="1743092"/>
          </a:xfrm>
          <a:prstGeom prst="rect">
            <a:avLst/>
          </a:prstGeom>
        </p:spPr>
      </p:pic>
    </p:spTree>
    <p:extLst>
      <p:ext uri="{BB962C8B-B14F-4D97-AF65-F5344CB8AC3E}">
        <p14:creationId xmlns:p14="http://schemas.microsoft.com/office/powerpoint/2010/main" val="3616705876"/>
      </p:ext>
    </p:extLst>
  </p:cSld>
  <p:clrMapOvr>
    <a:masterClrMapping/>
  </p:clrMapOvr>
</p:sld>
</file>

<file path=ppt/theme/theme1.xml><?xml version="1.0" encoding="utf-8"?>
<a:theme xmlns:a="http://schemas.openxmlformats.org/drawingml/2006/main" name="1_Office Theme">
  <a:themeElements>
    <a:clrScheme name="Custom 1">
      <a:dk1>
        <a:srgbClr val="000000"/>
      </a:dk1>
      <a:lt1>
        <a:srgbClr val="FFFFFF"/>
      </a:lt1>
      <a:dk2>
        <a:srgbClr val="003059"/>
      </a:dk2>
      <a:lt2>
        <a:srgbClr val="FFFFFF"/>
      </a:lt2>
      <a:accent1>
        <a:srgbClr val="053057"/>
      </a:accent1>
      <a:accent2>
        <a:srgbClr val="00EDED"/>
      </a:accent2>
      <a:accent3>
        <a:srgbClr val="A2F3F3"/>
      </a:accent3>
      <a:accent4>
        <a:srgbClr val="304550"/>
      </a:accent4>
      <a:accent5>
        <a:srgbClr val="1A1A1A"/>
      </a:accent5>
      <a:accent6>
        <a:srgbClr val="0B0D0E"/>
      </a:accent6>
      <a:hlink>
        <a:srgbClr val="007676"/>
      </a:hlink>
      <a:folHlink>
        <a:srgbClr val="00ECEC"/>
      </a:folHlink>
    </a:clrScheme>
    <a:fontScheme name="Custom 1">
      <a:majorFont>
        <a:latin typeface="PP Telegraf"/>
        <a:ea typeface=""/>
        <a:cs typeface=""/>
      </a:majorFont>
      <a:minorFont>
        <a:latin typeface="PP Telegraf"/>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2024-08-02-09-42-31]___Case-Study-Deck-V1 (1)" id="{05B163CD-39B7-482F-BD15-30C1D2351456}" vid="{E74D48CA-9F9A-413D-A38C-7140B980B60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4E722E5EB8B748BE12F9CA1D19D31C" ma:contentTypeVersion="32" ma:contentTypeDescription="Create a new document." ma:contentTypeScope="" ma:versionID="8da3101fa5eadc6a9b40d60081111ca6">
  <xsd:schema xmlns:xsd="http://www.w3.org/2001/XMLSchema" xmlns:xs="http://www.w3.org/2001/XMLSchema" xmlns:p="http://schemas.microsoft.com/office/2006/metadata/properties" xmlns:ns1="http://schemas.microsoft.com/sharepoint/v3" xmlns:ns2="d83cb538-dcdc-441d-a642-0e643b97be37" xmlns:ns3="b41fe58b-a25b-4acc-bda3-1cc61b51d581" targetNamespace="http://schemas.microsoft.com/office/2006/metadata/properties" ma:root="true" ma:fieldsID="fcf1e0547e88b360ca41bbd659eca83c" ns1:_="" ns2:_="" ns3:_="">
    <xsd:import namespace="http://schemas.microsoft.com/sharepoint/v3"/>
    <xsd:import namespace="d83cb538-dcdc-441d-a642-0e643b97be37"/>
    <xsd:import namespace="b41fe58b-a25b-4acc-bda3-1cc61b51d58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Date" minOccurs="0"/>
                <xsd:element ref="ns2:Client" minOccurs="0"/>
                <xsd:element ref="ns2:All_x002d_StarProgram" minOccurs="0"/>
                <xsd:element ref="ns1:AverageRating" minOccurs="0"/>
                <xsd:element ref="ns1:RatingCount" minOccurs="0"/>
                <xsd:element ref="ns1:RatedBy" minOccurs="0"/>
                <xsd:element ref="ns1:Ratings" minOccurs="0"/>
                <xsd:element ref="ns1:LikesCount" minOccurs="0"/>
                <xsd:element ref="ns1:LikedBy"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Target_x0020_Audiences" minOccurs="0"/>
                <xsd:element ref="ns2:_ModernAudienceTargetUserField" minOccurs="0"/>
                <xsd:element ref="ns2:_ModernAudienceAadObjectI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23" nillable="true" ma:displayName="Rating (0-5)" ma:decimals="2" ma:description="Average value of all the ratings that have been submitted" ma:internalName="AverageRating" ma:readOnly="true">
      <xsd:simpleType>
        <xsd:restriction base="dms:Number"/>
      </xsd:simpleType>
    </xsd:element>
    <xsd:element name="RatingCount" ma:index="24" nillable="true" ma:displayName="Number of Ratings" ma:decimals="0" ma:description="Number of ratings submitted" ma:internalName="RatingCount" ma:readOnly="true">
      <xsd:simpleType>
        <xsd:restriction base="dms:Number"/>
      </xsd:simpleType>
    </xsd:element>
    <xsd:element name="RatedBy" ma:index="25"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26" nillable="true" ma:displayName="User ratings" ma:description="User ratings for the item" ma:hidden="true" ma:internalName="Ratings">
      <xsd:simpleType>
        <xsd:restriction base="dms:Note"/>
      </xsd:simpleType>
    </xsd:element>
    <xsd:element name="LikesCount" ma:index="27" nillable="true" ma:displayName="Number of Likes" ma:internalName="LikesCount">
      <xsd:simpleType>
        <xsd:restriction base="dms:Unknown"/>
      </xsd:simpleType>
    </xsd:element>
    <xsd:element name="LikedBy" ma:index="28"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83cb538-dcdc-441d-a642-0e643b97be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Date" ma:index="20" nillable="true" ma:displayName="Date" ma:format="DateOnly" ma:internalName="Date">
      <xsd:simpleType>
        <xsd:restriction base="dms:DateTime"/>
      </xsd:simpleType>
    </xsd:element>
    <xsd:element name="Client" ma:index="21" nillable="true" ma:displayName="Client" ma:format="Dropdown" ma:internalName="Client">
      <xsd:simpleType>
        <xsd:restriction base="dms:Choice">
          <xsd:enumeration value="Lowes"/>
          <xsd:enumeration value="CVS"/>
          <xsd:enumeration value="Benefytt"/>
        </xsd:restriction>
      </xsd:simpleType>
    </xsd:element>
    <xsd:element name="All_x002d_StarProgram" ma:index="22" nillable="true" ma:displayName="All-Star Program" ma:default="1" ma:format="Dropdown" ma:internalName="All_x002d_StarProgram">
      <xsd:simpleType>
        <xsd:restriction base="dms:Boolea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12b4ba89-8ace-419e-814f-6a2e402f621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hidden="true" ma:indexed="true" ma:internalName="MediaServiceObjectDetectorVersions" ma:readOnly="true">
      <xsd:simpleType>
        <xsd:restriction base="dms:Text"/>
      </xsd:simpleType>
    </xsd:element>
    <xsd:element name="MediaServiceLocation" ma:index="33" nillable="true" ma:displayName="Location" ma:indexed="true" ma:internalName="MediaServiceLocation"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element name="Target_x0020_Audiences" ma:index="35" nillable="true" ma:displayName="Target Audiences" ma:internalName="Target_x0020_Audiences">
      <xsd:simpleType>
        <xsd:restriction base="dms:Unknown"/>
      </xsd:simpleType>
    </xsd:element>
    <xsd:element name="_ModernAudienceTargetUserField" ma:index="36" nillable="true" ma:displayName="Audience" ma:list="UserInfo" ma:SharePointGroup="0" ma:internalName="_ModernAudienceTargetUserField"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ModernAudienceAadObjectIds" ma:index="37" nillable="true" ma:displayName="AudienceIds" ma:list="{12c75594-a8db-4095-9387-f714a1a44b87}" ma:internalName="_ModernAudienceAadObjectIds" ma:readOnly="true" ma:showField="_AadObjectIdForUser" ma:web="b41fe58b-a25b-4acc-bda3-1cc61b51d58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41fe58b-a25b-4acc-bda3-1cc61b51d58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31" nillable="true" ma:displayName="Taxonomy Catch All Column" ma:hidden="true" ma:list="{af88503c-eef4-4266-8a32-a46904804468}" ma:internalName="TaxCatchAll" ma:showField="CatchAllData" ma:web="b41fe58b-a25b-4acc-bda3-1cc61b51d5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ModernAudienceTargetUserField xmlns="d83cb538-dcdc-441d-a642-0e643b97be37">
      <UserInfo>
        <DisplayName/>
        <AccountId xsi:nil="true"/>
        <AccountType/>
      </UserInfo>
    </_ModernAudienceTargetUserField>
    <LikesCount xmlns="http://schemas.microsoft.com/sharepoint/v3" xsi:nil="true"/>
    <RatedBy xmlns="http://schemas.microsoft.com/sharepoint/v3">
      <UserInfo>
        <DisplayName/>
        <AccountId xsi:nil="true"/>
        <AccountType/>
      </UserInfo>
    </RatedBy>
    <Date xmlns="d83cb538-dcdc-441d-a642-0e643b97be37" xsi:nil="true"/>
    <All_x002d_StarProgram xmlns="d83cb538-dcdc-441d-a642-0e643b97be37">true</All_x002d_StarProgram>
    <LikedBy xmlns="http://schemas.microsoft.com/sharepoint/v3">
      <UserInfo>
        <DisplayName/>
        <AccountId xsi:nil="true"/>
        <AccountType/>
      </UserInfo>
    </LikedBy>
    <Target_x0020_Audiences xmlns="d83cb538-dcdc-441d-a642-0e643b97be37" xsi:nil="true"/>
    <Client xmlns="d83cb538-dcdc-441d-a642-0e643b97be37" xsi:nil="true"/>
    <SharedWithUsers xmlns="b41fe58b-a25b-4acc-bda3-1cc61b51d581">
      <UserInfo>
        <DisplayName/>
        <AccountId xsi:nil="true"/>
        <AccountType/>
      </UserInfo>
    </SharedWithUsers>
    <lcf76f155ced4ddcb4097134ff3c332f xmlns="d83cb538-dcdc-441d-a642-0e643b97be37">
      <Terms xmlns="http://schemas.microsoft.com/office/infopath/2007/PartnerControls"/>
    </lcf76f155ced4ddcb4097134ff3c332f>
    <TaxCatchAll xmlns="b41fe58b-a25b-4acc-bda3-1cc61b51d581" xsi:nil="true"/>
    <Ratings xmlns="http://schemas.microsoft.com/sharepoint/v3" xsi:nil="true"/>
  </documentManagement>
</p:properties>
</file>

<file path=customXml/itemProps1.xml><?xml version="1.0" encoding="utf-8"?>
<ds:datastoreItem xmlns:ds="http://schemas.openxmlformats.org/officeDocument/2006/customXml" ds:itemID="{E9F4067F-C3B5-400A-A160-42ABF0760450}"/>
</file>

<file path=customXml/itemProps2.xml><?xml version="1.0" encoding="utf-8"?>
<ds:datastoreItem xmlns:ds="http://schemas.openxmlformats.org/officeDocument/2006/customXml" ds:itemID="{09044417-3352-4DBE-B1AA-8E5C43F2FDEA}"/>
</file>

<file path=customXml/itemProps3.xml><?xml version="1.0" encoding="utf-8"?>
<ds:datastoreItem xmlns:ds="http://schemas.openxmlformats.org/officeDocument/2006/customXml" ds:itemID="{E93BD73A-5896-4D49-9F10-B9E5470138A0}"/>
</file>

<file path=docProps/app.xml><?xml version="1.0" encoding="utf-8"?>
<Properties xmlns="http://schemas.openxmlformats.org/officeDocument/2006/extended-properties" xmlns:vt="http://schemas.openxmlformats.org/officeDocument/2006/docPropsVTypes">
  <TotalTime>7255</TotalTime>
  <Words>331</Words>
  <Application>Microsoft Macintosh PowerPoint</Application>
  <PresentationFormat>Widescreen</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Montserrat</vt:lpstr>
      <vt:lpstr>PP Telegraf</vt:lpstr>
      <vt:lpstr>1_Office Theme</vt:lpstr>
      <vt:lpstr>AI-Powered Intent Search Revolutionizes Hotel Bookings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 Bowers</dc:creator>
  <cp:lastModifiedBy>Sofia Garcia</cp:lastModifiedBy>
  <cp:revision>1</cp:revision>
  <dcterms:created xsi:type="dcterms:W3CDTF">2024-10-23T14:57:44Z</dcterms:created>
  <dcterms:modified xsi:type="dcterms:W3CDTF">2024-12-24T17:20:08Z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0x0101001F4E722E5EB8B748BE12F9CA1D19D31C</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{"FileActivityType":"9","FileActivityTimeStamp":"2024-11-18T14:53:15.360Z","FileActivityUsersOnPage":[{"DisplayName":"Adam Mincham","Id":"adam@blend360.com"},{"DisplayName":"Caroline Caldwell","Id":"caroline.caldwell@blend360.com"},{"DisplayName":"Adam Mincham","Id":"adam@blend360.com"},{"DisplayName":"Case Study","Id":"casestudy@blend360.com"},{"DisplayName":"Samuel Brown","Id":"samuel.brown@blend360.com"},{"DisplayName":"Jeff Shafer","Id":"jeff.shafer@blend360.com"}],"FileActivityNavigationId":null}</vt:lpwstr>
  </property>
  <property fmtid="{D5CDD505-2E9C-101B-9397-08002B2CF9AE}" pid="9" name="TriggerFlowInfo">
    <vt:lpwstr/>
  </property>
</Properties>
</file>