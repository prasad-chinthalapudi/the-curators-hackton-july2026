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FFCD_6ABB1D5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FED_9605AE31.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FFFFFD5_D2D11F0.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18" r:id="rId4"/>
    <p:sldMasterId id="2147484062" r:id="rId5"/>
    <p:sldMasterId id="2147484106" r:id="rId6"/>
    <p:sldMasterId id="2147484150" r:id="rId7"/>
    <p:sldMasterId id="2147484194" r:id="rId8"/>
    <p:sldMasterId id="2147484390" r:id="rId9"/>
  </p:sldMasterIdLst>
  <p:notesMasterIdLst>
    <p:notesMasterId r:id="rId50"/>
  </p:notesMasterIdLst>
  <p:sldIdLst>
    <p:sldId id="2147471844" r:id="rId10"/>
    <p:sldId id="262" r:id="rId11"/>
    <p:sldId id="267" r:id="rId12"/>
    <p:sldId id="2147483597" r:id="rId13"/>
    <p:sldId id="2147483596" r:id="rId14"/>
    <p:sldId id="2147483630" r:id="rId15"/>
    <p:sldId id="270" r:id="rId16"/>
    <p:sldId id="2147483602" r:id="rId17"/>
    <p:sldId id="2147483625" r:id="rId18"/>
    <p:sldId id="2147483629" r:id="rId19"/>
    <p:sldId id="2147483631" r:id="rId20"/>
    <p:sldId id="2147483632" r:id="rId21"/>
    <p:sldId id="2147483643" r:id="rId22"/>
    <p:sldId id="2147483634" r:id="rId23"/>
    <p:sldId id="2147483635" r:id="rId24"/>
    <p:sldId id="2147483636" r:id="rId25"/>
    <p:sldId id="2147483637" r:id="rId26"/>
    <p:sldId id="2147483605" r:id="rId27"/>
    <p:sldId id="256" r:id="rId28"/>
    <p:sldId id="257" r:id="rId29"/>
    <p:sldId id="259" r:id="rId30"/>
    <p:sldId id="260" r:id="rId31"/>
    <p:sldId id="261" r:id="rId32"/>
    <p:sldId id="263" r:id="rId33"/>
    <p:sldId id="264" r:id="rId34"/>
    <p:sldId id="265" r:id="rId35"/>
    <p:sldId id="266" r:id="rId36"/>
    <p:sldId id="2147483626" r:id="rId37"/>
    <p:sldId id="2147483644" r:id="rId38"/>
    <p:sldId id="2147483645" r:id="rId39"/>
    <p:sldId id="298" r:id="rId40"/>
    <p:sldId id="269" r:id="rId41"/>
    <p:sldId id="271" r:id="rId42"/>
    <p:sldId id="2147475188" r:id="rId43"/>
    <p:sldId id="2147483647" r:id="rId44"/>
    <p:sldId id="2147483646" r:id="rId45"/>
    <p:sldId id="258" r:id="rId46"/>
    <p:sldId id="2147483627" r:id="rId47"/>
    <p:sldId id="2147483628" r:id="rId48"/>
    <p:sldId id="26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CA7408-3F2E-4F19-2644-652B942DCCB2}" name="Alexander Ulloa" initials="AU" userId="S::Alexander.Ulloa@blend360.com::11afae7f-c451-4ac7-b15a-5cf8f057715e" providerId="AD"/>
  <p188:author id="{8FCF7C09-336F-FA19-4628-304B1FF8D42B}" name="Tamal Dey" initials="TD" userId="S::Tamal.Dey@blend360.com::96d1bf6f-55e0-4e41-ba66-e734c51381ed" providerId="AD"/>
  <p188:author id="{8663CE11-E05E-17A1-793F-B29CD34BB8BD}" name="Jeff Chen" initials="JC" userId="S::jeff.chen@Blend360.com::d3f7c3e0-25b7-4347-b0db-9c2b692cb556" providerId="AD"/>
  <p188:author id="{5B2F2115-9947-769D-41F8-D090D0F23803}" name="Jeffrey Campbell" initials="JC" userId="S::Jeffrey.Campbell@blend360.com::f7170015-ecd4-48b3-9629-6f4d8b141b53" providerId="AD"/>
  <p188:author id="{BC34902C-9EAB-E8A6-A160-723E8777D3DA}" name="Nikhil Goel" initials="NG" userId="S::Nikhil.Goel@blend360.com::c5d10007-5fc6-4949-8137-c4e86617b583" providerId="AD"/>
  <p188:author id="{55DAA230-AD73-9890-CA88-8027D7BA1A9D}" name="Victoria Seoane" initials="VS" userId="S::victoria.seoane@blend360.com::cbde7a0a-0852-42e9-a3f3-e0a4f10d0b27" providerId="AD"/>
  <p188:author id="{5657263B-3CD7-4170-4AA4-09516676F38E}" name="Victoria Seoane" initials="" userId="S::Victoria.Seoane@blend360.com::cbde7a0a-0852-42e9-a3f3-e0a4f10d0b27" providerId="AD"/>
  <p188:author id="{39BB0046-A7CD-8645-8C63-8DF47AD65DA1}" name="Vincent Yan" initials="" userId="S::vincent.yan@Blend360.com::974a0210-51a7-45f1-8ecd-8ae719c5a978" providerId="AD"/>
  <p188:author id="{A72E6948-299B-FAE4-13D9-BA40DF3D7D65}" name="Victoria Gkazarian" initials="" userId="S::Victoria.Gkazarian@blend360.com::feb6f3c1-a629-42c3-8226-e93ab6f9b9ad" providerId="AD"/>
  <p188:author id="{F398B557-28B1-CFA9-9DAC-01F175D01032}" name="Sofia Garcia" initials="" userId="S::Sofia.Garcia@blend360.com::d30aa5a0-b227-4b77-9dd2-fdb87332a94b" providerId="AD"/>
  <p188:author id="{3ABF4E59-A14E-351B-A86F-8467F06302BF}" name="Celia Wanderley" initials="CW" userId="S::celia.wanderley@blend360.com::1c025382-23fe-442a-99ed-a93e991fc489" providerId="AD"/>
  <p188:author id="{957E545E-9C27-30AE-CF93-E5BFC619EA81}" name="Serhat Kecici" initials="SK" userId="S::serhat.kecici@Blend360.com::abd43904-0170-441e-bc71-1675a5682ce9" providerId="AD"/>
  <p188:author id="{A4F139CA-4F05-3693-C6FA-C757F6B4BB8D}" name="Terry Wang" initials="" userId="S::Terry.Wang@blend360.com::9919a3c7-6abf-4344-90d5-5386870097a0" providerId="AD"/>
  <p188:author id="{226790E0-233B-D034-6F4C-E959D5738AE9}" name="Adam Abdulla" initials="AA" userId="S::adam.abdulla@blend360.com::2fc1b21a-03c7-4851-83fa-a30a5b8dcf16" providerId="AD"/>
  <p188:author id="{F03B31F1-A6B3-49B6-142D-E07756A149ED}" name="Serhat Kecici" initials="SK" userId="S::serhat.kecici@blend360.com::abd43904-0170-441e-bc71-1675a5682ce9" providerId="AD"/>
  <p188:author id="{FED95DF9-91AC-1F44-FC75-AA56DB2478C2}" name="Vincent Yan" initials="VY" userId="S::vincent.yan@blend360.com::974a0210-51a7-45f1-8ecd-8ae719c5a978" providerId="AD"/>
  <p188:author id="{AF5983F9-BE83-3DDC-DFCD-0032F507A28F}" name="Alexander Ulloa" initials="AU" userId="S::alexander.ulloa@blend360.com::11afae7f-c451-4ac7-b15a-5cf8f057715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059"/>
    <a:srgbClr val="314550"/>
    <a:srgbClr val="01001E"/>
    <a:srgbClr val="A2F3F3"/>
    <a:srgbClr val="08EDEE"/>
    <a:srgbClr val="F4F3F0"/>
    <a:srgbClr val="053057"/>
    <a:srgbClr val="00EDED"/>
    <a:srgbClr val="537689"/>
    <a:srgbClr val="0B0D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AD0651-607D-465C-898F-7D7163C30FC1}" v="476" dt="2026-07-17T13:36:56.505"/>
    <p1510:client id="{12C4A42E-5443-447C-9723-F76C251AE4CD}" v="777" dt="2026-07-17T13:50:43.573"/>
    <p1510:client id="{26F6FE96-B3A8-557B-2A3F-5EB4871177A4}" v="114" dt="2026-07-17T13:23:36.003"/>
    <p1510:client id="{7C6EC9E6-8ABD-72D9-303F-7430B70E7282}" v="203" dt="2026-07-17T14:46:30.317"/>
    <p1510:client id="{93AB082D-5362-6C5E-DCA0-C512FC46F218}" v="659" dt="2026-07-17T02:32:57.373"/>
    <p1510:client id="{A9B95A57-AAE1-EAF0-6F1C-050F21213567}" v="2" dt="2026-07-16T17:02:39.442"/>
    <p1510:client id="{ABEBCEED-7552-F245-82F7-BEFB840057AF}" v="49" dt="2026-07-17T13:11:52.079"/>
    <p1510:client id="{B0A1F836-86D9-2C02-A5FB-679CF9CCFD7E}" v="1" dt="2026-07-16T16:25:26.576"/>
    <p1510:client id="{B80A7992-D228-6449-AC31-B92F8E90CD94}" v="270" dt="2026-07-16T19:49:38.304"/>
    <p1510:client id="{B9309965-E437-C125-F94C-5176B505D886}" v="2" dt="2026-07-20T15:25:28.542"/>
    <p1510:client id="{C1AE7805-A9EE-C645-98FD-38E13DAEE3AD}" v="4" dt="2026-07-16T18:57:45.370"/>
    <p1510:client id="{C327D840-2ABB-35E0-B095-8EDDB13F1836}" v="166" dt="2026-07-16T21:19:58.008"/>
    <p1510:client id="{FCAB395C-8D1F-0A76-B6C2-76D428DB29A7}" v="167" dt="2026-07-16T20:18:29.7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microsoft.com/office/2018/10/relationships/authors" Target="author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Yan" userId="S::vincent.yan@blend360.com::974a0210-51a7-45f1-8ecd-8ae719c5a978" providerId="AD" clId="Web-{EBE81CDB-B78C-307F-3577-024897D9FA8F}"/>
    <pc:docChg chg="addSld delSld modSld">
      <pc:chgData name="Vincent Yan" userId="S::vincent.yan@blend360.com::974a0210-51a7-45f1-8ecd-8ae719c5a978" providerId="AD" clId="Web-{EBE81CDB-B78C-307F-3577-024897D9FA8F}" dt="2026-07-16T03:34:02.329" v="34"/>
      <pc:docMkLst>
        <pc:docMk/>
      </pc:docMkLst>
      <pc:sldChg chg="add">
        <pc:chgData name="Vincent Yan" userId="S::vincent.yan@blend360.com::974a0210-51a7-45f1-8ecd-8ae719c5a978" providerId="AD" clId="Web-{EBE81CDB-B78C-307F-3577-024897D9FA8F}" dt="2026-07-16T03:18:41.462" v="0"/>
        <pc:sldMkLst>
          <pc:docMk/>
          <pc:sldMk cId="3625017293" sldId="2147483631"/>
        </pc:sldMkLst>
      </pc:sldChg>
      <pc:sldChg chg="add">
        <pc:chgData name="Vincent Yan" userId="S::vincent.yan@blend360.com::974a0210-51a7-45f1-8ecd-8ae719c5a978" providerId="AD" clId="Web-{EBE81CDB-B78C-307F-3577-024897D9FA8F}" dt="2026-07-16T03:18:41.665" v="1"/>
        <pc:sldMkLst>
          <pc:docMk/>
          <pc:sldMk cId="1447453127" sldId="2147483632"/>
        </pc:sldMkLst>
      </pc:sldChg>
      <pc:sldChg chg="delSp modSp add del">
        <pc:chgData name="Vincent Yan" userId="S::vincent.yan@blend360.com::974a0210-51a7-45f1-8ecd-8ae719c5a978" providerId="AD" clId="Web-{EBE81CDB-B78C-307F-3577-024897D9FA8F}" dt="2026-07-16T03:31:21.677" v="20"/>
        <pc:sldMkLst>
          <pc:docMk/>
          <pc:sldMk cId="3253630641" sldId="2147483633"/>
        </pc:sldMkLst>
        <pc:spChg chg="mod">
          <ac:chgData name="Vincent Yan" userId="S::vincent.yan@blend360.com::974a0210-51a7-45f1-8ecd-8ae719c5a978" providerId="AD" clId="Web-{EBE81CDB-B78C-307F-3577-024897D9FA8F}" dt="2026-07-16T03:19:09.308" v="11" actId="20577"/>
          <ac:spMkLst>
            <pc:docMk/>
            <pc:sldMk cId="3253630641" sldId="2147483633"/>
            <ac:spMk id="4" creationId="{00000000-0000-0000-0000-000000000000}"/>
          </ac:spMkLst>
        </pc:spChg>
        <pc:spChg chg="del">
          <ac:chgData name="Vincent Yan" userId="S::vincent.yan@blend360.com::974a0210-51a7-45f1-8ecd-8ae719c5a978" providerId="AD" clId="Web-{EBE81CDB-B78C-307F-3577-024897D9FA8F}" dt="2026-07-16T03:19:25.793" v="14"/>
          <ac:spMkLst>
            <pc:docMk/>
            <pc:sldMk cId="3253630641" sldId="2147483633"/>
            <ac:spMk id="8" creationId="{00000000-0000-0000-0000-000000000000}"/>
          </ac:spMkLst>
        </pc:spChg>
        <pc:spChg chg="del">
          <ac:chgData name="Vincent Yan" userId="S::vincent.yan@blend360.com::974a0210-51a7-45f1-8ecd-8ae719c5a978" providerId="AD" clId="Web-{EBE81CDB-B78C-307F-3577-024897D9FA8F}" dt="2026-07-16T03:19:25.793" v="13"/>
          <ac:spMkLst>
            <pc:docMk/>
            <pc:sldMk cId="3253630641" sldId="2147483633"/>
            <ac:spMk id="9" creationId="{00000000-0000-0000-0000-000000000000}"/>
          </ac:spMkLst>
        </pc:spChg>
        <pc:spChg chg="del">
          <ac:chgData name="Vincent Yan" userId="S::vincent.yan@blend360.com::974a0210-51a7-45f1-8ecd-8ae719c5a978" providerId="AD" clId="Web-{EBE81CDB-B78C-307F-3577-024897D9FA8F}" dt="2026-07-16T03:19:25.793" v="12"/>
          <ac:spMkLst>
            <pc:docMk/>
            <pc:sldMk cId="3253630641" sldId="2147483633"/>
            <ac:spMk id="10" creationId="{00000000-0000-0000-0000-000000000000}"/>
          </ac:spMkLst>
        </pc:spChg>
      </pc:sldChg>
      <pc:sldChg chg="modSp add">
        <pc:chgData name="Vincent Yan" userId="S::vincent.yan@blend360.com::974a0210-51a7-45f1-8ecd-8ae719c5a978" providerId="AD" clId="Web-{EBE81CDB-B78C-307F-3577-024897D9FA8F}" dt="2026-07-16T03:20:26.422" v="18" actId="1076"/>
        <pc:sldMkLst>
          <pc:docMk/>
          <pc:sldMk cId="1162760573" sldId="2147483634"/>
        </pc:sldMkLst>
        <pc:spChg chg="mod">
          <ac:chgData name="Vincent Yan" userId="S::vincent.yan@blend360.com::974a0210-51a7-45f1-8ecd-8ae719c5a978" providerId="AD" clId="Web-{EBE81CDB-B78C-307F-3577-024897D9FA8F}" dt="2026-07-16T03:20:26.391" v="15" actId="1076"/>
          <ac:spMkLst>
            <pc:docMk/>
            <pc:sldMk cId="1162760573" sldId="2147483634"/>
            <ac:spMk id="8" creationId="{00000000-0000-0000-0000-000000000000}"/>
          </ac:spMkLst>
        </pc:spChg>
        <pc:spChg chg="mod">
          <ac:chgData name="Vincent Yan" userId="S::vincent.yan@blend360.com::974a0210-51a7-45f1-8ecd-8ae719c5a978" providerId="AD" clId="Web-{EBE81CDB-B78C-307F-3577-024897D9FA8F}" dt="2026-07-16T03:20:26.407" v="16" actId="1076"/>
          <ac:spMkLst>
            <pc:docMk/>
            <pc:sldMk cId="1162760573" sldId="2147483634"/>
            <ac:spMk id="11" creationId="{00000000-0000-0000-0000-000000000000}"/>
          </ac:spMkLst>
        </pc:spChg>
        <pc:spChg chg="mod">
          <ac:chgData name="Vincent Yan" userId="S::vincent.yan@blend360.com::974a0210-51a7-45f1-8ecd-8ae719c5a978" providerId="AD" clId="Web-{EBE81CDB-B78C-307F-3577-024897D9FA8F}" dt="2026-07-16T03:20:26.422" v="17" actId="1076"/>
          <ac:spMkLst>
            <pc:docMk/>
            <pc:sldMk cId="1162760573" sldId="2147483634"/>
            <ac:spMk id="14" creationId="{00000000-0000-0000-0000-000000000000}"/>
          </ac:spMkLst>
        </pc:spChg>
        <pc:spChg chg="mod">
          <ac:chgData name="Vincent Yan" userId="S::vincent.yan@blend360.com::974a0210-51a7-45f1-8ecd-8ae719c5a978" providerId="AD" clId="Web-{EBE81CDB-B78C-307F-3577-024897D9FA8F}" dt="2026-07-16T03:20:26.422" v="18" actId="1076"/>
          <ac:spMkLst>
            <pc:docMk/>
            <pc:sldMk cId="1162760573" sldId="2147483634"/>
            <ac:spMk id="17" creationId="{00000000-0000-0000-0000-000000000000}"/>
          </ac:spMkLst>
        </pc:spChg>
      </pc:sldChg>
      <pc:sldChg chg="add">
        <pc:chgData name="Vincent Yan" userId="S::vincent.yan@blend360.com::974a0210-51a7-45f1-8ecd-8ae719c5a978" providerId="AD" clId="Web-{EBE81CDB-B78C-307F-3577-024897D9FA8F}" dt="2026-07-16T03:18:42.165" v="4"/>
        <pc:sldMkLst>
          <pc:docMk/>
          <pc:sldMk cId="1239875751" sldId="2147483635"/>
        </pc:sldMkLst>
      </pc:sldChg>
      <pc:sldChg chg="add">
        <pc:chgData name="Vincent Yan" userId="S::vincent.yan@blend360.com::974a0210-51a7-45f1-8ecd-8ae719c5a978" providerId="AD" clId="Web-{EBE81CDB-B78C-307F-3577-024897D9FA8F}" dt="2026-07-16T03:18:42.306" v="5"/>
        <pc:sldMkLst>
          <pc:docMk/>
          <pc:sldMk cId="4157676040" sldId="2147483636"/>
        </pc:sldMkLst>
      </pc:sldChg>
      <pc:sldChg chg="add">
        <pc:chgData name="Vincent Yan" userId="S::vincent.yan@blend360.com::974a0210-51a7-45f1-8ecd-8ae719c5a978" providerId="AD" clId="Web-{EBE81CDB-B78C-307F-3577-024897D9FA8F}" dt="2026-07-16T03:18:42.602" v="6"/>
        <pc:sldMkLst>
          <pc:docMk/>
          <pc:sldMk cId="2777245056" sldId="2147483637"/>
        </pc:sldMkLst>
      </pc:sldChg>
      <pc:sldChg chg="add del">
        <pc:chgData name="Vincent Yan" userId="S::vincent.yan@blend360.com::974a0210-51a7-45f1-8ecd-8ae719c5a978" providerId="AD" clId="Web-{EBE81CDB-B78C-307F-3577-024897D9FA8F}" dt="2026-07-16T03:31:50.101" v="22"/>
        <pc:sldMkLst>
          <pc:docMk/>
          <pc:sldMk cId="1827294404" sldId="2147483638"/>
        </pc:sldMkLst>
      </pc:sldChg>
      <pc:sldChg chg="add del">
        <pc:chgData name="Vincent Yan" userId="S::vincent.yan@blend360.com::974a0210-51a7-45f1-8ecd-8ae719c5a978" providerId="AD" clId="Web-{EBE81CDB-B78C-307F-3577-024897D9FA8F}" dt="2026-07-16T03:31:52.758" v="24"/>
        <pc:sldMkLst>
          <pc:docMk/>
          <pc:sldMk cId="4143395384" sldId="2147483639"/>
        </pc:sldMkLst>
      </pc:sldChg>
      <pc:sldChg chg="add del">
        <pc:chgData name="Vincent Yan" userId="S::vincent.yan@blend360.com::974a0210-51a7-45f1-8ecd-8ae719c5a978" providerId="AD" clId="Web-{EBE81CDB-B78C-307F-3577-024897D9FA8F}" dt="2026-07-16T03:31:56.477" v="26"/>
        <pc:sldMkLst>
          <pc:docMk/>
          <pc:sldMk cId="4066226901" sldId="2147483640"/>
        </pc:sldMkLst>
      </pc:sldChg>
      <pc:sldChg chg="add del">
        <pc:chgData name="Vincent Yan" userId="S::vincent.yan@blend360.com::974a0210-51a7-45f1-8ecd-8ae719c5a978" providerId="AD" clId="Web-{EBE81CDB-B78C-307F-3577-024897D9FA8F}" dt="2026-07-16T03:32:51.528" v="28"/>
        <pc:sldMkLst>
          <pc:docMk/>
          <pc:sldMk cId="2679366846" sldId="2147483641"/>
        </pc:sldMkLst>
      </pc:sldChg>
      <pc:sldChg chg="modSp add del">
        <pc:chgData name="Vincent Yan" userId="S::vincent.yan@blend360.com::974a0210-51a7-45f1-8ecd-8ae719c5a978" providerId="AD" clId="Web-{EBE81CDB-B78C-307F-3577-024897D9FA8F}" dt="2026-07-16T03:34:02.329" v="34"/>
        <pc:sldMkLst>
          <pc:docMk/>
          <pc:sldMk cId="1434450243" sldId="2147483642"/>
        </pc:sldMkLst>
        <pc:picChg chg="mod">
          <ac:chgData name="Vincent Yan" userId="S::vincent.yan@blend360.com::974a0210-51a7-45f1-8ecd-8ae719c5a978" providerId="AD" clId="Web-{EBE81CDB-B78C-307F-3577-024897D9FA8F}" dt="2026-07-16T03:33:01.309" v="32"/>
          <ac:picMkLst>
            <pc:docMk/>
            <pc:sldMk cId="1434450243" sldId="2147483642"/>
            <ac:picMk id="47" creationId="{00000000-0000-0000-0000-000000000000}"/>
          </ac:picMkLst>
        </pc:picChg>
      </pc:sldChg>
      <pc:sldChg chg="add">
        <pc:chgData name="Vincent Yan" userId="S::vincent.yan@blend360.com::974a0210-51a7-45f1-8ecd-8ae719c5a978" providerId="AD" clId="Web-{EBE81CDB-B78C-307F-3577-024897D9FA8F}" dt="2026-07-16T03:34:02.314" v="33"/>
        <pc:sldMkLst>
          <pc:docMk/>
          <pc:sldMk cId="1260894637" sldId="2147483643"/>
        </pc:sldMkLst>
      </pc:sldChg>
    </pc:docChg>
  </pc:docChgLst>
  <pc:docChgLst>
    <pc:chgData name="Vincent Yan" userId="S::vincent.yan@blend360.com::974a0210-51a7-45f1-8ecd-8ae719c5a978" providerId="AD" clId="Web-{7C6EC9E6-8ABD-72D9-303F-7430B70E7282}"/>
    <pc:docChg chg="modSld">
      <pc:chgData name="Vincent Yan" userId="S::vincent.yan@blend360.com::974a0210-51a7-45f1-8ecd-8ae719c5a978" providerId="AD" clId="Web-{7C6EC9E6-8ABD-72D9-303F-7430B70E7282}" dt="2026-07-17T14:46:30.317" v="125" actId="20577"/>
      <pc:docMkLst>
        <pc:docMk/>
      </pc:docMkLst>
      <pc:sldChg chg="modSp">
        <pc:chgData name="Vincent Yan" userId="S::vincent.yan@blend360.com::974a0210-51a7-45f1-8ecd-8ae719c5a978" providerId="AD" clId="Web-{7C6EC9E6-8ABD-72D9-303F-7430B70E7282}" dt="2026-07-17T14:46:30.317" v="125" actId="20577"/>
        <pc:sldMkLst>
          <pc:docMk/>
          <pc:sldMk cId="1239875751" sldId="2147483635"/>
        </pc:sldMkLst>
        <pc:spChg chg="mod">
          <ac:chgData name="Vincent Yan" userId="S::vincent.yan@blend360.com::974a0210-51a7-45f1-8ecd-8ae719c5a978" providerId="AD" clId="Web-{7C6EC9E6-8ABD-72D9-303F-7430B70E7282}" dt="2026-07-17T13:33:26.483" v="3" actId="1076"/>
          <ac:spMkLst>
            <pc:docMk/>
            <pc:sldMk cId="1239875751" sldId="2147483635"/>
            <ac:spMk id="7" creationId="{00000000-0000-0000-0000-000000000000}"/>
          </ac:spMkLst>
        </pc:spChg>
        <pc:spChg chg="mod">
          <ac:chgData name="Vincent Yan" userId="S::vincent.yan@blend360.com::974a0210-51a7-45f1-8ecd-8ae719c5a978" providerId="AD" clId="Web-{7C6EC9E6-8ABD-72D9-303F-7430B70E7282}" dt="2026-07-17T13:33:49.874" v="7" actId="20577"/>
          <ac:spMkLst>
            <pc:docMk/>
            <pc:sldMk cId="1239875751" sldId="2147483635"/>
            <ac:spMk id="9" creationId="{00000000-0000-0000-0000-000000000000}"/>
          </ac:spMkLst>
        </pc:spChg>
        <pc:spChg chg="mod">
          <ac:chgData name="Vincent Yan" userId="S::vincent.yan@blend360.com::974a0210-51a7-45f1-8ecd-8ae719c5a978" providerId="AD" clId="Web-{7C6EC9E6-8ABD-72D9-303F-7430B70E7282}" dt="2026-07-17T13:33:26.499" v="4" actId="1076"/>
          <ac:spMkLst>
            <pc:docMk/>
            <pc:sldMk cId="1239875751" sldId="2147483635"/>
            <ac:spMk id="11" creationId="{00000000-0000-0000-0000-000000000000}"/>
          </ac:spMkLst>
        </pc:spChg>
        <pc:spChg chg="mod">
          <ac:chgData name="Vincent Yan" userId="S::vincent.yan@blend360.com::974a0210-51a7-45f1-8ecd-8ae719c5a978" providerId="AD" clId="Web-{7C6EC9E6-8ABD-72D9-303F-7430B70E7282}" dt="2026-07-17T13:33:58.906" v="8" actId="20577"/>
          <ac:spMkLst>
            <pc:docMk/>
            <pc:sldMk cId="1239875751" sldId="2147483635"/>
            <ac:spMk id="13" creationId="{00000000-0000-0000-0000-000000000000}"/>
          </ac:spMkLst>
        </pc:spChg>
        <pc:spChg chg="mod">
          <ac:chgData name="Vincent Yan" userId="S::vincent.yan@blend360.com::974a0210-51a7-45f1-8ecd-8ae719c5a978" providerId="AD" clId="Web-{7C6EC9E6-8ABD-72D9-303F-7430B70E7282}" dt="2026-07-17T13:33:26.515" v="5" actId="1076"/>
          <ac:spMkLst>
            <pc:docMk/>
            <pc:sldMk cId="1239875751" sldId="2147483635"/>
            <ac:spMk id="15" creationId="{00000000-0000-0000-0000-000000000000}"/>
          </ac:spMkLst>
        </pc:spChg>
        <pc:spChg chg="mod">
          <ac:chgData name="Vincent Yan" userId="S::vincent.yan@blend360.com::974a0210-51a7-45f1-8ecd-8ae719c5a978" providerId="AD" clId="Web-{7C6EC9E6-8ABD-72D9-303F-7430B70E7282}" dt="2026-07-17T14:46:30.317" v="125" actId="20577"/>
          <ac:spMkLst>
            <pc:docMk/>
            <pc:sldMk cId="1239875751" sldId="2147483635"/>
            <ac:spMk id="19" creationId="{00000000-0000-0000-0000-000000000000}"/>
          </ac:spMkLst>
        </pc:spChg>
      </pc:sldChg>
      <pc:sldChg chg="modSp">
        <pc:chgData name="Vincent Yan" userId="S::vincent.yan@blend360.com::974a0210-51a7-45f1-8ecd-8ae719c5a978" providerId="AD" clId="Web-{7C6EC9E6-8ABD-72D9-303F-7430B70E7282}" dt="2026-07-17T13:40:44.362" v="117" actId="20577"/>
        <pc:sldMkLst>
          <pc:docMk/>
          <pc:sldMk cId="4157676040" sldId="2147483636"/>
        </pc:sldMkLst>
        <pc:spChg chg="mod">
          <ac:chgData name="Vincent Yan" userId="S::vincent.yan@blend360.com::974a0210-51a7-45f1-8ecd-8ae719c5a978" providerId="AD" clId="Web-{7C6EC9E6-8ABD-72D9-303F-7430B70E7282}" dt="2026-07-17T13:38:00.705" v="54" actId="1076"/>
          <ac:spMkLst>
            <pc:docMk/>
            <pc:sldMk cId="4157676040" sldId="2147483636"/>
            <ac:spMk id="8" creationId="{00000000-0000-0000-0000-000000000000}"/>
          </ac:spMkLst>
        </pc:spChg>
        <pc:spChg chg="mod">
          <ac:chgData name="Vincent Yan" userId="S::vincent.yan@blend360.com::974a0210-51a7-45f1-8ecd-8ae719c5a978" providerId="AD" clId="Web-{7C6EC9E6-8ABD-72D9-303F-7430B70E7282}" dt="2026-07-17T13:36:51.720" v="46" actId="20577"/>
          <ac:spMkLst>
            <pc:docMk/>
            <pc:sldMk cId="4157676040" sldId="2147483636"/>
            <ac:spMk id="9" creationId="{00000000-0000-0000-0000-000000000000}"/>
          </ac:spMkLst>
        </pc:spChg>
        <pc:spChg chg="mod">
          <ac:chgData name="Vincent Yan" userId="S::vincent.yan@blend360.com::974a0210-51a7-45f1-8ecd-8ae719c5a978" providerId="AD" clId="Web-{7C6EC9E6-8ABD-72D9-303F-7430B70E7282}" dt="2026-07-17T13:38:00.720" v="55" actId="1076"/>
          <ac:spMkLst>
            <pc:docMk/>
            <pc:sldMk cId="4157676040" sldId="2147483636"/>
            <ac:spMk id="12" creationId="{00000000-0000-0000-0000-000000000000}"/>
          </ac:spMkLst>
        </pc:spChg>
        <pc:spChg chg="mod">
          <ac:chgData name="Vincent Yan" userId="S::vincent.yan@blend360.com::974a0210-51a7-45f1-8ecd-8ae719c5a978" providerId="AD" clId="Web-{7C6EC9E6-8ABD-72D9-303F-7430B70E7282}" dt="2026-07-17T13:40:44.362" v="117" actId="20577"/>
          <ac:spMkLst>
            <pc:docMk/>
            <pc:sldMk cId="4157676040" sldId="2147483636"/>
            <ac:spMk id="13" creationId="{00000000-0000-0000-0000-000000000000}"/>
          </ac:spMkLst>
        </pc:spChg>
        <pc:spChg chg="mod">
          <ac:chgData name="Vincent Yan" userId="S::vincent.yan@blend360.com::974a0210-51a7-45f1-8ecd-8ae719c5a978" providerId="AD" clId="Web-{7C6EC9E6-8ABD-72D9-303F-7430B70E7282}" dt="2026-07-17T13:38:00.720" v="56" actId="1076"/>
          <ac:spMkLst>
            <pc:docMk/>
            <pc:sldMk cId="4157676040" sldId="2147483636"/>
            <ac:spMk id="16" creationId="{00000000-0000-0000-0000-000000000000}"/>
          </ac:spMkLst>
        </pc:spChg>
      </pc:sldChg>
      <pc:sldChg chg="modSp">
        <pc:chgData name="Vincent Yan" userId="S::vincent.yan@blend360.com::974a0210-51a7-45f1-8ecd-8ae719c5a978" providerId="AD" clId="Web-{7C6EC9E6-8ABD-72D9-303F-7430B70E7282}" dt="2026-07-17T13:32:33.358" v="1" actId="20577"/>
        <pc:sldMkLst>
          <pc:docMk/>
          <pc:sldMk cId="1260894637" sldId="2147483643"/>
        </pc:sldMkLst>
        <pc:spChg chg="mod">
          <ac:chgData name="Vincent Yan" userId="S::vincent.yan@blend360.com::974a0210-51a7-45f1-8ecd-8ae719c5a978" providerId="AD" clId="Web-{7C6EC9E6-8ABD-72D9-303F-7430B70E7282}" dt="2026-07-17T13:32:33.358" v="1" actId="20577"/>
          <ac:spMkLst>
            <pc:docMk/>
            <pc:sldMk cId="1260894637" sldId="2147483643"/>
            <ac:spMk id="44" creationId="{00000000-0000-0000-0000-000000000000}"/>
          </ac:spMkLst>
        </pc:spChg>
      </pc:sldChg>
    </pc:docChg>
  </pc:docChgLst>
  <pc:docChgLst>
    <pc:chgData name="Jeffrey Campbell" userId="f7170015-ecd4-48b3-9629-6f4d8b141b53" providerId="ADAL" clId="{93EC4B3E-1869-4B51-8E24-1B29F4EFBA1D}"/>
    <pc:docChg chg="custSel addSld modSld">
      <pc:chgData name="Jeffrey Campbell" userId="f7170015-ecd4-48b3-9629-6f4d8b141b53" providerId="ADAL" clId="{93EC4B3E-1869-4B51-8E24-1B29F4EFBA1D}" dt="2026-07-16T20:12:20.007" v="266" actId="1076"/>
      <pc:docMkLst>
        <pc:docMk/>
      </pc:docMkLst>
      <pc:sldChg chg="modSp add mod setBg">
        <pc:chgData name="Jeffrey Campbell" userId="f7170015-ecd4-48b3-9629-6f4d8b141b53" providerId="ADAL" clId="{93EC4B3E-1869-4B51-8E24-1B29F4EFBA1D}" dt="2026-07-16T20:12:20.007" v="266" actId="1076"/>
        <pc:sldMkLst>
          <pc:docMk/>
          <pc:sldMk cId="0" sldId="268"/>
        </pc:sldMkLst>
        <pc:spChg chg="mod">
          <ac:chgData name="Jeffrey Campbell" userId="f7170015-ecd4-48b3-9629-6f4d8b141b53" providerId="ADAL" clId="{93EC4B3E-1869-4B51-8E24-1B29F4EFBA1D}" dt="2026-07-16T20:12:20.007" v="266" actId="1076"/>
          <ac:spMkLst>
            <pc:docMk/>
            <pc:sldMk cId="0" sldId="268"/>
            <ac:spMk id="3" creationId="{00000000-0000-0000-0000-000000000000}"/>
          </ac:spMkLst>
        </pc:spChg>
        <pc:spChg chg="mod">
          <ac:chgData name="Jeffrey Campbell" userId="f7170015-ecd4-48b3-9629-6f4d8b141b53" providerId="ADAL" clId="{93EC4B3E-1869-4B51-8E24-1B29F4EFBA1D}" dt="2026-07-16T20:11:12.556" v="262" actId="1076"/>
          <ac:spMkLst>
            <pc:docMk/>
            <pc:sldMk cId="0" sldId="268"/>
            <ac:spMk id="5" creationId="{00000000-0000-0000-0000-000000000000}"/>
          </ac:spMkLst>
        </pc:spChg>
        <pc:graphicFrameChg chg="mod modGraphic">
          <ac:chgData name="Jeffrey Campbell" userId="f7170015-ecd4-48b3-9629-6f4d8b141b53" providerId="ADAL" clId="{93EC4B3E-1869-4B51-8E24-1B29F4EFBA1D}" dt="2026-07-16T20:11:48.117" v="265" actId="2711"/>
          <ac:graphicFrameMkLst>
            <pc:docMk/>
            <pc:sldMk cId="0" sldId="268"/>
            <ac:graphicFrameMk id="4" creationId="{00000000-0000-0000-0000-000000000000}"/>
          </ac:graphicFrameMkLst>
        </pc:graphicFrameChg>
      </pc:sldChg>
      <pc:sldChg chg="modSp mod">
        <pc:chgData name="Jeffrey Campbell" userId="f7170015-ecd4-48b3-9629-6f4d8b141b53" providerId="ADAL" clId="{93EC4B3E-1869-4B51-8E24-1B29F4EFBA1D}" dt="2026-07-09T18:22:29.942" v="131" actId="404"/>
        <pc:sldMkLst>
          <pc:docMk/>
          <pc:sldMk cId="1705085678" sldId="2147483628"/>
        </pc:sldMkLst>
        <pc:spChg chg="mod">
          <ac:chgData name="Jeffrey Campbell" userId="f7170015-ecd4-48b3-9629-6f4d8b141b53" providerId="ADAL" clId="{93EC4B3E-1869-4B51-8E24-1B29F4EFBA1D}" dt="2026-07-09T18:22:29.942" v="131" actId="404"/>
          <ac:spMkLst>
            <pc:docMk/>
            <pc:sldMk cId="1705085678" sldId="2147483628"/>
            <ac:spMk id="9" creationId="{DCAA3C58-73B4-8925-3829-B4C1A2FADCD3}"/>
          </ac:spMkLst>
        </pc:spChg>
      </pc:sldChg>
    </pc:docChg>
  </pc:docChgLst>
  <pc:docChgLst>
    <pc:chgData name="Alexander Ulloa" userId="S::alexander.ulloa@blend360.com::11afae7f-c451-4ac7-b15a-5cf8f057715e" providerId="AD" clId="Web-{CB8D9D3C-3FD0-2BCE-924C-35CF21C97B44}"/>
    <pc:docChg chg="mod">
      <pc:chgData name="Alexander Ulloa" userId="S::alexander.ulloa@blend360.com::11afae7f-c451-4ac7-b15a-5cf8f057715e" providerId="AD" clId="Web-{CB8D9D3C-3FD0-2BCE-924C-35CF21C97B44}" dt="2026-07-15T15:15:01.488" v="0"/>
      <pc:docMkLst>
        <pc:docMk/>
      </pc:docMkLst>
    </pc:docChg>
  </pc:docChgLst>
  <pc:docChgLst>
    <pc:chgData name="Tamal Dey" userId="96d1bf6f-55e0-4e41-ba66-e734c51381ed" providerId="ADAL" clId="{CC7BB320-2D1C-4CE9-A116-C0385F9322CE}"/>
    <pc:docChg chg="custSel modSld">
      <pc:chgData name="Tamal Dey" userId="96d1bf6f-55e0-4e41-ba66-e734c51381ed" providerId="ADAL" clId="{CC7BB320-2D1C-4CE9-A116-C0385F9322CE}" dt="2026-07-17T13:50:43.572" v="776" actId="113"/>
      <pc:docMkLst>
        <pc:docMk/>
      </pc:docMkLst>
      <pc:sldChg chg="addSp modSp mod">
        <pc:chgData name="Tamal Dey" userId="96d1bf6f-55e0-4e41-ba66-e734c51381ed" providerId="ADAL" clId="{CC7BB320-2D1C-4CE9-A116-C0385F9322CE}" dt="2026-07-17T13:50:43.572" v="776" actId="113"/>
        <pc:sldMkLst>
          <pc:docMk/>
          <pc:sldMk cId="4276171738" sldId="2147483625"/>
        </pc:sldMkLst>
        <pc:spChg chg="mod">
          <ac:chgData name="Tamal Dey" userId="96d1bf6f-55e0-4e41-ba66-e734c51381ed" providerId="ADAL" clId="{CC7BB320-2D1C-4CE9-A116-C0385F9322CE}" dt="2026-07-17T13:50:43.572" v="776" actId="113"/>
          <ac:spMkLst>
            <pc:docMk/>
            <pc:sldMk cId="4276171738" sldId="2147483625"/>
            <ac:spMk id="2" creationId="{6BD23A17-C8AD-8CBF-4342-70E96968BD71}"/>
          </ac:spMkLst>
        </pc:spChg>
        <pc:spChg chg="add mod ord">
          <ac:chgData name="Tamal Dey" userId="96d1bf6f-55e0-4e41-ba66-e734c51381ed" providerId="ADAL" clId="{CC7BB320-2D1C-4CE9-A116-C0385F9322CE}" dt="2026-07-16T11:44:18.228" v="770" actId="14100"/>
          <ac:spMkLst>
            <pc:docMk/>
            <pc:sldMk cId="4276171738" sldId="2147483625"/>
            <ac:spMk id="4" creationId="{06772C1A-3EFC-C291-1A40-C3A4E24B1FA0}"/>
          </ac:spMkLst>
        </pc:spChg>
        <pc:spChg chg="add mod">
          <ac:chgData name="Tamal Dey" userId="96d1bf6f-55e0-4e41-ba66-e734c51381ed" providerId="ADAL" clId="{CC7BB320-2D1C-4CE9-A116-C0385F9322CE}" dt="2026-07-16T11:45:30.916" v="772" actId="1076"/>
          <ac:spMkLst>
            <pc:docMk/>
            <pc:sldMk cId="4276171738" sldId="2147483625"/>
            <ac:spMk id="6" creationId="{7C9F73B4-917A-F11F-D824-7E552E304413}"/>
          </ac:spMkLst>
        </pc:spChg>
        <pc:spChg chg="add mod">
          <ac:chgData name="Tamal Dey" userId="96d1bf6f-55e0-4e41-ba66-e734c51381ed" providerId="ADAL" clId="{CC7BB320-2D1C-4CE9-A116-C0385F9322CE}" dt="2026-07-16T11:46:08.027" v="775" actId="1076"/>
          <ac:spMkLst>
            <pc:docMk/>
            <pc:sldMk cId="4276171738" sldId="2147483625"/>
            <ac:spMk id="8" creationId="{EE9D1A9D-7BD7-E6C7-CAE9-D4657D538019}"/>
          </ac:spMkLst>
        </pc:spChg>
        <pc:spChg chg="mod">
          <ac:chgData name="Tamal Dey" userId="96d1bf6f-55e0-4e41-ba66-e734c51381ed" providerId="ADAL" clId="{CC7BB320-2D1C-4CE9-A116-C0385F9322CE}" dt="2026-07-16T11:43:14.983" v="766" actId="207"/>
          <ac:spMkLst>
            <pc:docMk/>
            <pc:sldMk cId="4276171738" sldId="2147483625"/>
            <ac:spMk id="9" creationId="{A372A86C-4783-67CE-81C1-78FB15B466CD}"/>
          </ac:spMkLst>
        </pc:spChg>
      </pc:sldChg>
    </pc:docChg>
  </pc:docChgLst>
  <pc:docChgLst>
    <pc:chgData name="Nikhil Goel" userId="c5d10007-5fc6-4949-8137-c4e86617b583" providerId="ADAL" clId="{A5E729D7-FA39-4F4B-9A56-E4275699EBE7}"/>
    <pc:docChg chg="undo custSel modSld">
      <pc:chgData name="Nikhil Goel" userId="c5d10007-5fc6-4949-8137-c4e86617b583" providerId="ADAL" clId="{A5E729D7-FA39-4F4B-9A56-E4275699EBE7}" dt="2026-07-15T12:03:15.385" v="3" actId="33524"/>
      <pc:docMkLst>
        <pc:docMk/>
      </pc:docMkLst>
      <pc:sldChg chg="modSp mod">
        <pc:chgData name="Nikhil Goel" userId="c5d10007-5fc6-4949-8137-c4e86617b583" providerId="ADAL" clId="{A5E729D7-FA39-4F4B-9A56-E4275699EBE7}" dt="2026-07-15T12:03:15.385" v="3" actId="33524"/>
        <pc:sldMkLst>
          <pc:docMk/>
          <pc:sldMk cId="4276171738" sldId="2147483625"/>
        </pc:sldMkLst>
        <pc:spChg chg="mod">
          <ac:chgData name="Nikhil Goel" userId="c5d10007-5fc6-4949-8137-c4e86617b583" providerId="ADAL" clId="{A5E729D7-FA39-4F4B-9A56-E4275699EBE7}" dt="2026-07-15T12:03:15.385" v="3" actId="33524"/>
          <ac:spMkLst>
            <pc:docMk/>
            <pc:sldMk cId="4276171738" sldId="2147483625"/>
            <ac:spMk id="9" creationId="{A372A86C-4783-67CE-81C1-78FB15B466CD}"/>
          </ac:spMkLst>
        </pc:spChg>
      </pc:sldChg>
    </pc:docChg>
  </pc:docChgLst>
  <pc:docChgLst>
    <pc:chgData name="Serhat Kecici" userId="abd43904-0170-441e-bc71-1675a5682ce9" providerId="ADAL" clId="{2A1A6E02-DD95-57B9-9EFC-7B325BE91C47}"/>
    <pc:docChg chg="modSld delMainMaster">
      <pc:chgData name="Serhat Kecici" userId="abd43904-0170-441e-bc71-1675a5682ce9" providerId="ADAL" clId="{2A1A6E02-DD95-57B9-9EFC-7B325BE91C47}" dt="2026-07-16T20:14:51.087" v="141" actId="20577"/>
      <pc:docMkLst>
        <pc:docMk/>
      </pc:docMkLst>
      <pc:sldChg chg="modNotesTx">
        <pc:chgData name="Serhat Kecici" userId="abd43904-0170-441e-bc71-1675a5682ce9" providerId="ADAL" clId="{2A1A6E02-DD95-57B9-9EFC-7B325BE91C47}" dt="2026-07-16T20:14:51.087" v="141" actId="20577"/>
        <pc:sldMkLst>
          <pc:docMk/>
          <pc:sldMk cId="1799390255" sldId="2147471844"/>
        </pc:sldMkLst>
      </pc:sldChg>
      <pc:sldChg chg="modSp mod modNotesTx">
        <pc:chgData name="Serhat Kecici" userId="abd43904-0170-441e-bc71-1675a5682ce9" providerId="ADAL" clId="{2A1A6E02-DD95-57B9-9EFC-7B325BE91C47}" dt="2026-07-16T20:14:06.613" v="140" actId="20577"/>
        <pc:sldMkLst>
          <pc:docMk/>
          <pc:sldMk cId="1790647646" sldId="2147483597"/>
        </pc:sldMkLst>
        <pc:spChg chg="mod">
          <ac:chgData name="Serhat Kecici" userId="abd43904-0170-441e-bc71-1675a5682ce9" providerId="ADAL" clId="{2A1A6E02-DD95-57B9-9EFC-7B325BE91C47}" dt="2026-07-14T17:52:01.355" v="128" actId="20577"/>
          <ac:spMkLst>
            <pc:docMk/>
            <pc:sldMk cId="1790647646" sldId="2147483597"/>
            <ac:spMk id="3" creationId="{4F04ADAD-9003-E15E-F343-702724AA1B4C}"/>
          </ac:spMkLst>
        </pc:spChg>
      </pc:sldChg>
    </pc:docChg>
  </pc:docChgLst>
  <pc:docChgLst>
    <pc:chgData name="Alexander Ulloa" userId="S::alexander.ulloa@blend360.com::11afae7f-c451-4ac7-b15a-5cf8f057715e" providerId="AD" clId="Web-{26F6FE96-B3A8-557B-2A3F-5EB4871177A4}"/>
    <pc:docChg chg="modSld">
      <pc:chgData name="Alexander Ulloa" userId="S::alexander.ulloa@blend360.com::11afae7f-c451-4ac7-b15a-5cf8f057715e" providerId="AD" clId="Web-{26F6FE96-B3A8-557B-2A3F-5EB4871177A4}" dt="2026-07-17T13:23:36.003" v="111" actId="20577"/>
      <pc:docMkLst>
        <pc:docMk/>
      </pc:docMkLst>
      <pc:sldChg chg="modSp">
        <pc:chgData name="Alexander Ulloa" userId="S::alexander.ulloa@blend360.com::11afae7f-c451-4ac7-b15a-5cf8f057715e" providerId="AD" clId="Web-{26F6FE96-B3A8-557B-2A3F-5EB4871177A4}" dt="2026-07-17T13:23:36.003" v="111" actId="20577"/>
        <pc:sldMkLst>
          <pc:docMk/>
          <pc:sldMk cId="2458724450" sldId="256"/>
        </pc:sldMkLst>
        <pc:spChg chg="mod">
          <ac:chgData name="Alexander Ulloa" userId="S::alexander.ulloa@blend360.com::11afae7f-c451-4ac7-b15a-5cf8f057715e" providerId="AD" clId="Web-{26F6FE96-B3A8-557B-2A3F-5EB4871177A4}" dt="2026-07-17T13:23:24.347" v="99" actId="20577"/>
          <ac:spMkLst>
            <pc:docMk/>
            <pc:sldMk cId="2458724450" sldId="256"/>
            <ac:spMk id="50" creationId="{9B828C5D-33D4-59E3-F4DD-EB7864796557}"/>
          </ac:spMkLst>
        </pc:spChg>
        <pc:spChg chg="mod">
          <ac:chgData name="Alexander Ulloa" userId="S::alexander.ulloa@blend360.com::11afae7f-c451-4ac7-b15a-5cf8f057715e" providerId="AD" clId="Web-{26F6FE96-B3A8-557B-2A3F-5EB4871177A4}" dt="2026-07-17T13:23:36.003" v="111" actId="20577"/>
          <ac:spMkLst>
            <pc:docMk/>
            <pc:sldMk cId="2458724450" sldId="256"/>
            <ac:spMk id="52" creationId="{5758DA20-58D8-1765-39BD-BA9E010AA047}"/>
          </ac:spMkLst>
        </pc:spChg>
      </pc:sldChg>
      <pc:sldChg chg="delSp modSp">
        <pc:chgData name="Alexander Ulloa" userId="S::alexander.ulloa@blend360.com::11afae7f-c451-4ac7-b15a-5cf8f057715e" providerId="AD" clId="Web-{26F6FE96-B3A8-557B-2A3F-5EB4871177A4}" dt="2026-07-17T13:21:58.343" v="94"/>
        <pc:sldMkLst>
          <pc:docMk/>
          <pc:sldMk cId="2429114856" sldId="259"/>
        </pc:sldMkLst>
        <pc:spChg chg="mod">
          <ac:chgData name="Alexander Ulloa" userId="S::alexander.ulloa@blend360.com::11afae7f-c451-4ac7-b15a-5cf8f057715e" providerId="AD" clId="Web-{26F6FE96-B3A8-557B-2A3F-5EB4871177A4}" dt="2026-07-17T13:21:34.591" v="88" actId="20577"/>
          <ac:spMkLst>
            <pc:docMk/>
            <pc:sldMk cId="2429114856" sldId="259"/>
            <ac:spMk id="321" creationId="{00000000-0000-0000-0000-000000000000}"/>
          </ac:spMkLst>
        </pc:spChg>
        <pc:spChg chg="mod">
          <ac:chgData name="Alexander Ulloa" userId="S::alexander.ulloa@blend360.com::11afae7f-c451-4ac7-b15a-5cf8f057715e" providerId="AD" clId="Web-{26F6FE96-B3A8-557B-2A3F-5EB4871177A4}" dt="2026-07-17T13:21:47.701" v="93" actId="20577"/>
          <ac:spMkLst>
            <pc:docMk/>
            <pc:sldMk cId="2429114856" sldId="259"/>
            <ac:spMk id="322" creationId="{00000000-0000-0000-0000-000000000000}"/>
          </ac:spMkLst>
        </pc:spChg>
        <pc:spChg chg="del">
          <ac:chgData name="Alexander Ulloa" userId="S::alexander.ulloa@blend360.com::11afae7f-c451-4ac7-b15a-5cf8f057715e" providerId="AD" clId="Web-{26F6FE96-B3A8-557B-2A3F-5EB4871177A4}" dt="2026-07-17T13:21:58.343" v="94"/>
          <ac:spMkLst>
            <pc:docMk/>
            <pc:sldMk cId="2429114856" sldId="259"/>
            <ac:spMk id="323" creationId="{00000000-0000-0000-0000-000000000000}"/>
          </ac:spMkLst>
        </pc:spChg>
      </pc:sldChg>
      <pc:sldChg chg="modSp">
        <pc:chgData name="Alexander Ulloa" userId="S::alexander.ulloa@blend360.com::11afae7f-c451-4ac7-b15a-5cf8f057715e" providerId="AD" clId="Web-{26F6FE96-B3A8-557B-2A3F-5EB4871177A4}" dt="2026-07-17T13:14:35.086" v="25" actId="20577"/>
        <pc:sldMkLst>
          <pc:docMk/>
          <pc:sldMk cId="1584292113" sldId="265"/>
        </pc:sldMkLst>
        <pc:spChg chg="mod">
          <ac:chgData name="Alexander Ulloa" userId="S::alexander.ulloa@blend360.com::11afae7f-c451-4ac7-b15a-5cf8f057715e" providerId="AD" clId="Web-{26F6FE96-B3A8-557B-2A3F-5EB4871177A4}" dt="2026-07-17T13:14:35.086" v="25" actId="20577"/>
          <ac:spMkLst>
            <pc:docMk/>
            <pc:sldMk cId="1584292113" sldId="265"/>
            <ac:spMk id="11" creationId="{2480A6B8-B341-4EE3-91A1-119B31054204}"/>
          </ac:spMkLst>
        </pc:spChg>
      </pc:sldChg>
    </pc:docChg>
  </pc:docChgLst>
  <pc:docChgLst>
    <pc:chgData name="Vincent Yan" userId="S::vincent.yan@blend360.com::974a0210-51a7-45f1-8ecd-8ae719c5a978" providerId="AD" clId="Web-{89C6647C-98F2-C619-341D-40A2774DA4E2}"/>
    <pc:docChg chg="mod">
      <pc:chgData name="Vincent Yan" userId="S::vincent.yan@blend360.com::974a0210-51a7-45f1-8ecd-8ae719c5a978" providerId="AD" clId="Web-{89C6647C-98F2-C619-341D-40A2774DA4E2}" dt="2026-07-06T20:43:40.745" v="0"/>
      <pc:docMkLst>
        <pc:docMk/>
      </pc:docMkLst>
    </pc:docChg>
  </pc:docChgLst>
  <pc:docChgLst>
    <pc:chgData name="Celia Wanderley" userId="S::celia.wanderley@blend360.com::1c025382-23fe-442a-99ed-a93e991fc489" providerId="AD" clId="Web-{93AB082D-5362-6C5E-DCA0-C512FC46F218}"/>
    <pc:docChg chg="modSld">
      <pc:chgData name="Celia Wanderley" userId="S::celia.wanderley@blend360.com::1c025382-23fe-442a-99ed-a93e991fc489" providerId="AD" clId="Web-{93AB082D-5362-6C5E-DCA0-C512FC46F218}" dt="2026-07-17T02:32:54.279" v="336" actId="20577"/>
      <pc:docMkLst>
        <pc:docMk/>
      </pc:docMkLst>
      <pc:sldChg chg="modSp">
        <pc:chgData name="Celia Wanderley" userId="S::celia.wanderley@blend360.com::1c025382-23fe-442a-99ed-a93e991fc489" providerId="AD" clId="Web-{93AB082D-5362-6C5E-DCA0-C512FC46F218}" dt="2026-07-17T02:32:54.279" v="336" actId="20577"/>
        <pc:sldMkLst>
          <pc:docMk/>
          <pc:sldMk cId="1705085678" sldId="2147483628"/>
        </pc:sldMkLst>
        <pc:spChg chg="mod">
          <ac:chgData name="Celia Wanderley" userId="S::celia.wanderley@blend360.com::1c025382-23fe-442a-99ed-a93e991fc489" providerId="AD" clId="Web-{93AB082D-5362-6C5E-DCA0-C512FC46F218}" dt="2026-07-17T02:32:54.279" v="336" actId="20577"/>
          <ac:spMkLst>
            <pc:docMk/>
            <pc:sldMk cId="1705085678" sldId="2147483628"/>
            <ac:spMk id="9" creationId="{DCAA3C58-73B4-8925-3829-B4C1A2FADCD3}"/>
          </ac:spMkLst>
        </pc:spChg>
      </pc:sldChg>
    </pc:docChg>
  </pc:docChgLst>
  <pc:docChgLst>
    <pc:chgData name="Vincent Yan" userId="S::vincent.yan@blend360.com::974a0210-51a7-45f1-8ecd-8ae719c5a978" providerId="AD" clId="Web-{B9309965-E437-C125-F94C-5176B505D886}"/>
    <pc:docChg chg="modSld">
      <pc:chgData name="Vincent Yan" userId="S::vincent.yan@blend360.com::974a0210-51a7-45f1-8ecd-8ae719c5a978" providerId="AD" clId="Web-{B9309965-E437-C125-F94C-5176B505D886}" dt="2026-07-20T15:25:28.542" v="0" actId="20577"/>
      <pc:docMkLst>
        <pc:docMk/>
      </pc:docMkLst>
      <pc:sldChg chg="modSp">
        <pc:chgData name="Vincent Yan" userId="S::vincent.yan@blend360.com::974a0210-51a7-45f1-8ecd-8ae719c5a978" providerId="AD" clId="Web-{B9309965-E437-C125-F94C-5176B505D886}" dt="2026-07-20T15:25:28.542" v="0" actId="20577"/>
        <pc:sldMkLst>
          <pc:docMk/>
          <pc:sldMk cId="1239875751" sldId="2147483635"/>
        </pc:sldMkLst>
        <pc:spChg chg="mod">
          <ac:chgData name="Vincent Yan" userId="S::vincent.yan@blend360.com::974a0210-51a7-45f1-8ecd-8ae719c5a978" providerId="AD" clId="Web-{B9309965-E437-C125-F94C-5176B505D886}" dt="2026-07-20T15:25:28.542" v="0" actId="20577"/>
          <ac:spMkLst>
            <pc:docMk/>
            <pc:sldMk cId="1239875751" sldId="2147483635"/>
            <ac:spMk id="19" creationId="{00000000-0000-0000-0000-000000000000}"/>
          </ac:spMkLst>
        </pc:spChg>
      </pc:sldChg>
    </pc:docChg>
  </pc:docChgLst>
  <pc:docChgLst>
    <pc:chgData name="Rodrigo Lopez" userId="S::rodrigo.lopez@blend360.com::5792ca34-c452-4b06-8892-391b5aad6900" providerId="AD" clId="Web-{B80A7992-D228-6449-AC31-B92F8E90CD94}"/>
    <pc:docChg chg="modSld">
      <pc:chgData name="Rodrigo Lopez" userId="S::rodrigo.lopez@blend360.com::5792ca34-c452-4b06-8892-391b5aad6900" providerId="AD" clId="Web-{B80A7992-D228-6449-AC31-B92F8E90CD94}" dt="2026-07-16T19:49:38.304" v="221" actId="20577"/>
      <pc:docMkLst>
        <pc:docMk/>
      </pc:docMkLst>
      <pc:sldChg chg="modSp">
        <pc:chgData name="Rodrigo Lopez" userId="S::rodrigo.lopez@blend360.com::5792ca34-c452-4b06-8892-391b5aad6900" providerId="AD" clId="Web-{B80A7992-D228-6449-AC31-B92F8E90CD94}" dt="2026-07-16T19:43:32.462" v="50" actId="20577"/>
        <pc:sldMkLst>
          <pc:docMk/>
          <pc:sldMk cId="1378869647" sldId="260"/>
        </pc:sldMkLst>
        <pc:spChg chg="mod">
          <ac:chgData name="Rodrigo Lopez" userId="S::rodrigo.lopez@blend360.com::5792ca34-c452-4b06-8892-391b5aad6900" providerId="AD" clId="Web-{B80A7992-D228-6449-AC31-B92F8E90CD94}" dt="2026-07-16T19:42:32.694" v="0" actId="20577"/>
          <ac:spMkLst>
            <pc:docMk/>
            <pc:sldMk cId="1378869647" sldId="260"/>
            <ac:spMk id="67" creationId="{D7B007B9-FE25-A03B-FDBE-734AB2C04856}"/>
          </ac:spMkLst>
        </pc:spChg>
        <pc:spChg chg="mod">
          <ac:chgData name="Rodrigo Lopez" userId="S::rodrigo.lopez@blend360.com::5792ca34-c452-4b06-8892-391b5aad6900" providerId="AD" clId="Web-{B80A7992-D228-6449-AC31-B92F8E90CD94}" dt="2026-07-16T19:42:49.773" v="3" actId="20577"/>
          <ac:spMkLst>
            <pc:docMk/>
            <pc:sldMk cId="1378869647" sldId="260"/>
            <ac:spMk id="204" creationId="{00000000-0000-0000-0000-000000000000}"/>
          </ac:spMkLst>
        </pc:spChg>
        <pc:spChg chg="mod">
          <ac:chgData name="Rodrigo Lopez" userId="S::rodrigo.lopez@blend360.com::5792ca34-c452-4b06-8892-391b5aad6900" providerId="AD" clId="Web-{B80A7992-D228-6449-AC31-B92F8E90CD94}" dt="2026-07-16T19:43:32.462" v="50" actId="20577"/>
          <ac:spMkLst>
            <pc:docMk/>
            <pc:sldMk cId="1378869647" sldId="260"/>
            <ac:spMk id="205" creationId="{00000000-0000-0000-0000-000000000000}"/>
          </ac:spMkLst>
        </pc:spChg>
      </pc:sldChg>
      <pc:sldChg chg="modSp">
        <pc:chgData name="Rodrigo Lopez" userId="S::rodrigo.lopez@blend360.com::5792ca34-c452-4b06-8892-391b5aad6900" providerId="AD" clId="Web-{B80A7992-D228-6449-AC31-B92F8E90CD94}" dt="2026-07-16T19:49:38.304" v="221" actId="20577"/>
        <pc:sldMkLst>
          <pc:docMk/>
          <pc:sldMk cId="3941353447" sldId="264"/>
        </pc:sldMkLst>
        <pc:spChg chg="mod">
          <ac:chgData name="Rodrigo Lopez" userId="S::rodrigo.lopez@blend360.com::5792ca34-c452-4b06-8892-391b5aad6900" providerId="AD" clId="Web-{B80A7992-D228-6449-AC31-B92F8E90CD94}" dt="2026-07-16T19:48:30.989" v="155" actId="20577"/>
          <ac:spMkLst>
            <pc:docMk/>
            <pc:sldMk cId="3941353447" sldId="264"/>
            <ac:spMk id="706" creationId="{00000000-0000-0000-0000-000000000000}"/>
          </ac:spMkLst>
        </pc:spChg>
        <pc:spChg chg="mod">
          <ac:chgData name="Rodrigo Lopez" userId="S::rodrigo.lopez@blend360.com::5792ca34-c452-4b06-8892-391b5aad6900" providerId="AD" clId="Web-{B80A7992-D228-6449-AC31-B92F8E90CD94}" dt="2026-07-16T19:48:48.177" v="164" actId="20577"/>
          <ac:spMkLst>
            <pc:docMk/>
            <pc:sldMk cId="3941353447" sldId="264"/>
            <ac:spMk id="729" creationId="{00000000-0000-0000-0000-000000000000}"/>
          </ac:spMkLst>
        </pc:spChg>
        <pc:spChg chg="mod">
          <ac:chgData name="Rodrigo Lopez" userId="S::rodrigo.lopez@blend360.com::5792ca34-c452-4b06-8892-391b5aad6900" providerId="AD" clId="Web-{B80A7992-D228-6449-AC31-B92F8E90CD94}" dt="2026-07-16T19:48:54.677" v="167" actId="20577"/>
          <ac:spMkLst>
            <pc:docMk/>
            <pc:sldMk cId="3941353447" sldId="264"/>
            <ac:spMk id="732" creationId="{00000000-0000-0000-0000-000000000000}"/>
          </ac:spMkLst>
        </pc:spChg>
        <pc:spChg chg="mod">
          <ac:chgData name="Rodrigo Lopez" userId="S::rodrigo.lopez@blend360.com::5792ca34-c452-4b06-8892-391b5aad6900" providerId="AD" clId="Web-{B80A7992-D228-6449-AC31-B92F8E90CD94}" dt="2026-07-16T19:49:14.725" v="188" actId="20577"/>
          <ac:spMkLst>
            <pc:docMk/>
            <pc:sldMk cId="3941353447" sldId="264"/>
            <ac:spMk id="735" creationId="{00000000-0000-0000-0000-000000000000}"/>
          </ac:spMkLst>
        </pc:spChg>
        <pc:spChg chg="mod">
          <ac:chgData name="Rodrigo Lopez" userId="S::rodrigo.lopez@blend360.com::5792ca34-c452-4b06-8892-391b5aad6900" providerId="AD" clId="Web-{B80A7992-D228-6449-AC31-B92F8E90CD94}" dt="2026-07-16T19:49:38.304" v="221" actId="20577"/>
          <ac:spMkLst>
            <pc:docMk/>
            <pc:sldMk cId="3941353447" sldId="264"/>
            <ac:spMk id="738" creationId="{00000000-0000-0000-0000-000000000000}"/>
          </ac:spMkLst>
        </pc:spChg>
      </pc:sldChg>
      <pc:sldChg chg="delSp modSp">
        <pc:chgData name="Rodrigo Lopez" userId="S::rodrigo.lopez@blend360.com::5792ca34-c452-4b06-8892-391b5aad6900" providerId="AD" clId="Web-{B80A7992-D228-6449-AC31-B92F8E90CD94}" dt="2026-07-16T19:48:12.004" v="153" actId="20577"/>
        <pc:sldMkLst>
          <pc:docMk/>
          <pc:sldMk cId="724559520" sldId="266"/>
        </pc:sldMkLst>
        <pc:spChg chg="mod">
          <ac:chgData name="Rodrigo Lopez" userId="S::rodrigo.lopez@blend360.com::5792ca34-c452-4b06-8892-391b5aad6900" providerId="AD" clId="Web-{B80A7992-D228-6449-AC31-B92F8E90CD94}" dt="2026-07-16T19:48:12.004" v="153" actId="20577"/>
          <ac:spMkLst>
            <pc:docMk/>
            <pc:sldMk cId="724559520" sldId="266"/>
            <ac:spMk id="5" creationId="{00000000-0000-0000-0000-000000000000}"/>
          </ac:spMkLst>
        </pc:spChg>
        <pc:spChg chg="mod">
          <ac:chgData name="Rodrigo Lopez" userId="S::rodrigo.lopez@blend360.com::5792ca34-c452-4b06-8892-391b5aad6900" providerId="AD" clId="Web-{B80A7992-D228-6449-AC31-B92F8E90CD94}" dt="2026-07-16T19:47:01.454" v="121" actId="20577"/>
          <ac:spMkLst>
            <pc:docMk/>
            <pc:sldMk cId="724559520" sldId="266"/>
            <ac:spMk id="6" creationId="{00000000-0000-0000-0000-000000000000}"/>
          </ac:spMkLst>
        </pc:spChg>
        <pc:spChg chg="mod">
          <ac:chgData name="Rodrigo Lopez" userId="S::rodrigo.lopez@blend360.com::5792ca34-c452-4b06-8892-391b5aad6900" providerId="AD" clId="Web-{B80A7992-D228-6449-AC31-B92F8E90CD94}" dt="2026-07-16T19:46:59.142" v="119" actId="20577"/>
          <ac:spMkLst>
            <pc:docMk/>
            <pc:sldMk cId="724559520" sldId="266"/>
            <ac:spMk id="8" creationId="{00000000-0000-0000-0000-000000000000}"/>
          </ac:spMkLst>
        </pc:spChg>
        <pc:spChg chg="mod">
          <ac:chgData name="Rodrigo Lopez" userId="S::rodrigo.lopez@blend360.com::5792ca34-c452-4b06-8892-391b5aad6900" providerId="AD" clId="Web-{B80A7992-D228-6449-AC31-B92F8E90CD94}" dt="2026-07-16T19:46:49.782" v="116" actId="20577"/>
          <ac:spMkLst>
            <pc:docMk/>
            <pc:sldMk cId="724559520" sldId="266"/>
            <ac:spMk id="10" creationId="{00000000-0000-0000-0000-000000000000}"/>
          </ac:spMkLst>
        </pc:spChg>
        <pc:spChg chg="mod">
          <ac:chgData name="Rodrigo Lopez" userId="S::rodrigo.lopez@blend360.com::5792ca34-c452-4b06-8892-391b5aad6900" providerId="AD" clId="Web-{B80A7992-D228-6449-AC31-B92F8E90CD94}" dt="2026-07-16T19:47:23.440" v="134" actId="20577"/>
          <ac:spMkLst>
            <pc:docMk/>
            <pc:sldMk cId="724559520" sldId="266"/>
            <ac:spMk id="12" creationId="{00000000-0000-0000-0000-000000000000}"/>
          </ac:spMkLst>
        </pc:spChg>
        <pc:spChg chg="del mod">
          <ac:chgData name="Rodrigo Lopez" userId="S::rodrigo.lopez@blend360.com::5792ca34-c452-4b06-8892-391b5aad6900" providerId="AD" clId="Web-{B80A7992-D228-6449-AC31-B92F8E90CD94}" dt="2026-07-16T19:47:32.159" v="137"/>
          <ac:spMkLst>
            <pc:docMk/>
            <pc:sldMk cId="724559520" sldId="266"/>
            <ac:spMk id="25" creationId="{00000000-0000-0000-0000-000000000000}"/>
          </ac:spMkLst>
        </pc:spChg>
        <pc:spChg chg="mod">
          <ac:chgData name="Rodrigo Lopez" userId="S::rodrigo.lopez@blend360.com::5792ca34-c452-4b06-8892-391b5aad6900" providerId="AD" clId="Web-{B80A7992-D228-6449-AC31-B92F8E90CD94}" dt="2026-07-16T19:46:55.579" v="117" actId="20577"/>
          <ac:spMkLst>
            <pc:docMk/>
            <pc:sldMk cId="724559520" sldId="266"/>
            <ac:spMk id="26" creationId="{00000000-0000-0000-0000-000000000000}"/>
          </ac:spMkLst>
        </pc:spChg>
      </pc:sldChg>
    </pc:docChg>
  </pc:docChgLst>
  <pc:docChgLst>
    <pc:chgData name="Alexander Ulloa" userId="11afae7f-c451-4ac7-b15a-5cf8f057715e" providerId="ADAL" clId="{C1AE7805-A9EE-C645-98FD-38E13DAEE3AD}"/>
    <pc:docChg chg="addSld modSld">
      <pc:chgData name="Alexander Ulloa" userId="11afae7f-c451-4ac7-b15a-5cf8f057715e" providerId="ADAL" clId="{C1AE7805-A9EE-C645-98FD-38E13DAEE3AD}" dt="2026-07-16T18:57:45.370" v="2" actId="20577"/>
      <pc:docMkLst>
        <pc:docMk/>
      </pc:docMkLst>
      <pc:sldChg chg="add">
        <pc:chgData name="Alexander Ulloa" userId="11afae7f-c451-4ac7-b15a-5cf8f057715e" providerId="ADAL" clId="{C1AE7805-A9EE-C645-98FD-38E13DAEE3AD}" dt="2026-07-16T18:57:19.309" v="0"/>
        <pc:sldMkLst>
          <pc:docMk/>
          <pc:sldMk cId="2458724450" sldId="256"/>
        </pc:sldMkLst>
      </pc:sldChg>
      <pc:sldChg chg="add">
        <pc:chgData name="Alexander Ulloa" userId="11afae7f-c451-4ac7-b15a-5cf8f057715e" providerId="ADAL" clId="{C1AE7805-A9EE-C645-98FD-38E13DAEE3AD}" dt="2026-07-16T18:57:19.309" v="0"/>
        <pc:sldMkLst>
          <pc:docMk/>
          <pc:sldMk cId="3054963984" sldId="257"/>
        </pc:sldMkLst>
      </pc:sldChg>
      <pc:sldChg chg="add">
        <pc:chgData name="Alexander Ulloa" userId="11afae7f-c451-4ac7-b15a-5cf8f057715e" providerId="ADAL" clId="{C1AE7805-A9EE-C645-98FD-38E13DAEE3AD}" dt="2026-07-16T18:57:19.309" v="0"/>
        <pc:sldMkLst>
          <pc:docMk/>
          <pc:sldMk cId="2429114856" sldId="259"/>
        </pc:sldMkLst>
      </pc:sldChg>
      <pc:sldChg chg="add">
        <pc:chgData name="Alexander Ulloa" userId="11afae7f-c451-4ac7-b15a-5cf8f057715e" providerId="ADAL" clId="{C1AE7805-A9EE-C645-98FD-38E13DAEE3AD}" dt="2026-07-16T18:57:19.309" v="0"/>
        <pc:sldMkLst>
          <pc:docMk/>
          <pc:sldMk cId="1378869647" sldId="260"/>
        </pc:sldMkLst>
      </pc:sldChg>
      <pc:sldChg chg="add">
        <pc:chgData name="Alexander Ulloa" userId="11afae7f-c451-4ac7-b15a-5cf8f057715e" providerId="ADAL" clId="{C1AE7805-A9EE-C645-98FD-38E13DAEE3AD}" dt="2026-07-16T18:57:19.309" v="0"/>
        <pc:sldMkLst>
          <pc:docMk/>
          <pc:sldMk cId="1159627669" sldId="261"/>
        </pc:sldMkLst>
      </pc:sldChg>
      <pc:sldChg chg="add modNotesTx">
        <pc:chgData name="Alexander Ulloa" userId="11afae7f-c451-4ac7-b15a-5cf8f057715e" providerId="ADAL" clId="{C1AE7805-A9EE-C645-98FD-38E13DAEE3AD}" dt="2026-07-16T18:57:45.370" v="2" actId="20577"/>
        <pc:sldMkLst>
          <pc:docMk/>
          <pc:sldMk cId="776883048" sldId="263"/>
        </pc:sldMkLst>
      </pc:sldChg>
      <pc:sldChg chg="add">
        <pc:chgData name="Alexander Ulloa" userId="11afae7f-c451-4ac7-b15a-5cf8f057715e" providerId="ADAL" clId="{C1AE7805-A9EE-C645-98FD-38E13DAEE3AD}" dt="2026-07-16T18:57:19.309" v="0"/>
        <pc:sldMkLst>
          <pc:docMk/>
          <pc:sldMk cId="3941353447" sldId="264"/>
        </pc:sldMkLst>
      </pc:sldChg>
      <pc:sldChg chg="add">
        <pc:chgData name="Alexander Ulloa" userId="11afae7f-c451-4ac7-b15a-5cf8f057715e" providerId="ADAL" clId="{C1AE7805-A9EE-C645-98FD-38E13DAEE3AD}" dt="2026-07-16T18:57:19.309" v="0"/>
        <pc:sldMkLst>
          <pc:docMk/>
          <pc:sldMk cId="1584292113" sldId="265"/>
        </pc:sldMkLst>
      </pc:sldChg>
      <pc:sldChg chg="add">
        <pc:chgData name="Alexander Ulloa" userId="11afae7f-c451-4ac7-b15a-5cf8f057715e" providerId="ADAL" clId="{C1AE7805-A9EE-C645-98FD-38E13DAEE3AD}" dt="2026-07-16T18:57:19.309" v="0"/>
        <pc:sldMkLst>
          <pc:docMk/>
          <pc:sldMk cId="724559520" sldId="266"/>
        </pc:sldMkLst>
      </pc:sldChg>
    </pc:docChg>
  </pc:docChgLst>
  <pc:docChgLst>
    <pc:chgData name="Serhat Kecici" userId="S::serhat.kecici@blend360.com::abd43904-0170-441e-bc71-1675a5682ce9" providerId="AD" clId="Web-{C8341036-04DE-6A4C-7D36-E2406D41F373}"/>
    <pc:docChg chg="mod addSld delSld modSld">
      <pc:chgData name="Serhat Kecici" userId="S::serhat.kecici@blend360.com::abd43904-0170-441e-bc71-1675a5682ce9" providerId="AD" clId="Web-{C8341036-04DE-6A4C-7D36-E2406D41F373}" dt="2026-07-06T20:17:12.936" v="361" actId="14100"/>
      <pc:docMkLst>
        <pc:docMk/>
      </pc:docMkLst>
      <pc:sldChg chg="addSp delSp modSp">
        <pc:chgData name="Serhat Kecici" userId="S::serhat.kecici@blend360.com::abd43904-0170-441e-bc71-1675a5682ce9" providerId="AD" clId="Web-{C8341036-04DE-6A4C-7D36-E2406D41F373}" dt="2026-07-06T20:11:22.720" v="307" actId="20577"/>
        <pc:sldMkLst>
          <pc:docMk/>
          <pc:sldMk cId="655373750" sldId="262"/>
        </pc:sldMkLst>
        <pc:spChg chg="mod">
          <ac:chgData name="Serhat Kecici" userId="S::serhat.kecici@blend360.com::abd43904-0170-441e-bc71-1675a5682ce9" providerId="AD" clId="Web-{C8341036-04DE-6A4C-7D36-E2406D41F373}" dt="2026-07-06T20:09:45.841" v="260" actId="1076"/>
          <ac:spMkLst>
            <pc:docMk/>
            <pc:sldMk cId="655373750" sldId="262"/>
            <ac:spMk id="2" creationId="{1F374034-96DF-15F8-2B47-D1654F750EEF}"/>
          </ac:spMkLst>
        </pc:spChg>
        <pc:spChg chg="mod">
          <ac:chgData name="Serhat Kecici" userId="S::serhat.kecici@blend360.com::abd43904-0170-441e-bc71-1675a5682ce9" providerId="AD" clId="Web-{C8341036-04DE-6A4C-7D36-E2406D41F373}" dt="2026-07-06T20:09:45.857" v="261" actId="1076"/>
          <ac:spMkLst>
            <pc:docMk/>
            <pc:sldMk cId="655373750" sldId="262"/>
            <ac:spMk id="3" creationId="{2832B6AA-9938-027C-E056-2C6CF8D97CD6}"/>
          </ac:spMkLst>
        </pc:spChg>
        <pc:spChg chg="mod">
          <ac:chgData name="Serhat Kecici" userId="S::serhat.kecici@blend360.com::abd43904-0170-441e-bc71-1675a5682ce9" providerId="AD" clId="Web-{C8341036-04DE-6A4C-7D36-E2406D41F373}" dt="2026-07-06T20:09:57.248" v="263" actId="1076"/>
          <ac:spMkLst>
            <pc:docMk/>
            <pc:sldMk cId="655373750" sldId="262"/>
            <ac:spMk id="4" creationId="{2C8DA91A-AFC7-E5BB-E6CB-ED11CCB7255E}"/>
          </ac:spMkLst>
        </pc:spChg>
        <pc:spChg chg="mod">
          <ac:chgData name="Serhat Kecici" userId="S::serhat.kecici@blend360.com::abd43904-0170-441e-bc71-1675a5682ce9" providerId="AD" clId="Web-{C8341036-04DE-6A4C-7D36-E2406D41F373}" dt="2026-07-06T20:10:09.327" v="264" actId="1076"/>
          <ac:spMkLst>
            <pc:docMk/>
            <pc:sldMk cId="655373750" sldId="262"/>
            <ac:spMk id="6" creationId="{DF0C9BC3-3D45-6409-71CC-98C7B75ED186}"/>
          </ac:spMkLst>
        </pc:spChg>
        <pc:spChg chg="mod">
          <ac:chgData name="Serhat Kecici" userId="S::serhat.kecici@blend360.com::abd43904-0170-441e-bc71-1675a5682ce9" providerId="AD" clId="Web-{C8341036-04DE-6A4C-7D36-E2406D41F373}" dt="2026-07-06T20:11:22.720" v="307" actId="20577"/>
          <ac:spMkLst>
            <pc:docMk/>
            <pc:sldMk cId="655373750" sldId="262"/>
            <ac:spMk id="7" creationId="{31DFE165-7B44-8049-515A-25B85AA4FD36}"/>
          </ac:spMkLst>
        </pc:spChg>
        <pc:spChg chg="mod">
          <ac:chgData name="Serhat Kecici" userId="S::serhat.kecici@blend360.com::abd43904-0170-441e-bc71-1675a5682ce9" providerId="AD" clId="Web-{C8341036-04DE-6A4C-7D36-E2406D41F373}" dt="2026-07-06T20:10:09.342" v="265" actId="1076"/>
          <ac:spMkLst>
            <pc:docMk/>
            <pc:sldMk cId="655373750" sldId="262"/>
            <ac:spMk id="8" creationId="{F3D68FD5-9FEB-36F0-5EE7-7F1F97AEF6CB}"/>
          </ac:spMkLst>
        </pc:spChg>
        <pc:spChg chg="mod">
          <ac:chgData name="Serhat Kecici" userId="S::serhat.kecici@blend360.com::abd43904-0170-441e-bc71-1675a5682ce9" providerId="AD" clId="Web-{C8341036-04DE-6A4C-7D36-E2406D41F373}" dt="2026-07-06T20:10:09.342" v="266" actId="1076"/>
          <ac:spMkLst>
            <pc:docMk/>
            <pc:sldMk cId="655373750" sldId="262"/>
            <ac:spMk id="9" creationId="{3EC7BE79-C744-F88D-34C1-9F1ABFB8F5CB}"/>
          </ac:spMkLst>
        </pc:spChg>
        <pc:spChg chg="mod">
          <ac:chgData name="Serhat Kecici" userId="S::serhat.kecici@blend360.com::abd43904-0170-441e-bc71-1675a5682ce9" providerId="AD" clId="Web-{C8341036-04DE-6A4C-7D36-E2406D41F373}" dt="2026-07-06T20:10:09.358" v="267" actId="1076"/>
          <ac:spMkLst>
            <pc:docMk/>
            <pc:sldMk cId="655373750" sldId="262"/>
            <ac:spMk id="10" creationId="{63BED961-026B-6571-62B2-4E88C6AA3369}"/>
          </ac:spMkLst>
        </pc:spChg>
        <pc:spChg chg="mod">
          <ac:chgData name="Serhat Kecici" userId="S::serhat.kecici@blend360.com::abd43904-0170-441e-bc71-1675a5682ce9" providerId="AD" clId="Web-{C8341036-04DE-6A4C-7D36-E2406D41F373}" dt="2026-07-06T20:09:54.326" v="262" actId="1076"/>
          <ac:spMkLst>
            <pc:docMk/>
            <pc:sldMk cId="655373750" sldId="262"/>
            <ac:spMk id="11" creationId="{DA3B5405-CDC9-5FB7-AFE5-3A84DCEC554A}"/>
          </ac:spMkLst>
        </pc:spChg>
        <pc:spChg chg="mod">
          <ac:chgData name="Serhat Kecici" userId="S::serhat.kecici@blend360.com::abd43904-0170-441e-bc71-1675a5682ce9" providerId="AD" clId="Web-{C8341036-04DE-6A4C-7D36-E2406D41F373}" dt="2026-07-06T20:09:45.779" v="258" actId="1076"/>
          <ac:spMkLst>
            <pc:docMk/>
            <pc:sldMk cId="655373750" sldId="262"/>
            <ac:spMk id="14" creationId="{9CFC9C98-40D2-A256-B51E-A9B26106776A}"/>
          </ac:spMkLst>
        </pc:spChg>
        <pc:spChg chg="mod">
          <ac:chgData name="Serhat Kecici" userId="S::serhat.kecici@blend360.com::abd43904-0170-441e-bc71-1675a5682ce9" providerId="AD" clId="Web-{C8341036-04DE-6A4C-7D36-E2406D41F373}" dt="2026-07-06T20:09:45.810" v="259" actId="1076"/>
          <ac:spMkLst>
            <pc:docMk/>
            <pc:sldMk cId="655373750" sldId="262"/>
            <ac:spMk id="15" creationId="{5CF469E0-792F-3C37-653F-41CBBB19F596}"/>
          </ac:spMkLst>
        </pc:spChg>
        <pc:spChg chg="mod">
          <ac:chgData name="Serhat Kecici" userId="S::serhat.kecici@blend360.com::abd43904-0170-441e-bc71-1675a5682ce9" providerId="AD" clId="Web-{C8341036-04DE-6A4C-7D36-E2406D41F373}" dt="2026-07-06T20:03:04.670" v="37" actId="20577"/>
          <ac:spMkLst>
            <pc:docMk/>
            <pc:sldMk cId="655373750" sldId="262"/>
            <ac:spMk id="16" creationId="{15A27037-C27A-755B-55C3-C243520CF3C4}"/>
          </ac:spMkLst>
        </pc:spChg>
      </pc:sldChg>
      <pc:sldChg chg="addSp delSp modSp mod setBg modClrScheme chgLayout">
        <pc:chgData name="Serhat Kecici" userId="S::serhat.kecici@blend360.com::abd43904-0170-441e-bc71-1675a5682ce9" providerId="AD" clId="Web-{C8341036-04DE-6A4C-7D36-E2406D41F373}" dt="2026-07-06T20:17:12.936" v="361" actId="14100"/>
        <pc:sldMkLst>
          <pc:docMk/>
          <pc:sldMk cId="1799390255" sldId="2147471844"/>
        </pc:sldMkLst>
        <pc:spChg chg="mod ord">
          <ac:chgData name="Serhat Kecici" userId="S::serhat.kecici@blend360.com::abd43904-0170-441e-bc71-1675a5682ce9" providerId="AD" clId="Web-{C8341036-04DE-6A4C-7D36-E2406D41F373}" dt="2026-07-06T20:16:59.076" v="356" actId="1076"/>
          <ac:spMkLst>
            <pc:docMk/>
            <pc:sldMk cId="1799390255" sldId="2147471844"/>
            <ac:spMk id="11" creationId="{C8161CC1-DD0A-FACE-0EDD-040B5B556687}"/>
          </ac:spMkLst>
        </pc:spChg>
        <pc:spChg chg="mod ord">
          <ac:chgData name="Serhat Kecici" userId="S::serhat.kecici@blend360.com::abd43904-0170-441e-bc71-1675a5682ce9" providerId="AD" clId="Web-{C8341036-04DE-6A4C-7D36-E2406D41F373}" dt="2026-07-06T20:16:38.779" v="349" actId="1076"/>
          <ac:spMkLst>
            <pc:docMk/>
            <pc:sldMk cId="1799390255" sldId="2147471844"/>
            <ac:spMk id="12" creationId="{17CE4C39-93CA-27D4-5ADC-14B2B2061488}"/>
          </ac:spMkLst>
        </pc:spChg>
        <pc:picChg chg="add mod">
          <ac:chgData name="Serhat Kecici" userId="S::serhat.kecici@blend360.com::abd43904-0170-441e-bc71-1675a5682ce9" providerId="AD" clId="Web-{C8341036-04DE-6A4C-7D36-E2406D41F373}" dt="2026-07-06T20:17:12.936" v="361" actId="14100"/>
          <ac:picMkLst>
            <pc:docMk/>
            <pc:sldMk cId="1799390255" sldId="2147471844"/>
            <ac:picMk id="3" creationId="{4E1DABD7-AD1E-FE33-1B15-7569D50F1C74}"/>
          </ac:picMkLst>
        </pc:picChg>
      </pc:sldChg>
      <pc:sldChg chg="addSp modSp">
        <pc:chgData name="Serhat Kecici" userId="S::serhat.kecici@blend360.com::abd43904-0170-441e-bc71-1675a5682ce9" providerId="AD" clId="Web-{C8341036-04DE-6A4C-7D36-E2406D41F373}" dt="2026-07-06T20:11:15.470" v="303" actId="1076"/>
        <pc:sldMkLst>
          <pc:docMk/>
          <pc:sldMk cId="3775691665" sldId="2147483595"/>
        </pc:sldMkLst>
        <pc:spChg chg="add mod">
          <ac:chgData name="Serhat Kecici" userId="S::serhat.kecici@blend360.com::abd43904-0170-441e-bc71-1675a5682ce9" providerId="AD" clId="Web-{C8341036-04DE-6A4C-7D36-E2406D41F373}" dt="2026-07-06T20:11:15.470" v="303" actId="1076"/>
          <ac:spMkLst>
            <pc:docMk/>
            <pc:sldMk cId="3775691665" sldId="2147483595"/>
            <ac:spMk id="2" creationId="{B45BA06A-2DC6-C437-FF72-85CB462F368D}"/>
          </ac:spMkLst>
        </pc:spChg>
      </pc:sldChg>
      <pc:sldChg chg="modSp">
        <pc:chgData name="Serhat Kecici" userId="S::serhat.kecici@blend360.com::abd43904-0170-441e-bc71-1675a5682ce9" providerId="AD" clId="Web-{C8341036-04DE-6A4C-7D36-E2406D41F373}" dt="2026-07-06T20:04:11.188" v="67" actId="20577"/>
        <pc:sldMkLst>
          <pc:docMk/>
          <pc:sldMk cId="1248417053" sldId="2147483596"/>
        </pc:sldMkLst>
        <pc:spChg chg="mod">
          <ac:chgData name="Serhat Kecici" userId="S::serhat.kecici@blend360.com::abd43904-0170-441e-bc71-1675a5682ce9" providerId="AD" clId="Web-{C8341036-04DE-6A4C-7D36-E2406D41F373}" dt="2026-07-06T20:04:11.188" v="67" actId="20577"/>
          <ac:spMkLst>
            <pc:docMk/>
            <pc:sldMk cId="1248417053" sldId="2147483596"/>
            <ac:spMk id="2" creationId="{102D7E1A-452E-D466-D28A-15E6953EA264}"/>
          </ac:spMkLst>
        </pc:spChg>
      </pc:sldChg>
      <pc:sldChg chg="delSp modSp">
        <pc:chgData name="Serhat Kecici" userId="S::serhat.kecici@blend360.com::abd43904-0170-441e-bc71-1675a5682ce9" providerId="AD" clId="Web-{C8341036-04DE-6A4C-7D36-E2406D41F373}" dt="2026-07-06T20:05:00.893" v="134"/>
        <pc:sldMkLst>
          <pc:docMk/>
          <pc:sldMk cId="1790647646" sldId="2147483597"/>
        </pc:sldMkLst>
        <pc:spChg chg="mod">
          <ac:chgData name="Serhat Kecici" userId="S::serhat.kecici@blend360.com::abd43904-0170-441e-bc71-1675a5682ce9" providerId="AD" clId="Web-{C8341036-04DE-6A4C-7D36-E2406D41F373}" dt="2026-07-06T20:04:25.329" v="92" actId="20577"/>
          <ac:spMkLst>
            <pc:docMk/>
            <pc:sldMk cId="1790647646" sldId="2147483597"/>
            <ac:spMk id="2" creationId="{437DD19A-1C3B-24AE-C1B2-34E34B400EC9}"/>
          </ac:spMkLst>
        </pc:spChg>
        <pc:spChg chg="mod">
          <ac:chgData name="Serhat Kecici" userId="S::serhat.kecici@blend360.com::abd43904-0170-441e-bc71-1675a5682ce9" providerId="AD" clId="Web-{C8341036-04DE-6A4C-7D36-E2406D41F373}" dt="2026-07-06T20:04:52.737" v="124" actId="20577"/>
          <ac:spMkLst>
            <pc:docMk/>
            <pc:sldMk cId="1790647646" sldId="2147483597"/>
            <ac:spMk id="3" creationId="{4F04ADAD-9003-E15E-F343-702724AA1B4C}"/>
          </ac:spMkLst>
        </pc:spChg>
        <pc:spChg chg="mod">
          <ac:chgData name="Serhat Kecici" userId="S::serhat.kecici@blend360.com::abd43904-0170-441e-bc71-1675a5682ce9" providerId="AD" clId="Web-{C8341036-04DE-6A4C-7D36-E2406D41F373}" dt="2026-07-06T20:04:56.924" v="127" actId="20577"/>
          <ac:spMkLst>
            <pc:docMk/>
            <pc:sldMk cId="1790647646" sldId="2147483597"/>
            <ac:spMk id="5" creationId="{E99EE9FF-6CAD-DF15-A5F1-E630CC9365B5}"/>
          </ac:spMkLst>
        </pc:spChg>
      </pc:sldChg>
      <pc:sldChg chg="modSp">
        <pc:chgData name="Serhat Kecici" userId="S::serhat.kecici@blend360.com::abd43904-0170-441e-bc71-1675a5682ce9" providerId="AD" clId="Web-{C8341036-04DE-6A4C-7D36-E2406D41F373}" dt="2026-07-06T20:06:03.599" v="164" actId="20577"/>
        <pc:sldMkLst>
          <pc:docMk/>
          <pc:sldMk cId="1777951653" sldId="2147483602"/>
        </pc:sldMkLst>
        <pc:spChg chg="mod">
          <ac:chgData name="Serhat Kecici" userId="S::serhat.kecici@blend360.com::abd43904-0170-441e-bc71-1675a5682ce9" providerId="AD" clId="Web-{C8341036-04DE-6A4C-7D36-E2406D41F373}" dt="2026-07-06T20:06:03.599" v="164" actId="20577"/>
          <ac:spMkLst>
            <pc:docMk/>
            <pc:sldMk cId="1777951653" sldId="2147483602"/>
            <ac:spMk id="2" creationId="{3959B1DC-67C4-0FA0-9B55-2602E080C40C}"/>
          </ac:spMkLst>
        </pc:spChg>
      </pc:sldChg>
      <pc:sldChg chg="modSp">
        <pc:chgData name="Serhat Kecici" userId="S::serhat.kecici@blend360.com::abd43904-0170-441e-bc71-1675a5682ce9" providerId="AD" clId="Web-{C8341036-04DE-6A4C-7D36-E2406D41F373}" dt="2026-07-06T20:07:05.570" v="211" actId="20577"/>
        <pc:sldMkLst>
          <pc:docMk/>
          <pc:sldMk cId="221057520" sldId="2147483605"/>
        </pc:sldMkLst>
        <pc:spChg chg="mod">
          <ac:chgData name="Serhat Kecici" userId="S::serhat.kecici@blend360.com::abd43904-0170-441e-bc71-1675a5682ce9" providerId="AD" clId="Web-{C8341036-04DE-6A4C-7D36-E2406D41F373}" dt="2026-07-06T20:07:05.570" v="211" actId="20577"/>
          <ac:spMkLst>
            <pc:docMk/>
            <pc:sldMk cId="221057520" sldId="2147483605"/>
            <ac:spMk id="2" creationId="{205D6BB5-B68B-F41A-3790-5BC83144CA89}"/>
          </ac:spMkLst>
        </pc:spChg>
      </pc:sldChg>
      <pc:sldChg chg="addSp delSp modSp add replId">
        <pc:chgData name="Serhat Kecici" userId="S::serhat.kecici@blend360.com::abd43904-0170-441e-bc71-1675a5682ce9" providerId="AD" clId="Web-{C8341036-04DE-6A4C-7D36-E2406D41F373}" dt="2026-07-06T20:06:47.741" v="200" actId="1076"/>
        <pc:sldMkLst>
          <pc:docMk/>
          <pc:sldMk cId="4276171738" sldId="2147483625"/>
        </pc:sldMkLst>
        <pc:spChg chg="mod">
          <ac:chgData name="Serhat Kecici" userId="S::serhat.kecici@blend360.com::abd43904-0170-441e-bc71-1675a5682ce9" providerId="AD" clId="Web-{C8341036-04DE-6A4C-7D36-E2406D41F373}" dt="2026-07-06T20:06:33.162" v="191" actId="20577"/>
          <ac:spMkLst>
            <pc:docMk/>
            <pc:sldMk cId="4276171738" sldId="2147483625"/>
            <ac:spMk id="2" creationId="{6BD23A17-C8AD-8CBF-4342-70E96968BD71}"/>
          </ac:spMkLst>
        </pc:spChg>
        <pc:spChg chg="add mod">
          <ac:chgData name="Serhat Kecici" userId="S::serhat.kecici@blend360.com::abd43904-0170-441e-bc71-1675a5682ce9" providerId="AD" clId="Web-{C8341036-04DE-6A4C-7D36-E2406D41F373}" dt="2026-07-06T20:06:47.741" v="200" actId="1076"/>
          <ac:spMkLst>
            <pc:docMk/>
            <pc:sldMk cId="4276171738" sldId="2147483625"/>
            <ac:spMk id="9" creationId="{A372A86C-4783-67CE-81C1-78FB15B466CD}"/>
          </ac:spMkLst>
        </pc:spChg>
      </pc:sldChg>
      <pc:sldChg chg="modSp add replId">
        <pc:chgData name="Serhat Kecici" userId="S::serhat.kecici@blend360.com::abd43904-0170-441e-bc71-1675a5682ce9" providerId="AD" clId="Web-{C8341036-04DE-6A4C-7D36-E2406D41F373}" dt="2026-07-06T20:07:21.555" v="235" actId="20577"/>
        <pc:sldMkLst>
          <pc:docMk/>
          <pc:sldMk cId="1789948519" sldId="2147483626"/>
        </pc:sldMkLst>
        <pc:spChg chg="mod">
          <ac:chgData name="Serhat Kecici" userId="S::serhat.kecici@blend360.com::abd43904-0170-441e-bc71-1675a5682ce9" providerId="AD" clId="Web-{C8341036-04DE-6A4C-7D36-E2406D41F373}" dt="2026-07-06T20:07:21.555" v="235" actId="20577"/>
          <ac:spMkLst>
            <pc:docMk/>
            <pc:sldMk cId="1789948519" sldId="2147483626"/>
            <ac:spMk id="2" creationId="{7B9AC404-54FE-6DC3-EEED-C7B01EF8D438}"/>
          </ac:spMkLst>
        </pc:spChg>
      </pc:sldChg>
      <pc:sldChg chg="modSp add replId">
        <pc:chgData name="Serhat Kecici" userId="S::serhat.kecici@blend360.com::abd43904-0170-441e-bc71-1675a5682ce9" providerId="AD" clId="Web-{C8341036-04DE-6A4C-7D36-E2406D41F373}" dt="2026-07-06T20:09:24.903" v="257" actId="20577"/>
        <pc:sldMkLst>
          <pc:docMk/>
          <pc:sldMk cId="2443783623" sldId="2147483627"/>
        </pc:sldMkLst>
        <pc:spChg chg="mod">
          <ac:chgData name="Serhat Kecici" userId="S::serhat.kecici@blend360.com::abd43904-0170-441e-bc71-1675a5682ce9" providerId="AD" clId="Web-{C8341036-04DE-6A4C-7D36-E2406D41F373}" dt="2026-07-06T20:09:24.903" v="257" actId="20577"/>
          <ac:spMkLst>
            <pc:docMk/>
            <pc:sldMk cId="2443783623" sldId="2147483627"/>
            <ac:spMk id="2" creationId="{5FFB441F-4D04-CD2C-C557-2BC9A1E57257}"/>
          </ac:spMkLst>
        </pc:spChg>
      </pc:sldChg>
    </pc:docChg>
  </pc:docChgLst>
  <pc:docChgLst>
    <pc:chgData name="Victoria Seoane" userId="S::victoria.seoane@blend360.com::cbde7a0a-0852-42e9-a3f3-e0a4f10d0b27" providerId="AD" clId="Web-{65927D78-7026-2F91-8ABA-1170FD538E49}"/>
    <pc:docChg chg="mod modSld">
      <pc:chgData name="Victoria Seoane" userId="S::victoria.seoane@blend360.com::cbde7a0a-0852-42e9-a3f3-e0a4f10d0b27" providerId="AD" clId="Web-{65927D78-7026-2F91-8ABA-1170FD538E49}" dt="2026-07-16T13:37:39.740" v="225"/>
      <pc:docMkLst>
        <pc:docMk/>
      </pc:docMkLst>
      <pc:sldChg chg="modSp">
        <pc:chgData name="Victoria Seoane" userId="S::victoria.seoane@blend360.com::cbde7a0a-0852-42e9-a3f3-e0a4f10d0b27" providerId="AD" clId="Web-{65927D78-7026-2F91-8ABA-1170FD538E49}" dt="2026-07-16T13:37:34.865" v="224" actId="20577"/>
        <pc:sldMkLst>
          <pc:docMk/>
          <pc:sldMk cId="1790647646" sldId="2147483597"/>
        </pc:sldMkLst>
        <pc:spChg chg="mod">
          <ac:chgData name="Victoria Seoane" userId="S::victoria.seoane@blend360.com::cbde7a0a-0852-42e9-a3f3-e0a4f10d0b27" providerId="AD" clId="Web-{65927D78-7026-2F91-8ABA-1170FD538E49}" dt="2026-07-16T12:53:08.634" v="176" actId="20577"/>
          <ac:spMkLst>
            <pc:docMk/>
            <pc:sldMk cId="1790647646" sldId="2147483597"/>
            <ac:spMk id="6" creationId="{44998DCA-09CA-EEAF-9677-59891BA1D6DB}"/>
          </ac:spMkLst>
        </pc:spChg>
        <pc:spChg chg="mod">
          <ac:chgData name="Victoria Seoane" userId="S::victoria.seoane@blend360.com::cbde7a0a-0852-42e9-a3f3-e0a4f10d0b27" providerId="AD" clId="Web-{65927D78-7026-2F91-8ABA-1170FD538E49}" dt="2026-07-16T13:37:34.865" v="224" actId="20577"/>
          <ac:spMkLst>
            <pc:docMk/>
            <pc:sldMk cId="1790647646" sldId="2147483597"/>
            <ac:spMk id="8" creationId="{A57B6D73-05F7-1A65-4CE3-802F50340E0F}"/>
          </ac:spMkLst>
        </pc:spChg>
      </pc:sldChg>
    </pc:docChg>
  </pc:docChgLst>
  <pc:docChgLst>
    <pc:chgData name="Alexander Ulloa" userId="S::alexander.ulloa@blend360.com::11afae7f-c451-4ac7-b15a-5cf8f057715e" providerId="AD" clId="Web-{C327D840-2ABB-35E0-B095-8EDDB13F1836}"/>
    <pc:docChg chg="modSld">
      <pc:chgData name="Alexander Ulloa" userId="S::alexander.ulloa@blend360.com::11afae7f-c451-4ac7-b15a-5cf8f057715e" providerId="AD" clId="Web-{C327D840-2ABB-35E0-B095-8EDDB13F1836}" dt="2026-07-16T21:19:58.008" v="127" actId="20577"/>
      <pc:docMkLst>
        <pc:docMk/>
      </pc:docMkLst>
      <pc:sldChg chg="modSp">
        <pc:chgData name="Alexander Ulloa" userId="S::alexander.ulloa@blend360.com::11afae7f-c451-4ac7-b15a-5cf8f057715e" providerId="AD" clId="Web-{C327D840-2ABB-35E0-B095-8EDDB13F1836}" dt="2026-07-16T21:19:58.008" v="127" actId="20577"/>
        <pc:sldMkLst>
          <pc:docMk/>
          <pc:sldMk cId="2429114856" sldId="259"/>
        </pc:sldMkLst>
        <pc:spChg chg="mod">
          <ac:chgData name="Alexander Ulloa" userId="S::alexander.ulloa@blend360.com::11afae7f-c451-4ac7-b15a-5cf8f057715e" providerId="AD" clId="Web-{C327D840-2ABB-35E0-B095-8EDDB13F1836}" dt="2026-07-16T21:18:47.755" v="64" actId="20577"/>
          <ac:spMkLst>
            <pc:docMk/>
            <pc:sldMk cId="2429114856" sldId="259"/>
            <ac:spMk id="315" creationId="{00000000-0000-0000-0000-000000000000}"/>
          </ac:spMkLst>
        </pc:spChg>
        <pc:spChg chg="mod">
          <ac:chgData name="Alexander Ulloa" userId="S::alexander.ulloa@blend360.com::11afae7f-c451-4ac7-b15a-5cf8f057715e" providerId="AD" clId="Web-{C327D840-2ABB-35E0-B095-8EDDB13F1836}" dt="2026-07-16T21:19:58.008" v="127" actId="20577"/>
          <ac:spMkLst>
            <pc:docMk/>
            <pc:sldMk cId="2429114856" sldId="259"/>
            <ac:spMk id="322" creationId="{00000000-0000-0000-0000-000000000000}"/>
          </ac:spMkLst>
        </pc:spChg>
      </pc:sldChg>
      <pc:sldChg chg="modSp">
        <pc:chgData name="Alexander Ulloa" userId="S::alexander.ulloa@blend360.com::11afae7f-c451-4ac7-b15a-5cf8f057715e" providerId="AD" clId="Web-{C327D840-2ABB-35E0-B095-8EDDB13F1836}" dt="2026-07-16T21:15:49.887" v="39" actId="1076"/>
        <pc:sldMkLst>
          <pc:docMk/>
          <pc:sldMk cId="1159627669" sldId="261"/>
        </pc:sldMkLst>
        <pc:spChg chg="mod">
          <ac:chgData name="Alexander Ulloa" userId="S::alexander.ulloa@blend360.com::11afae7f-c451-4ac7-b15a-5cf8f057715e" providerId="AD" clId="Web-{C327D840-2ABB-35E0-B095-8EDDB13F1836}" dt="2026-07-16T21:15:49.887" v="39" actId="1076"/>
          <ac:spMkLst>
            <pc:docMk/>
            <pc:sldMk cId="1159627669" sldId="261"/>
            <ac:spMk id="3" creationId="{D474E1FD-173C-3F46-789E-5D307D69059C}"/>
          </ac:spMkLst>
        </pc:spChg>
        <pc:spChg chg="mod">
          <ac:chgData name="Alexander Ulloa" userId="S::alexander.ulloa@blend360.com::11afae7f-c451-4ac7-b15a-5cf8f057715e" providerId="AD" clId="Web-{C327D840-2ABB-35E0-B095-8EDDB13F1836}" dt="2026-07-16T21:15:44.762" v="38" actId="20577"/>
          <ac:spMkLst>
            <pc:docMk/>
            <pc:sldMk cId="1159627669" sldId="261"/>
            <ac:spMk id="54" creationId="{36654DAB-2320-9957-B817-83E533BEB08C}"/>
          </ac:spMkLst>
        </pc:spChg>
      </pc:sldChg>
      <pc:sldChg chg="modSp">
        <pc:chgData name="Alexander Ulloa" userId="S::alexander.ulloa@blend360.com::11afae7f-c451-4ac7-b15a-5cf8f057715e" providerId="AD" clId="Web-{C327D840-2ABB-35E0-B095-8EDDB13F1836}" dt="2026-07-16T21:16:56.953" v="40"/>
        <pc:sldMkLst>
          <pc:docMk/>
          <pc:sldMk cId="776883048" sldId="263"/>
        </pc:sldMkLst>
        <pc:spChg chg="mod">
          <ac:chgData name="Alexander Ulloa" userId="S::alexander.ulloa@blend360.com::11afae7f-c451-4ac7-b15a-5cf8f057715e" providerId="AD" clId="Web-{C327D840-2ABB-35E0-B095-8EDDB13F1836}" dt="2026-07-16T21:16:56.953" v="40"/>
          <ac:spMkLst>
            <pc:docMk/>
            <pc:sldMk cId="776883048" sldId="263"/>
            <ac:spMk id="403" creationId="{00000000-0000-0000-0000-000000000000}"/>
          </ac:spMkLst>
        </pc:spChg>
        <pc:spChg chg="mod">
          <ac:chgData name="Alexander Ulloa" userId="S::alexander.ulloa@blend360.com::11afae7f-c451-4ac7-b15a-5cf8f057715e" providerId="AD" clId="Web-{C327D840-2ABB-35E0-B095-8EDDB13F1836}" dt="2026-07-16T21:03:33.589" v="21" actId="20577"/>
          <ac:spMkLst>
            <pc:docMk/>
            <pc:sldMk cId="776883048" sldId="263"/>
            <ac:spMk id="413" creationId="{00000000-0000-0000-0000-000000000000}"/>
          </ac:spMkLst>
        </pc:spChg>
      </pc:sldChg>
    </pc:docChg>
  </pc:docChgLst>
  <pc:docChgLst>
    <pc:chgData name="Celia Wanderley" userId="S::celia.wanderley@blend360.com::1c025382-23fe-442a-99ed-a93e991fc489" providerId="AD" clId="Web-{1C067B91-7122-32BB-D455-74576D27FDD3}"/>
    <pc:docChg chg="mod addSld modSld sldOrd">
      <pc:chgData name="Celia Wanderley" userId="S::celia.wanderley@blend360.com::1c025382-23fe-442a-99ed-a93e991fc489" providerId="AD" clId="Web-{1C067B91-7122-32BB-D455-74576D27FDD3}" dt="2026-07-06T20:53:49.536" v="347"/>
      <pc:docMkLst>
        <pc:docMk/>
      </pc:docMkLst>
      <pc:sldChg chg="addSp modSp">
        <pc:chgData name="Celia Wanderley" userId="S::celia.wanderley@blend360.com::1c025382-23fe-442a-99ed-a93e991fc489" providerId="AD" clId="Web-{1C067B91-7122-32BB-D455-74576D27FDD3}" dt="2026-07-06T20:25:55.626" v="260" actId="20577"/>
        <pc:sldMkLst>
          <pc:docMk/>
          <pc:sldMk cId="655373750" sldId="262"/>
        </pc:sldMkLst>
        <pc:spChg chg="mod">
          <ac:chgData name="Celia Wanderley" userId="S::celia.wanderley@blend360.com::1c025382-23fe-442a-99ed-a93e991fc489" providerId="AD" clId="Web-{1C067B91-7122-32BB-D455-74576D27FDD3}" dt="2026-07-06T20:25:50.063" v="258" actId="20577"/>
          <ac:spMkLst>
            <pc:docMk/>
            <pc:sldMk cId="655373750" sldId="262"/>
            <ac:spMk id="2" creationId="{1F374034-96DF-15F8-2B47-D1654F750EEF}"/>
          </ac:spMkLst>
        </pc:spChg>
        <pc:spChg chg="mod">
          <ac:chgData name="Celia Wanderley" userId="S::celia.wanderley@blend360.com::1c025382-23fe-442a-99ed-a93e991fc489" providerId="AD" clId="Web-{1C067B91-7122-32BB-D455-74576D27FDD3}" dt="2026-07-06T20:24:43.844" v="216" actId="1076"/>
          <ac:spMkLst>
            <pc:docMk/>
            <pc:sldMk cId="655373750" sldId="262"/>
            <ac:spMk id="3" creationId="{2832B6AA-9938-027C-E056-2C6CF8D97CD6}"/>
          </ac:spMkLst>
        </pc:spChg>
        <pc:spChg chg="mod">
          <ac:chgData name="Celia Wanderley" userId="S::celia.wanderley@blend360.com::1c025382-23fe-442a-99ed-a93e991fc489" providerId="AD" clId="Web-{1C067B91-7122-32BB-D455-74576D27FDD3}" dt="2026-07-06T20:24:43.860" v="217" actId="1076"/>
          <ac:spMkLst>
            <pc:docMk/>
            <pc:sldMk cId="655373750" sldId="262"/>
            <ac:spMk id="4" creationId="{2C8DA91A-AFC7-E5BB-E6CB-ED11CCB7255E}"/>
          </ac:spMkLst>
        </pc:spChg>
        <pc:spChg chg="mod">
          <ac:chgData name="Celia Wanderley" userId="S::celia.wanderley@blend360.com::1c025382-23fe-442a-99ed-a93e991fc489" providerId="AD" clId="Web-{1C067B91-7122-32BB-D455-74576D27FDD3}" dt="2026-07-06T20:24:46.641" v="223" actId="1076"/>
          <ac:spMkLst>
            <pc:docMk/>
            <pc:sldMk cId="655373750" sldId="262"/>
            <ac:spMk id="5" creationId="{066772DA-8977-E0A7-0B1C-A1277D489D06}"/>
          </ac:spMkLst>
        </pc:spChg>
        <pc:spChg chg="mod">
          <ac:chgData name="Celia Wanderley" userId="S::celia.wanderley@blend360.com::1c025382-23fe-442a-99ed-a93e991fc489" providerId="AD" clId="Web-{1C067B91-7122-32BB-D455-74576D27FDD3}" dt="2026-07-06T20:24:43.860" v="218" actId="1076"/>
          <ac:spMkLst>
            <pc:docMk/>
            <pc:sldMk cId="655373750" sldId="262"/>
            <ac:spMk id="6" creationId="{DF0C9BC3-3D45-6409-71CC-98C7B75ED186}"/>
          </ac:spMkLst>
        </pc:spChg>
        <pc:spChg chg="mod">
          <ac:chgData name="Celia Wanderley" userId="S::celia.wanderley@blend360.com::1c025382-23fe-442a-99ed-a93e991fc489" providerId="AD" clId="Web-{1C067B91-7122-32BB-D455-74576D27FDD3}" dt="2026-07-06T20:24:43.782" v="211" actId="1076"/>
          <ac:spMkLst>
            <pc:docMk/>
            <pc:sldMk cId="655373750" sldId="262"/>
            <ac:spMk id="7" creationId="{31DFE165-7B44-8049-515A-25B85AA4FD36}"/>
          </ac:spMkLst>
        </pc:spChg>
        <pc:spChg chg="mod">
          <ac:chgData name="Celia Wanderley" userId="S::celia.wanderley@blend360.com::1c025382-23fe-442a-99ed-a93e991fc489" providerId="AD" clId="Web-{1C067B91-7122-32BB-D455-74576D27FDD3}" dt="2026-07-06T20:24:43.876" v="219" actId="1076"/>
          <ac:spMkLst>
            <pc:docMk/>
            <pc:sldMk cId="655373750" sldId="262"/>
            <ac:spMk id="8" creationId="{F3D68FD5-9FEB-36F0-5EE7-7F1F97AEF6CB}"/>
          </ac:spMkLst>
        </pc:spChg>
        <pc:spChg chg="mod">
          <ac:chgData name="Celia Wanderley" userId="S::celia.wanderley@blend360.com::1c025382-23fe-442a-99ed-a93e991fc489" providerId="AD" clId="Web-{1C067B91-7122-32BB-D455-74576D27FDD3}" dt="2026-07-06T20:24:43.891" v="220" actId="1076"/>
          <ac:spMkLst>
            <pc:docMk/>
            <pc:sldMk cId="655373750" sldId="262"/>
            <ac:spMk id="9" creationId="{3EC7BE79-C744-F88D-34C1-9F1ABFB8F5CB}"/>
          </ac:spMkLst>
        </pc:spChg>
        <pc:spChg chg="mod">
          <ac:chgData name="Celia Wanderley" userId="S::celia.wanderley@blend360.com::1c025382-23fe-442a-99ed-a93e991fc489" providerId="AD" clId="Web-{1C067B91-7122-32BB-D455-74576D27FDD3}" dt="2026-07-06T20:24:43.891" v="221" actId="1076"/>
          <ac:spMkLst>
            <pc:docMk/>
            <pc:sldMk cId="655373750" sldId="262"/>
            <ac:spMk id="10" creationId="{63BED961-026B-6571-62B2-4E88C6AA3369}"/>
          </ac:spMkLst>
        </pc:spChg>
        <pc:spChg chg="mod">
          <ac:chgData name="Celia Wanderley" userId="S::celia.wanderley@blend360.com::1c025382-23fe-442a-99ed-a93e991fc489" providerId="AD" clId="Web-{1C067B91-7122-32BB-D455-74576D27FDD3}" dt="2026-07-06T20:24:43.907" v="222" actId="1076"/>
          <ac:spMkLst>
            <pc:docMk/>
            <pc:sldMk cId="655373750" sldId="262"/>
            <ac:spMk id="11" creationId="{DA3B5405-CDC9-5FB7-AFE5-3A84DCEC554A}"/>
          </ac:spMkLst>
        </pc:spChg>
        <pc:spChg chg="add mod">
          <ac:chgData name="Celia Wanderley" userId="S::celia.wanderley@blend360.com::1c025382-23fe-442a-99ed-a93e991fc489" providerId="AD" clId="Web-{1C067B91-7122-32BB-D455-74576D27FDD3}" dt="2026-07-06T20:25:11.360" v="226" actId="1076"/>
          <ac:spMkLst>
            <pc:docMk/>
            <pc:sldMk cId="655373750" sldId="262"/>
            <ac:spMk id="13" creationId="{5A798D7D-02ED-AAB5-3800-B119C624BEF8}"/>
          </ac:spMkLst>
        </pc:spChg>
        <pc:spChg chg="mod">
          <ac:chgData name="Celia Wanderley" userId="S::celia.wanderley@blend360.com::1c025382-23fe-442a-99ed-a93e991fc489" providerId="AD" clId="Web-{1C067B91-7122-32BB-D455-74576D27FDD3}" dt="2026-07-06T20:25:55.626" v="260" actId="20577"/>
          <ac:spMkLst>
            <pc:docMk/>
            <pc:sldMk cId="655373750" sldId="262"/>
            <ac:spMk id="14" creationId="{9CFC9C98-40D2-A256-B51E-A9B26106776A}"/>
          </ac:spMkLst>
        </pc:spChg>
        <pc:spChg chg="mod">
          <ac:chgData name="Celia Wanderley" userId="S::celia.wanderley@blend360.com::1c025382-23fe-442a-99ed-a93e991fc489" providerId="AD" clId="Web-{1C067B91-7122-32BB-D455-74576D27FDD3}" dt="2026-07-06T20:24:43.813" v="213" actId="1076"/>
          <ac:spMkLst>
            <pc:docMk/>
            <pc:sldMk cId="655373750" sldId="262"/>
            <ac:spMk id="15" creationId="{5CF469E0-792F-3C37-653F-41CBBB19F596}"/>
          </ac:spMkLst>
        </pc:spChg>
        <pc:spChg chg="mod">
          <ac:chgData name="Celia Wanderley" userId="S::celia.wanderley@blend360.com::1c025382-23fe-442a-99ed-a93e991fc489" providerId="AD" clId="Web-{1C067B91-7122-32BB-D455-74576D27FDD3}" dt="2026-07-06T20:25:31.954" v="242" actId="20577"/>
          <ac:spMkLst>
            <pc:docMk/>
            <pc:sldMk cId="655373750" sldId="262"/>
            <ac:spMk id="16" creationId="{15A27037-C27A-755B-55C3-C243520CF3C4}"/>
          </ac:spMkLst>
        </pc:spChg>
        <pc:spChg chg="add mod">
          <ac:chgData name="Celia Wanderley" userId="S::celia.wanderley@blend360.com::1c025382-23fe-442a-99ed-a93e991fc489" providerId="AD" clId="Web-{1C067B91-7122-32BB-D455-74576D27FDD3}" dt="2026-07-06T20:25:15.391" v="228" actId="20577"/>
          <ac:spMkLst>
            <pc:docMk/>
            <pc:sldMk cId="655373750" sldId="262"/>
            <ac:spMk id="17" creationId="{E649E8EC-FE2B-1142-4ED7-AC871612B914}"/>
          </ac:spMkLst>
        </pc:spChg>
      </pc:sldChg>
      <pc:sldChg chg="modSp">
        <pc:chgData name="Celia Wanderley" userId="S::celia.wanderley@blend360.com::1c025382-23fe-442a-99ed-a93e991fc489" providerId="AD" clId="Web-{1C067B91-7122-32BB-D455-74576D27FDD3}" dt="2026-07-06T20:24:09.422" v="166" actId="20577"/>
        <pc:sldMkLst>
          <pc:docMk/>
          <pc:sldMk cId="1248417053" sldId="2147483596"/>
        </pc:sldMkLst>
        <pc:spChg chg="mod">
          <ac:chgData name="Celia Wanderley" userId="S::celia.wanderley@blend360.com::1c025382-23fe-442a-99ed-a93e991fc489" providerId="AD" clId="Web-{1C067B91-7122-32BB-D455-74576D27FDD3}" dt="2026-07-06T20:24:09.422" v="166" actId="20577"/>
          <ac:spMkLst>
            <pc:docMk/>
            <pc:sldMk cId="1248417053" sldId="2147483596"/>
            <ac:spMk id="2" creationId="{102D7E1A-452E-D466-D28A-15E6953EA264}"/>
          </ac:spMkLst>
        </pc:spChg>
      </pc:sldChg>
      <pc:sldChg chg="modSp">
        <pc:chgData name="Celia Wanderley" userId="S::celia.wanderley@blend360.com::1c025382-23fe-442a-99ed-a93e991fc489" providerId="AD" clId="Web-{1C067B91-7122-32BB-D455-74576D27FDD3}" dt="2026-07-06T20:28:29.252" v="346" actId="20577"/>
        <pc:sldMkLst>
          <pc:docMk/>
          <pc:sldMk cId="1790647646" sldId="2147483597"/>
        </pc:sldMkLst>
        <pc:spChg chg="mod">
          <ac:chgData name="Celia Wanderley" userId="S::celia.wanderley@blend360.com::1c025382-23fe-442a-99ed-a93e991fc489" providerId="AD" clId="Web-{1C067B91-7122-32BB-D455-74576D27FDD3}" dt="2026-07-06T20:27:10.767" v="262" actId="20577"/>
          <ac:spMkLst>
            <pc:docMk/>
            <pc:sldMk cId="1790647646" sldId="2147483597"/>
            <ac:spMk id="2" creationId="{437DD19A-1C3B-24AE-C1B2-34E34B400EC9}"/>
          </ac:spMkLst>
        </pc:spChg>
        <pc:spChg chg="mod">
          <ac:chgData name="Celia Wanderley" userId="S::celia.wanderley@blend360.com::1c025382-23fe-442a-99ed-a93e991fc489" providerId="AD" clId="Web-{1C067B91-7122-32BB-D455-74576D27FDD3}" dt="2026-07-06T20:27:28.751" v="266" actId="20577"/>
          <ac:spMkLst>
            <pc:docMk/>
            <pc:sldMk cId="1790647646" sldId="2147483597"/>
            <ac:spMk id="3" creationId="{4F04ADAD-9003-E15E-F343-702724AA1B4C}"/>
          </ac:spMkLst>
        </pc:spChg>
        <pc:spChg chg="mod">
          <ac:chgData name="Celia Wanderley" userId="S::celia.wanderley@blend360.com::1c025382-23fe-442a-99ed-a93e991fc489" providerId="AD" clId="Web-{1C067B91-7122-32BB-D455-74576D27FDD3}" dt="2026-07-06T20:28:29.252" v="346" actId="20577"/>
          <ac:spMkLst>
            <pc:docMk/>
            <pc:sldMk cId="1790647646" sldId="2147483597"/>
            <ac:spMk id="5" creationId="{E99EE9FF-6CAD-DF15-A5F1-E630CC9365B5}"/>
          </ac:spMkLst>
        </pc:spChg>
      </pc:sldChg>
      <pc:sldChg chg="modSp">
        <pc:chgData name="Celia Wanderley" userId="S::celia.wanderley@blend360.com::1c025382-23fe-442a-99ed-a93e991fc489" providerId="AD" clId="Web-{1C067B91-7122-32BB-D455-74576D27FDD3}" dt="2026-07-06T20:22:47.359" v="98" actId="20577"/>
        <pc:sldMkLst>
          <pc:docMk/>
          <pc:sldMk cId="221057520" sldId="2147483605"/>
        </pc:sldMkLst>
        <pc:spChg chg="mod">
          <ac:chgData name="Celia Wanderley" userId="S::celia.wanderley@blend360.com::1c025382-23fe-442a-99ed-a93e991fc489" providerId="AD" clId="Web-{1C067B91-7122-32BB-D455-74576D27FDD3}" dt="2026-07-06T20:22:47.359" v="98" actId="20577"/>
          <ac:spMkLst>
            <pc:docMk/>
            <pc:sldMk cId="221057520" sldId="2147483605"/>
            <ac:spMk id="2" creationId="{205D6BB5-B68B-F41A-3790-5BC83144CA89}"/>
          </ac:spMkLst>
        </pc:spChg>
      </pc:sldChg>
      <pc:sldChg chg="modSp">
        <pc:chgData name="Celia Wanderley" userId="S::celia.wanderley@blend360.com::1c025382-23fe-442a-99ed-a93e991fc489" providerId="AD" clId="Web-{1C067B91-7122-32BB-D455-74576D27FDD3}" dt="2026-07-06T20:22:52.406" v="109" actId="20577"/>
        <pc:sldMkLst>
          <pc:docMk/>
          <pc:sldMk cId="1789948519" sldId="2147483626"/>
        </pc:sldMkLst>
        <pc:spChg chg="mod">
          <ac:chgData name="Celia Wanderley" userId="S::celia.wanderley@blend360.com::1c025382-23fe-442a-99ed-a93e991fc489" providerId="AD" clId="Web-{1C067B91-7122-32BB-D455-74576D27FDD3}" dt="2026-07-06T20:22:52.406" v="109" actId="20577"/>
          <ac:spMkLst>
            <pc:docMk/>
            <pc:sldMk cId="1789948519" sldId="2147483626"/>
            <ac:spMk id="2" creationId="{7B9AC404-54FE-6DC3-EEED-C7B01EF8D438}"/>
          </ac:spMkLst>
        </pc:spChg>
      </pc:sldChg>
      <pc:sldChg chg="modSp add ord replId">
        <pc:chgData name="Celia Wanderley" userId="S::celia.wanderley@blend360.com::1c025382-23fe-442a-99ed-a93e991fc489" providerId="AD" clId="Web-{1C067B91-7122-32BB-D455-74576D27FDD3}" dt="2026-07-06T20:21:14.937" v="46" actId="20577"/>
        <pc:sldMkLst>
          <pc:docMk/>
          <pc:sldMk cId="1705085678" sldId="2147483628"/>
        </pc:sldMkLst>
        <pc:spChg chg="mod">
          <ac:chgData name="Celia Wanderley" userId="S::celia.wanderley@blend360.com::1c025382-23fe-442a-99ed-a93e991fc489" providerId="AD" clId="Web-{1C067B91-7122-32BB-D455-74576D27FDD3}" dt="2026-07-06T20:21:09.468" v="39" actId="20577"/>
          <ac:spMkLst>
            <pc:docMk/>
            <pc:sldMk cId="1705085678" sldId="2147483628"/>
            <ac:spMk id="2" creationId="{D47A0F0C-79EF-1CF2-19FC-E567BAC06D07}"/>
          </ac:spMkLst>
        </pc:spChg>
        <pc:spChg chg="mod">
          <ac:chgData name="Celia Wanderley" userId="S::celia.wanderley@blend360.com::1c025382-23fe-442a-99ed-a93e991fc489" providerId="AD" clId="Web-{1C067B91-7122-32BB-D455-74576D27FDD3}" dt="2026-07-06T20:21:14.937" v="46" actId="20577"/>
          <ac:spMkLst>
            <pc:docMk/>
            <pc:sldMk cId="1705085678" sldId="2147483628"/>
            <ac:spMk id="9" creationId="{DCAA3C58-73B4-8925-3829-B4C1A2FADCD3}"/>
          </ac:spMkLst>
        </pc:spChg>
      </pc:sldChg>
      <pc:sldChg chg="modSp add ord replId">
        <pc:chgData name="Celia Wanderley" userId="S::celia.wanderley@blend360.com::1c025382-23fe-442a-99ed-a93e991fc489" providerId="AD" clId="Web-{1C067B91-7122-32BB-D455-74576D27FDD3}" dt="2026-07-06T20:22:01.484" v="79" actId="20577"/>
        <pc:sldMkLst>
          <pc:docMk/>
          <pc:sldMk cId="2516954673" sldId="2147483629"/>
        </pc:sldMkLst>
        <pc:spChg chg="mod">
          <ac:chgData name="Celia Wanderley" userId="S::celia.wanderley@blend360.com::1c025382-23fe-442a-99ed-a93e991fc489" providerId="AD" clId="Web-{1C067B91-7122-32BB-D455-74576D27FDD3}" dt="2026-07-06T20:22:01.484" v="79" actId="20577"/>
          <ac:spMkLst>
            <pc:docMk/>
            <pc:sldMk cId="2516954673" sldId="2147483629"/>
            <ac:spMk id="2" creationId="{EB0E5437-FAE5-65B3-D770-26B7BD2203A4}"/>
          </ac:spMkLst>
        </pc:spChg>
      </pc:sldChg>
    </pc:docChg>
  </pc:docChgLst>
  <pc:docChgLst>
    <pc:chgData name="Jeffrey Campbell" userId="S::jeffrey.campbell@blend360.com::f7170015-ecd4-48b3-9629-6f4d8b141b53" providerId="AD" clId="Web-{1DE10EFC-04E5-6191-AB55-78EAABFF8701}"/>
    <pc:docChg chg="modSld">
      <pc:chgData name="Jeffrey Campbell" userId="S::jeffrey.campbell@blend360.com::f7170015-ecd4-48b3-9629-6f4d8b141b53" providerId="AD" clId="Web-{1DE10EFC-04E5-6191-AB55-78EAABFF8701}" dt="2026-07-14T17:46:27.954" v="12" actId="20577"/>
      <pc:docMkLst>
        <pc:docMk/>
      </pc:docMkLst>
      <pc:sldChg chg="modSp">
        <pc:chgData name="Jeffrey Campbell" userId="S::jeffrey.campbell@blend360.com::f7170015-ecd4-48b3-9629-6f4d8b141b53" providerId="AD" clId="Web-{1DE10EFC-04E5-6191-AB55-78EAABFF8701}" dt="2026-07-14T17:46:27.954" v="12" actId="20577"/>
        <pc:sldMkLst>
          <pc:docMk/>
          <pc:sldMk cId="1790647646" sldId="2147483597"/>
        </pc:sldMkLst>
        <pc:spChg chg="mod">
          <ac:chgData name="Jeffrey Campbell" userId="S::jeffrey.campbell@blend360.com::f7170015-ecd4-48b3-9629-6f4d8b141b53" providerId="AD" clId="Web-{1DE10EFC-04E5-6191-AB55-78EAABFF8701}" dt="2026-07-14T17:46:27.954" v="12" actId="20577"/>
          <ac:spMkLst>
            <pc:docMk/>
            <pc:sldMk cId="1790647646" sldId="2147483597"/>
            <ac:spMk id="3" creationId="{4F04ADAD-9003-E15E-F343-702724AA1B4C}"/>
          </ac:spMkLst>
        </pc:spChg>
        <pc:spChg chg="mod">
          <ac:chgData name="Jeffrey Campbell" userId="S::jeffrey.campbell@blend360.com::f7170015-ecd4-48b3-9629-6f4d8b141b53" providerId="AD" clId="Web-{1DE10EFC-04E5-6191-AB55-78EAABFF8701}" dt="2026-07-14T17:46:05.843" v="3" actId="20577"/>
          <ac:spMkLst>
            <pc:docMk/>
            <pc:sldMk cId="1790647646" sldId="2147483597"/>
            <ac:spMk id="5" creationId="{E99EE9FF-6CAD-DF15-A5F1-E630CC9365B5}"/>
          </ac:spMkLst>
        </pc:spChg>
      </pc:sldChg>
    </pc:docChg>
  </pc:docChgLst>
  <pc:docChgLst>
    <pc:chgData name="Celia Wanderley" userId="S::celia.wanderley@blend360.com::1c025382-23fe-442a-99ed-a93e991fc489" providerId="AD" clId="Web-{6775D938-D8E1-FFF4-74EC-B945AC6233C0}"/>
    <pc:docChg chg="mod addSld delSld modSld sldOrd">
      <pc:chgData name="Celia Wanderley" userId="S::celia.wanderley@blend360.com::1c025382-23fe-442a-99ed-a93e991fc489" providerId="AD" clId="Web-{6775D938-D8E1-FFF4-74EC-B945AC6233C0}" dt="2026-07-15T16:43:54.445" v="61"/>
      <pc:docMkLst>
        <pc:docMk/>
      </pc:docMkLst>
      <pc:sldChg chg="modSp">
        <pc:chgData name="Celia Wanderley" userId="S::celia.wanderley@blend360.com::1c025382-23fe-442a-99ed-a93e991fc489" providerId="AD" clId="Web-{6775D938-D8E1-FFF4-74EC-B945AC6233C0}" dt="2026-07-15T16:42:22.485" v="13" actId="20577"/>
        <pc:sldMkLst>
          <pc:docMk/>
          <pc:sldMk cId="655373750" sldId="262"/>
        </pc:sldMkLst>
        <pc:spChg chg="mod">
          <ac:chgData name="Celia Wanderley" userId="S::celia.wanderley@blend360.com::1c025382-23fe-442a-99ed-a93e991fc489" providerId="AD" clId="Web-{6775D938-D8E1-FFF4-74EC-B945AC6233C0}" dt="2026-07-15T16:42:22.485" v="13" actId="20577"/>
          <ac:spMkLst>
            <pc:docMk/>
            <pc:sldMk cId="655373750" sldId="262"/>
            <ac:spMk id="7" creationId="{31DFE165-7B44-8049-515A-25B85AA4FD36}"/>
          </ac:spMkLst>
        </pc:spChg>
      </pc:sldChg>
      <pc:sldChg chg="modSp">
        <pc:chgData name="Celia Wanderley" userId="S::celia.wanderley@blend360.com::1c025382-23fe-442a-99ed-a93e991fc489" providerId="AD" clId="Web-{6775D938-D8E1-FFF4-74EC-B945AC6233C0}" dt="2026-07-15T16:42:37.112" v="24" actId="20577"/>
        <pc:sldMkLst>
          <pc:docMk/>
          <pc:sldMk cId="664453480" sldId="267"/>
        </pc:sldMkLst>
        <pc:spChg chg="mod">
          <ac:chgData name="Celia Wanderley" userId="S::celia.wanderley@blend360.com::1c025382-23fe-442a-99ed-a93e991fc489" providerId="AD" clId="Web-{6775D938-D8E1-FFF4-74EC-B945AC6233C0}" dt="2026-07-15T16:42:37.112" v="24" actId="20577"/>
          <ac:spMkLst>
            <pc:docMk/>
            <pc:sldMk cId="664453480" sldId="267"/>
            <ac:spMk id="2" creationId="{01D7AD3F-AD7D-FA87-53E5-717B620F6B51}"/>
          </ac:spMkLst>
        </pc:spChg>
      </pc:sldChg>
      <pc:sldChg chg="del">
        <pc:chgData name="Celia Wanderley" userId="S::celia.wanderley@blend360.com::1c025382-23fe-442a-99ed-a93e991fc489" providerId="AD" clId="Web-{6775D938-D8E1-FFF4-74EC-B945AC6233C0}" dt="2026-07-15T16:42:44.721" v="25"/>
        <pc:sldMkLst>
          <pc:docMk/>
          <pc:sldMk cId="3775691665" sldId="2147483595"/>
        </pc:sldMkLst>
      </pc:sldChg>
      <pc:sldChg chg="addSp delSp modSp ord">
        <pc:chgData name="Celia Wanderley" userId="S::celia.wanderley@blend360.com::1c025382-23fe-442a-99ed-a93e991fc489" providerId="AD" clId="Web-{6775D938-D8E1-FFF4-74EC-B945AC6233C0}" dt="2026-07-15T16:43:15.396" v="60"/>
        <pc:sldMkLst>
          <pc:docMk/>
          <pc:sldMk cId="1790647646" sldId="2147483597"/>
        </pc:sldMkLst>
        <pc:spChg chg="mod">
          <ac:chgData name="Celia Wanderley" userId="S::celia.wanderley@blend360.com::1c025382-23fe-442a-99ed-a93e991fc489" providerId="AD" clId="Web-{6775D938-D8E1-FFF4-74EC-B945AC6233C0}" dt="2026-07-15T16:43:11.348" v="58" actId="20577"/>
          <ac:spMkLst>
            <pc:docMk/>
            <pc:sldMk cId="1790647646" sldId="2147483597"/>
            <ac:spMk id="2" creationId="{437DD19A-1C3B-24AE-C1B2-34E34B400EC9}"/>
          </ac:spMkLst>
        </pc:spChg>
        <pc:spChg chg="del">
          <ac:chgData name="Celia Wanderley" userId="S::celia.wanderley@blend360.com::1c025382-23fe-442a-99ed-a93e991fc489" providerId="AD" clId="Web-{6775D938-D8E1-FFF4-74EC-B945AC6233C0}" dt="2026-07-15T16:43:15.396" v="60"/>
          <ac:spMkLst>
            <pc:docMk/>
            <pc:sldMk cId="1790647646" sldId="2147483597"/>
            <ac:spMk id="3" creationId="{4F04ADAD-9003-E15E-F343-702724AA1B4C}"/>
          </ac:spMkLst>
        </pc:spChg>
        <pc:spChg chg="del">
          <ac:chgData name="Celia Wanderley" userId="S::celia.wanderley@blend360.com::1c025382-23fe-442a-99ed-a93e991fc489" providerId="AD" clId="Web-{6775D938-D8E1-FFF4-74EC-B945AC6233C0}" dt="2026-07-15T16:43:15.286" v="59"/>
          <ac:spMkLst>
            <pc:docMk/>
            <pc:sldMk cId="1790647646" sldId="2147483597"/>
            <ac:spMk id="5" creationId="{E99EE9FF-6CAD-DF15-A5F1-E630CC9365B5}"/>
          </ac:spMkLst>
        </pc:spChg>
        <pc:spChg chg="add mod">
          <ac:chgData name="Celia Wanderley" userId="S::celia.wanderley@blend360.com::1c025382-23fe-442a-99ed-a93e991fc489" providerId="AD" clId="Web-{6775D938-D8E1-FFF4-74EC-B945AC6233C0}" dt="2026-07-15T16:43:15.286" v="59"/>
          <ac:spMkLst>
            <pc:docMk/>
            <pc:sldMk cId="1790647646" sldId="2147483597"/>
            <ac:spMk id="6" creationId="{44998DCA-09CA-EEAF-9677-59891BA1D6DB}"/>
          </ac:spMkLst>
        </pc:spChg>
        <pc:spChg chg="add mod">
          <ac:chgData name="Celia Wanderley" userId="S::celia.wanderley@blend360.com::1c025382-23fe-442a-99ed-a93e991fc489" providerId="AD" clId="Web-{6775D938-D8E1-FFF4-74EC-B945AC6233C0}" dt="2026-07-15T16:43:15.396" v="60"/>
          <ac:spMkLst>
            <pc:docMk/>
            <pc:sldMk cId="1790647646" sldId="2147483597"/>
            <ac:spMk id="8" creationId="{A57B6D73-05F7-1A65-4CE3-802F50340E0F}"/>
          </ac:spMkLst>
        </pc:spChg>
      </pc:sldChg>
      <pc:sldChg chg="add replId">
        <pc:chgData name="Celia Wanderley" userId="S::celia.wanderley@blend360.com::1c025382-23fe-442a-99ed-a93e991fc489" providerId="AD" clId="Web-{6775D938-D8E1-FFF4-74EC-B945AC6233C0}" dt="2026-07-15T16:42:49.769" v="26"/>
        <pc:sldMkLst>
          <pc:docMk/>
          <pc:sldMk cId="62893942" sldId="2147483630"/>
        </pc:sldMkLst>
      </pc:sldChg>
    </pc:docChg>
  </pc:docChgLst>
  <pc:docChgLst>
    <pc:chgData name="Alexander Ulloa" userId="S::alexander.ulloa@blend360.com::11afae7f-c451-4ac7-b15a-5cf8f057715e" providerId="AD" clId="Web-{FCAB395C-8D1F-0A76-B6C2-76D428DB29A7}"/>
    <pc:docChg chg="modSld">
      <pc:chgData name="Alexander Ulloa" userId="S::alexander.ulloa@blend360.com::11afae7f-c451-4ac7-b15a-5cf8f057715e" providerId="AD" clId="Web-{FCAB395C-8D1F-0A76-B6C2-76D428DB29A7}" dt="2026-07-16T20:18:29.710" v="88" actId="20577"/>
      <pc:docMkLst>
        <pc:docMk/>
      </pc:docMkLst>
      <pc:sldChg chg="modSp">
        <pc:chgData name="Alexander Ulloa" userId="S::alexander.ulloa@blend360.com::11afae7f-c451-4ac7-b15a-5cf8f057715e" providerId="AD" clId="Web-{FCAB395C-8D1F-0A76-B6C2-76D428DB29A7}" dt="2026-07-16T18:59:45.094" v="70" actId="20577"/>
        <pc:sldMkLst>
          <pc:docMk/>
          <pc:sldMk cId="2458724450" sldId="256"/>
        </pc:sldMkLst>
        <pc:spChg chg="mod">
          <ac:chgData name="Alexander Ulloa" userId="S::alexander.ulloa@blend360.com::11afae7f-c451-4ac7-b15a-5cf8f057715e" providerId="AD" clId="Web-{FCAB395C-8D1F-0A76-B6C2-76D428DB29A7}" dt="2026-07-16T18:59:45.094" v="70" actId="20577"/>
          <ac:spMkLst>
            <pc:docMk/>
            <pc:sldMk cId="2458724450" sldId="256"/>
            <ac:spMk id="63" creationId="{CE6D47B6-DDF9-0518-8E7C-DE5A6B350460}"/>
          </ac:spMkLst>
        </pc:spChg>
      </pc:sldChg>
      <pc:sldChg chg="modSp">
        <pc:chgData name="Alexander Ulloa" userId="S::alexander.ulloa@blend360.com::11afae7f-c451-4ac7-b15a-5cf8f057715e" providerId="AD" clId="Web-{FCAB395C-8D1F-0A76-B6C2-76D428DB29A7}" dt="2026-07-16T20:16:39.637" v="71" actId="20577"/>
        <pc:sldMkLst>
          <pc:docMk/>
          <pc:sldMk cId="1159627669" sldId="261"/>
        </pc:sldMkLst>
        <pc:spChg chg="mod">
          <ac:chgData name="Alexander Ulloa" userId="S::alexander.ulloa@blend360.com::11afae7f-c451-4ac7-b15a-5cf8f057715e" providerId="AD" clId="Web-{FCAB395C-8D1F-0A76-B6C2-76D428DB29A7}" dt="2026-07-16T20:16:39.637" v="71" actId="20577"/>
          <ac:spMkLst>
            <pc:docMk/>
            <pc:sldMk cId="1159627669" sldId="261"/>
            <ac:spMk id="54" creationId="{36654DAB-2320-9957-B817-83E533BEB08C}"/>
          </ac:spMkLst>
        </pc:spChg>
      </pc:sldChg>
      <pc:sldChg chg="modSp">
        <pc:chgData name="Alexander Ulloa" userId="S::alexander.ulloa@blend360.com::11afae7f-c451-4ac7-b15a-5cf8f057715e" providerId="AD" clId="Web-{FCAB395C-8D1F-0A76-B6C2-76D428DB29A7}" dt="2026-07-16T20:18:29.710" v="88" actId="20577"/>
        <pc:sldMkLst>
          <pc:docMk/>
          <pc:sldMk cId="776883048" sldId="263"/>
        </pc:sldMkLst>
        <pc:spChg chg="mod">
          <ac:chgData name="Alexander Ulloa" userId="S::alexander.ulloa@blend360.com::11afae7f-c451-4ac7-b15a-5cf8f057715e" providerId="AD" clId="Web-{FCAB395C-8D1F-0A76-B6C2-76D428DB29A7}" dt="2026-07-16T20:18:03.629" v="83" actId="20577"/>
          <ac:spMkLst>
            <pc:docMk/>
            <pc:sldMk cId="776883048" sldId="263"/>
            <ac:spMk id="345" creationId="{00000000-0000-0000-0000-000000000000}"/>
          </ac:spMkLst>
        </pc:spChg>
        <pc:spChg chg="mod">
          <ac:chgData name="Alexander Ulloa" userId="S::alexander.ulloa@blend360.com::11afae7f-c451-4ac7-b15a-5cf8f057715e" providerId="AD" clId="Web-{FCAB395C-8D1F-0A76-B6C2-76D428DB29A7}" dt="2026-07-16T20:17:43.877" v="75" actId="20577"/>
          <ac:spMkLst>
            <pc:docMk/>
            <pc:sldMk cId="776883048" sldId="263"/>
            <ac:spMk id="408" creationId="{00000000-0000-0000-0000-000000000000}"/>
          </ac:spMkLst>
        </pc:spChg>
        <pc:spChg chg="mod">
          <ac:chgData name="Alexander Ulloa" userId="S::alexander.ulloa@blend360.com::11afae7f-c451-4ac7-b15a-5cf8f057715e" providerId="AD" clId="Web-{FCAB395C-8D1F-0A76-B6C2-76D428DB29A7}" dt="2026-07-16T20:17:21.797" v="74" actId="1076"/>
          <ac:spMkLst>
            <pc:docMk/>
            <pc:sldMk cId="776883048" sldId="263"/>
            <ac:spMk id="409" creationId="{00000000-0000-0000-0000-000000000000}"/>
          </ac:spMkLst>
        </pc:spChg>
        <pc:spChg chg="mod">
          <ac:chgData name="Alexander Ulloa" userId="S::alexander.ulloa@blend360.com::11afae7f-c451-4ac7-b15a-5cf8f057715e" providerId="AD" clId="Web-{FCAB395C-8D1F-0A76-B6C2-76D428DB29A7}" dt="2026-07-16T20:18:20.584" v="85" actId="20577"/>
          <ac:spMkLst>
            <pc:docMk/>
            <pc:sldMk cId="776883048" sldId="263"/>
            <ac:spMk id="412" creationId="{00000000-0000-0000-0000-000000000000}"/>
          </ac:spMkLst>
        </pc:spChg>
        <pc:spChg chg="mod">
          <ac:chgData name="Alexander Ulloa" userId="S::alexander.ulloa@blend360.com::11afae7f-c451-4ac7-b15a-5cf8f057715e" providerId="AD" clId="Web-{FCAB395C-8D1F-0A76-B6C2-76D428DB29A7}" dt="2026-07-16T20:18:22.209" v="86" actId="20577"/>
          <ac:spMkLst>
            <pc:docMk/>
            <pc:sldMk cId="776883048" sldId="263"/>
            <ac:spMk id="416" creationId="{00000000-0000-0000-0000-000000000000}"/>
          </ac:spMkLst>
        </pc:spChg>
        <pc:spChg chg="mod">
          <ac:chgData name="Alexander Ulloa" userId="S::alexander.ulloa@blend360.com::11afae7f-c451-4ac7-b15a-5cf8f057715e" providerId="AD" clId="Web-{FCAB395C-8D1F-0A76-B6C2-76D428DB29A7}" dt="2026-07-16T20:18:25.444" v="87" actId="20577"/>
          <ac:spMkLst>
            <pc:docMk/>
            <pc:sldMk cId="776883048" sldId="263"/>
            <ac:spMk id="420" creationId="{00000000-0000-0000-0000-000000000000}"/>
          </ac:spMkLst>
        </pc:spChg>
        <pc:spChg chg="mod">
          <ac:chgData name="Alexander Ulloa" userId="S::alexander.ulloa@blend360.com::11afae7f-c451-4ac7-b15a-5cf8f057715e" providerId="AD" clId="Web-{FCAB395C-8D1F-0A76-B6C2-76D428DB29A7}" dt="2026-07-16T20:18:29.710" v="88" actId="20577"/>
          <ac:spMkLst>
            <pc:docMk/>
            <pc:sldMk cId="776883048" sldId="263"/>
            <ac:spMk id="424" creationId="{00000000-0000-0000-0000-000000000000}"/>
          </ac:spMkLst>
        </pc:spChg>
      </pc:sldChg>
    </pc:docChg>
  </pc:docChgLst>
  <pc:docChgLst>
    <pc:chgData name="Scott Nuernberger" userId="b025547b-3e23-4e01-a5f7-fcc74db9763c" providerId="ADAL" clId="{2A6E2E31-3678-4994-9FF1-FE9B1E72B091}"/>
    <pc:docChg chg="custSel addSld delSld modSld">
      <pc:chgData name="Scott Nuernberger" userId="b025547b-3e23-4e01-a5f7-fcc74db9763c" providerId="ADAL" clId="{2A6E2E31-3678-4994-9FF1-FE9B1E72B091}" dt="2026-07-17T13:36:56.505" v="475" actId="1076"/>
      <pc:docMkLst>
        <pc:docMk/>
      </pc:docMkLst>
      <pc:sldChg chg="add modNotesTx">
        <pc:chgData name="Scott Nuernberger" userId="b025547b-3e23-4e01-a5f7-fcc74db9763c" providerId="ADAL" clId="{2A6E2E31-3678-4994-9FF1-FE9B1E72B091}" dt="2026-07-17T12:29:06.502" v="287" actId="6549"/>
        <pc:sldMkLst>
          <pc:docMk/>
          <pc:sldMk cId="0" sldId="258"/>
        </pc:sldMkLst>
      </pc:sldChg>
      <pc:sldChg chg="add del">
        <pc:chgData name="Scott Nuernberger" userId="b025547b-3e23-4e01-a5f7-fcc74db9763c" providerId="ADAL" clId="{2A6E2E31-3678-4994-9FF1-FE9B1E72B091}" dt="2026-07-17T12:19:14.495" v="39"/>
        <pc:sldMkLst>
          <pc:docMk/>
          <pc:sldMk cId="2188514102" sldId="269"/>
        </pc:sldMkLst>
      </pc:sldChg>
      <pc:sldChg chg="delSp modSp add mod">
        <pc:chgData name="Scott Nuernberger" userId="b025547b-3e23-4e01-a5f7-fcc74db9763c" providerId="ADAL" clId="{2A6E2E31-3678-4994-9FF1-FE9B1E72B091}" dt="2026-07-17T12:22:20.845" v="52" actId="14100"/>
        <pc:sldMkLst>
          <pc:docMk/>
          <pc:sldMk cId="3508678227" sldId="271"/>
        </pc:sldMkLst>
        <pc:spChg chg="del">
          <ac:chgData name="Scott Nuernberger" userId="b025547b-3e23-4e01-a5f7-fcc74db9763c" providerId="ADAL" clId="{2A6E2E31-3678-4994-9FF1-FE9B1E72B091}" dt="2026-07-17T12:21:56.377" v="42" actId="478"/>
          <ac:spMkLst>
            <pc:docMk/>
            <pc:sldMk cId="3508678227" sldId="271"/>
            <ac:spMk id="4" creationId="{9183EFEC-5890-C2AC-F2AE-BFA35135636D}"/>
          </ac:spMkLst>
        </pc:spChg>
        <pc:spChg chg="del">
          <ac:chgData name="Scott Nuernberger" userId="b025547b-3e23-4e01-a5f7-fcc74db9763c" providerId="ADAL" clId="{2A6E2E31-3678-4994-9FF1-FE9B1E72B091}" dt="2026-07-17T12:22:06.944" v="46" actId="478"/>
          <ac:spMkLst>
            <pc:docMk/>
            <pc:sldMk cId="3508678227" sldId="271"/>
            <ac:spMk id="5" creationId="{15A946D0-D08E-4DD6-000B-CA7AC869B11A}"/>
          </ac:spMkLst>
        </pc:spChg>
        <pc:spChg chg="del">
          <ac:chgData name="Scott Nuernberger" userId="b025547b-3e23-4e01-a5f7-fcc74db9763c" providerId="ADAL" clId="{2A6E2E31-3678-4994-9FF1-FE9B1E72B091}" dt="2026-07-17T12:22:06.944" v="46" actId="478"/>
          <ac:spMkLst>
            <pc:docMk/>
            <pc:sldMk cId="3508678227" sldId="271"/>
            <ac:spMk id="6" creationId="{86C499C0-DBB8-B441-2DAC-09E20925BCE7}"/>
          </ac:spMkLst>
        </pc:spChg>
        <pc:spChg chg="del">
          <ac:chgData name="Scott Nuernberger" userId="b025547b-3e23-4e01-a5f7-fcc74db9763c" providerId="ADAL" clId="{2A6E2E31-3678-4994-9FF1-FE9B1E72B091}" dt="2026-07-17T12:22:06.944" v="46" actId="478"/>
          <ac:spMkLst>
            <pc:docMk/>
            <pc:sldMk cId="3508678227" sldId="271"/>
            <ac:spMk id="10" creationId="{440CB6D6-4069-4968-2D8E-1362AD981486}"/>
          </ac:spMkLst>
        </pc:spChg>
        <pc:spChg chg="del">
          <ac:chgData name="Scott Nuernberger" userId="b025547b-3e23-4e01-a5f7-fcc74db9763c" providerId="ADAL" clId="{2A6E2E31-3678-4994-9FF1-FE9B1E72B091}" dt="2026-07-17T12:22:06.944" v="46" actId="478"/>
          <ac:spMkLst>
            <pc:docMk/>
            <pc:sldMk cId="3508678227" sldId="271"/>
            <ac:spMk id="16" creationId="{0C8B7F03-8AE2-42A8-09C4-A9EA1ABCE331}"/>
          </ac:spMkLst>
        </pc:spChg>
        <pc:spChg chg="del">
          <ac:chgData name="Scott Nuernberger" userId="b025547b-3e23-4e01-a5f7-fcc74db9763c" providerId="ADAL" clId="{2A6E2E31-3678-4994-9FF1-FE9B1E72B091}" dt="2026-07-17T12:21:59.410" v="44" actId="478"/>
          <ac:spMkLst>
            <pc:docMk/>
            <pc:sldMk cId="3508678227" sldId="271"/>
            <ac:spMk id="17" creationId="{E5BB7033-C1FD-5284-0F5B-C7C5075565D7}"/>
          </ac:spMkLst>
        </pc:spChg>
        <pc:spChg chg="del">
          <ac:chgData name="Scott Nuernberger" userId="b025547b-3e23-4e01-a5f7-fcc74db9763c" providerId="ADAL" clId="{2A6E2E31-3678-4994-9FF1-FE9B1E72B091}" dt="2026-07-17T12:22:05.224" v="45" actId="478"/>
          <ac:spMkLst>
            <pc:docMk/>
            <pc:sldMk cId="3508678227" sldId="271"/>
            <ac:spMk id="18" creationId="{5BDA6032-254A-E8F5-BDC2-80514BB58B7C}"/>
          </ac:spMkLst>
        </pc:spChg>
        <pc:spChg chg="del">
          <ac:chgData name="Scott Nuernberger" userId="b025547b-3e23-4e01-a5f7-fcc74db9763c" providerId="ADAL" clId="{2A6E2E31-3678-4994-9FF1-FE9B1E72B091}" dt="2026-07-17T12:22:05.224" v="45" actId="478"/>
          <ac:spMkLst>
            <pc:docMk/>
            <pc:sldMk cId="3508678227" sldId="271"/>
            <ac:spMk id="19" creationId="{A2A3D298-89EB-3D8D-03F8-0BA4A87C340B}"/>
          </ac:spMkLst>
        </pc:spChg>
        <pc:spChg chg="del">
          <ac:chgData name="Scott Nuernberger" userId="b025547b-3e23-4e01-a5f7-fcc74db9763c" providerId="ADAL" clId="{2A6E2E31-3678-4994-9FF1-FE9B1E72B091}" dt="2026-07-17T12:22:05.224" v="45" actId="478"/>
          <ac:spMkLst>
            <pc:docMk/>
            <pc:sldMk cId="3508678227" sldId="271"/>
            <ac:spMk id="21" creationId="{60E0C0AB-F125-6A32-3931-DE70FBE405A9}"/>
          </ac:spMkLst>
        </pc:spChg>
        <pc:spChg chg="del">
          <ac:chgData name="Scott Nuernberger" userId="b025547b-3e23-4e01-a5f7-fcc74db9763c" providerId="ADAL" clId="{2A6E2E31-3678-4994-9FF1-FE9B1E72B091}" dt="2026-07-17T12:22:05.224" v="45" actId="478"/>
          <ac:spMkLst>
            <pc:docMk/>
            <pc:sldMk cId="3508678227" sldId="271"/>
            <ac:spMk id="24" creationId="{EE72740C-9BC5-6D63-AB87-F0AC7FD49486}"/>
          </ac:spMkLst>
        </pc:spChg>
        <pc:spChg chg="del">
          <ac:chgData name="Scott Nuernberger" userId="b025547b-3e23-4e01-a5f7-fcc74db9763c" providerId="ADAL" clId="{2A6E2E31-3678-4994-9FF1-FE9B1E72B091}" dt="2026-07-17T12:22:05.224" v="45" actId="478"/>
          <ac:spMkLst>
            <pc:docMk/>
            <pc:sldMk cId="3508678227" sldId="271"/>
            <ac:spMk id="25" creationId="{2303E0FC-DB73-D02E-9055-DC03CB9F8848}"/>
          </ac:spMkLst>
        </pc:spChg>
        <pc:spChg chg="del">
          <ac:chgData name="Scott Nuernberger" userId="b025547b-3e23-4e01-a5f7-fcc74db9763c" providerId="ADAL" clId="{2A6E2E31-3678-4994-9FF1-FE9B1E72B091}" dt="2026-07-17T12:22:05.224" v="45" actId="478"/>
          <ac:spMkLst>
            <pc:docMk/>
            <pc:sldMk cId="3508678227" sldId="271"/>
            <ac:spMk id="29" creationId="{069D6D26-EE59-0C6F-7C68-90EC670E714B}"/>
          </ac:spMkLst>
        </pc:spChg>
        <pc:spChg chg="del">
          <ac:chgData name="Scott Nuernberger" userId="b025547b-3e23-4e01-a5f7-fcc74db9763c" providerId="ADAL" clId="{2A6E2E31-3678-4994-9FF1-FE9B1E72B091}" dt="2026-07-17T12:21:58.470" v="43" actId="478"/>
          <ac:spMkLst>
            <pc:docMk/>
            <pc:sldMk cId="3508678227" sldId="271"/>
            <ac:spMk id="30" creationId="{A51C737A-95E3-8680-F995-D9C54E29FAFF}"/>
          </ac:spMkLst>
        </pc:spChg>
        <pc:spChg chg="del">
          <ac:chgData name="Scott Nuernberger" userId="b025547b-3e23-4e01-a5f7-fcc74db9763c" providerId="ADAL" clId="{2A6E2E31-3678-4994-9FF1-FE9B1E72B091}" dt="2026-07-17T12:22:05.224" v="45" actId="478"/>
          <ac:spMkLst>
            <pc:docMk/>
            <pc:sldMk cId="3508678227" sldId="271"/>
            <ac:spMk id="31" creationId="{DC9E40D7-91D4-5706-2A89-673888F8F5DA}"/>
          </ac:spMkLst>
        </pc:spChg>
        <pc:spChg chg="del">
          <ac:chgData name="Scott Nuernberger" userId="b025547b-3e23-4e01-a5f7-fcc74db9763c" providerId="ADAL" clId="{2A6E2E31-3678-4994-9FF1-FE9B1E72B091}" dt="2026-07-17T12:22:05.224" v="45" actId="478"/>
          <ac:spMkLst>
            <pc:docMk/>
            <pc:sldMk cId="3508678227" sldId="271"/>
            <ac:spMk id="33" creationId="{401FED71-FBE5-9979-9B35-C23BD303C8B2}"/>
          </ac:spMkLst>
        </pc:spChg>
        <pc:spChg chg="del">
          <ac:chgData name="Scott Nuernberger" userId="b025547b-3e23-4e01-a5f7-fcc74db9763c" providerId="ADAL" clId="{2A6E2E31-3678-4994-9FF1-FE9B1E72B091}" dt="2026-07-17T12:22:05.224" v="45" actId="478"/>
          <ac:spMkLst>
            <pc:docMk/>
            <pc:sldMk cId="3508678227" sldId="271"/>
            <ac:spMk id="38" creationId="{85863CB7-4362-FF09-0F2C-F13BC2C87DCC}"/>
          </ac:spMkLst>
        </pc:spChg>
        <pc:spChg chg="del">
          <ac:chgData name="Scott Nuernberger" userId="b025547b-3e23-4e01-a5f7-fcc74db9763c" providerId="ADAL" clId="{2A6E2E31-3678-4994-9FF1-FE9B1E72B091}" dt="2026-07-17T12:22:05.224" v="45" actId="478"/>
          <ac:spMkLst>
            <pc:docMk/>
            <pc:sldMk cId="3508678227" sldId="271"/>
            <ac:spMk id="39" creationId="{45D123DF-6F17-BF3A-DE77-657656BBD189}"/>
          </ac:spMkLst>
        </pc:spChg>
        <pc:picChg chg="mod">
          <ac:chgData name="Scott Nuernberger" userId="b025547b-3e23-4e01-a5f7-fcc74db9763c" providerId="ADAL" clId="{2A6E2E31-3678-4994-9FF1-FE9B1E72B091}" dt="2026-07-17T12:22:20.845" v="52" actId="14100"/>
          <ac:picMkLst>
            <pc:docMk/>
            <pc:sldMk cId="3508678227" sldId="271"/>
            <ac:picMk id="26" creationId="{9BE54DE4-930F-70F9-7A98-1EA4568038D9}"/>
          </ac:picMkLst>
        </pc:picChg>
        <pc:cxnChg chg="del">
          <ac:chgData name="Scott Nuernberger" userId="b025547b-3e23-4e01-a5f7-fcc74db9763c" providerId="ADAL" clId="{2A6E2E31-3678-4994-9FF1-FE9B1E72B091}" dt="2026-07-17T12:22:10.580" v="48" actId="478"/>
          <ac:cxnSpMkLst>
            <pc:docMk/>
            <pc:sldMk cId="3508678227" sldId="271"/>
            <ac:cxnSpMk id="3" creationId="{891E106C-B1CF-B0CB-621B-4DD68955054A}"/>
          </ac:cxnSpMkLst>
        </pc:cxnChg>
        <pc:cxnChg chg="del mod">
          <ac:chgData name="Scott Nuernberger" userId="b025547b-3e23-4e01-a5f7-fcc74db9763c" providerId="ADAL" clId="{2A6E2E31-3678-4994-9FF1-FE9B1E72B091}" dt="2026-07-17T12:22:11.500" v="49" actId="478"/>
          <ac:cxnSpMkLst>
            <pc:docMk/>
            <pc:sldMk cId="3508678227" sldId="271"/>
            <ac:cxnSpMk id="7" creationId="{E8AA3605-4999-FBB2-A26D-3FA1DD4D5EB9}"/>
          </ac:cxnSpMkLst>
        </pc:cxnChg>
        <pc:cxnChg chg="del">
          <ac:chgData name="Scott Nuernberger" userId="b025547b-3e23-4e01-a5f7-fcc74db9763c" providerId="ADAL" clId="{2A6E2E31-3678-4994-9FF1-FE9B1E72B091}" dt="2026-07-17T12:22:09.515" v="47" actId="478"/>
          <ac:cxnSpMkLst>
            <pc:docMk/>
            <pc:sldMk cId="3508678227" sldId="271"/>
            <ac:cxnSpMk id="11" creationId="{087426D6-6793-0442-4AB1-7DB08CB89286}"/>
          </ac:cxnSpMkLst>
        </pc:cxnChg>
      </pc:sldChg>
      <pc:sldChg chg="modSp add mod">
        <pc:chgData name="Scott Nuernberger" userId="b025547b-3e23-4e01-a5f7-fcc74db9763c" providerId="ADAL" clId="{2A6E2E31-3678-4994-9FF1-FE9B1E72B091}" dt="2026-07-17T12:54:04.996" v="439" actId="1037"/>
        <pc:sldMkLst>
          <pc:docMk/>
          <pc:sldMk cId="0" sldId="298"/>
        </pc:sldMkLst>
        <pc:spChg chg="mod">
          <ac:chgData name="Scott Nuernberger" userId="b025547b-3e23-4e01-a5f7-fcc74db9763c" providerId="ADAL" clId="{2A6E2E31-3678-4994-9FF1-FE9B1E72B091}" dt="2026-07-17T12:54:04.996" v="439" actId="1037"/>
          <ac:spMkLst>
            <pc:docMk/>
            <pc:sldMk cId="0" sldId="298"/>
            <ac:spMk id="5" creationId="{C176BC23-A952-4DEF-0F57-5FA9BAEF576D}"/>
          </ac:spMkLst>
        </pc:spChg>
      </pc:sldChg>
      <pc:sldChg chg="addSp modSp add mod">
        <pc:chgData name="Scott Nuernberger" userId="b025547b-3e23-4e01-a5f7-fcc74db9763c" providerId="ADAL" clId="{2A6E2E31-3678-4994-9FF1-FE9B1E72B091}" dt="2026-07-17T13:36:56.505" v="475" actId="1076"/>
        <pc:sldMkLst>
          <pc:docMk/>
          <pc:sldMk cId="4195040473" sldId="2147475188"/>
        </pc:sldMkLst>
        <pc:spChg chg="add mod">
          <ac:chgData name="Scott Nuernberger" userId="b025547b-3e23-4e01-a5f7-fcc74db9763c" providerId="ADAL" clId="{2A6E2E31-3678-4994-9FF1-FE9B1E72B091}" dt="2026-07-17T13:36:56.505" v="475" actId="1076"/>
          <ac:spMkLst>
            <pc:docMk/>
            <pc:sldMk cId="4195040473" sldId="2147475188"/>
            <ac:spMk id="4" creationId="{C98EF566-A58C-DAC7-3D33-48FCF603ECFE}"/>
          </ac:spMkLst>
        </pc:spChg>
      </pc:sldChg>
      <pc:sldChg chg="modSp add mod modNotesTx">
        <pc:chgData name="Scott Nuernberger" userId="b025547b-3e23-4e01-a5f7-fcc74db9763c" providerId="ADAL" clId="{2A6E2E31-3678-4994-9FF1-FE9B1E72B091}" dt="2026-07-17T12:50:22.361" v="413" actId="14100"/>
        <pc:sldMkLst>
          <pc:docMk/>
          <pc:sldMk cId="0" sldId="2147483644"/>
        </pc:sldMkLst>
        <pc:spChg chg="mod">
          <ac:chgData name="Scott Nuernberger" userId="b025547b-3e23-4e01-a5f7-fcc74db9763c" providerId="ADAL" clId="{2A6E2E31-3678-4994-9FF1-FE9B1E72B091}" dt="2026-07-17T11:58:51.292" v="10" actId="20577"/>
          <ac:spMkLst>
            <pc:docMk/>
            <pc:sldMk cId="0" sldId="2147483644"/>
            <ac:spMk id="22" creationId="{00000000-0000-0000-0000-000000000000}"/>
          </ac:spMkLst>
        </pc:spChg>
        <pc:spChg chg="mod">
          <ac:chgData name="Scott Nuernberger" userId="b025547b-3e23-4e01-a5f7-fcc74db9763c" providerId="ADAL" clId="{2A6E2E31-3678-4994-9FF1-FE9B1E72B091}" dt="2026-07-17T11:59:58.518" v="34" actId="6549"/>
          <ac:spMkLst>
            <pc:docMk/>
            <pc:sldMk cId="0" sldId="2147483644"/>
            <ac:spMk id="27" creationId="{00000000-0000-0000-0000-000000000000}"/>
          </ac:spMkLst>
        </pc:spChg>
        <pc:spChg chg="mod">
          <ac:chgData name="Scott Nuernberger" userId="b025547b-3e23-4e01-a5f7-fcc74db9763c" providerId="ADAL" clId="{2A6E2E31-3678-4994-9FF1-FE9B1E72B091}" dt="2026-07-17T12:50:22.361" v="413" actId="14100"/>
          <ac:spMkLst>
            <pc:docMk/>
            <pc:sldMk cId="0" sldId="2147483644"/>
            <ac:spMk id="33" creationId="{00000000-0000-0000-0000-000000000000}"/>
          </ac:spMkLst>
        </pc:spChg>
        <pc:spChg chg="mod">
          <ac:chgData name="Scott Nuernberger" userId="b025547b-3e23-4e01-a5f7-fcc74db9763c" providerId="ADAL" clId="{2A6E2E31-3678-4994-9FF1-FE9B1E72B091}" dt="2026-07-17T12:50:17.392" v="412" actId="113"/>
          <ac:spMkLst>
            <pc:docMk/>
            <pc:sldMk cId="0" sldId="2147483644"/>
            <ac:spMk id="34" creationId="{00000000-0000-0000-0000-000000000000}"/>
          </ac:spMkLst>
        </pc:spChg>
      </pc:sldChg>
      <pc:sldChg chg="delSp add mod modNotesTx">
        <pc:chgData name="Scott Nuernberger" userId="b025547b-3e23-4e01-a5f7-fcc74db9763c" providerId="ADAL" clId="{2A6E2E31-3678-4994-9FF1-FE9B1E72B091}" dt="2026-07-17T12:28:39.452" v="285" actId="6549"/>
        <pc:sldMkLst>
          <pc:docMk/>
          <pc:sldMk cId="0" sldId="2147483645"/>
        </pc:sldMkLst>
        <pc:spChg chg="del">
          <ac:chgData name="Scott Nuernberger" userId="b025547b-3e23-4e01-a5f7-fcc74db9763c" providerId="ADAL" clId="{2A6E2E31-3678-4994-9FF1-FE9B1E72B091}" dt="2026-07-17T12:20:06.455" v="40" actId="478"/>
          <ac:spMkLst>
            <pc:docMk/>
            <pc:sldMk cId="0" sldId="2147483645"/>
            <ac:spMk id="19"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0"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1"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2"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3"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4"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5"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6" creationId="{00000000-0000-0000-0000-000000000000}"/>
          </ac:spMkLst>
        </pc:spChg>
        <pc:spChg chg="del">
          <ac:chgData name="Scott Nuernberger" userId="b025547b-3e23-4e01-a5f7-fcc74db9763c" providerId="ADAL" clId="{2A6E2E31-3678-4994-9FF1-FE9B1E72B091}" dt="2026-07-17T12:20:06.455" v="40" actId="478"/>
          <ac:spMkLst>
            <pc:docMk/>
            <pc:sldMk cId="0" sldId="2147483645"/>
            <ac:spMk id="27" creationId="{00000000-0000-0000-0000-000000000000}"/>
          </ac:spMkLst>
        </pc:spChg>
        <pc:spChg chg="del">
          <ac:chgData name="Scott Nuernberger" userId="b025547b-3e23-4e01-a5f7-fcc74db9763c" providerId="ADAL" clId="{2A6E2E31-3678-4994-9FF1-FE9B1E72B091}" dt="2026-07-17T12:00:42.169" v="35" actId="478"/>
          <ac:spMkLst>
            <pc:docMk/>
            <pc:sldMk cId="0" sldId="2147483645"/>
            <ac:spMk id="42" creationId="{00000000-0000-0000-0000-000000000000}"/>
          </ac:spMkLst>
        </pc:spChg>
        <pc:spChg chg="del">
          <ac:chgData name="Scott Nuernberger" userId="b025547b-3e23-4e01-a5f7-fcc74db9763c" providerId="ADAL" clId="{2A6E2E31-3678-4994-9FF1-FE9B1E72B091}" dt="2026-07-17T12:00:42.169" v="35" actId="478"/>
          <ac:spMkLst>
            <pc:docMk/>
            <pc:sldMk cId="0" sldId="2147483645"/>
            <ac:spMk id="43" creationId="{00000000-0000-0000-0000-000000000000}"/>
          </ac:spMkLst>
        </pc:spChg>
      </pc:sldChg>
      <pc:sldChg chg="addSp delSp modSp add mod modNotesTx">
        <pc:chgData name="Scott Nuernberger" userId="b025547b-3e23-4e01-a5f7-fcc74db9763c" providerId="ADAL" clId="{2A6E2E31-3678-4994-9FF1-FE9B1E72B091}" dt="2026-07-17T12:28:31.661" v="284" actId="6549"/>
        <pc:sldMkLst>
          <pc:docMk/>
          <pc:sldMk cId="0" sldId="2147483646"/>
        </pc:sldMkLst>
        <pc:spChg chg="add mod">
          <ac:chgData name="Scott Nuernberger" userId="b025547b-3e23-4e01-a5f7-fcc74db9763c" providerId="ADAL" clId="{2A6E2E31-3678-4994-9FF1-FE9B1E72B091}" dt="2026-07-17T12:24:47.678" v="99" actId="1076"/>
          <ac:spMkLst>
            <pc:docMk/>
            <pc:sldMk cId="0" sldId="2147483646"/>
            <ac:spMk id="3" creationId="{C2E4345E-6749-1465-61A2-BFA0DA458FF8}"/>
          </ac:spMkLst>
        </pc:spChg>
        <pc:spChg chg="mod">
          <ac:chgData name="Scott Nuernberger" userId="b025547b-3e23-4e01-a5f7-fcc74db9763c" providerId="ADAL" clId="{2A6E2E31-3678-4994-9FF1-FE9B1E72B091}" dt="2026-07-17T12:25:15.328" v="101" actId="6549"/>
          <ac:spMkLst>
            <pc:docMk/>
            <pc:sldMk cId="0" sldId="2147483646"/>
            <ac:spMk id="4" creationId="{00000000-0000-0000-0000-000000000000}"/>
          </ac:spMkLst>
        </pc:spChg>
        <pc:spChg chg="del">
          <ac:chgData name="Scott Nuernberger" userId="b025547b-3e23-4e01-a5f7-fcc74db9763c" providerId="ADAL" clId="{2A6E2E31-3678-4994-9FF1-FE9B1E72B091}" dt="2026-07-17T12:25:17.124" v="102" actId="478"/>
          <ac:spMkLst>
            <pc:docMk/>
            <pc:sldMk cId="0" sldId="2147483646"/>
            <ac:spMk id="5" creationId="{00000000-0000-0000-0000-000000000000}"/>
          </ac:spMkLst>
        </pc:spChg>
        <pc:spChg chg="del">
          <ac:chgData name="Scott Nuernberger" userId="b025547b-3e23-4e01-a5f7-fcc74db9763c" providerId="ADAL" clId="{2A6E2E31-3678-4994-9FF1-FE9B1E72B091}" dt="2026-07-17T12:25:28.295" v="103" actId="478"/>
          <ac:spMkLst>
            <pc:docMk/>
            <pc:sldMk cId="0" sldId="2147483646"/>
            <ac:spMk id="6" creationId="{00000000-0000-0000-0000-000000000000}"/>
          </ac:spMkLst>
        </pc:spChg>
        <pc:spChg chg="mod">
          <ac:chgData name="Scott Nuernberger" userId="b025547b-3e23-4e01-a5f7-fcc74db9763c" providerId="ADAL" clId="{2A6E2E31-3678-4994-9FF1-FE9B1E72B091}" dt="2026-07-17T12:24:00.559" v="96" actId="20577"/>
          <ac:spMkLst>
            <pc:docMk/>
            <pc:sldMk cId="0" sldId="2147483646"/>
            <ac:spMk id="10" creationId="{00000000-0000-0000-0000-000000000000}"/>
          </ac:spMkLst>
        </pc:spChg>
        <pc:spChg chg="del">
          <ac:chgData name="Scott Nuernberger" userId="b025547b-3e23-4e01-a5f7-fcc74db9763c" providerId="ADAL" clId="{2A6E2E31-3678-4994-9FF1-FE9B1E72B091}" dt="2026-07-17T12:24:43.718" v="97" actId="478"/>
          <ac:spMkLst>
            <pc:docMk/>
            <pc:sldMk cId="0" sldId="2147483646"/>
            <ac:spMk id="11" creationId="{00000000-0000-0000-0000-000000000000}"/>
          </ac:spMkLst>
        </pc:spChg>
        <pc:spChg chg="del">
          <ac:chgData name="Scott Nuernberger" userId="b025547b-3e23-4e01-a5f7-fcc74db9763c" providerId="ADAL" clId="{2A6E2E31-3678-4994-9FF1-FE9B1E72B091}" dt="2026-07-17T12:24:43.718" v="97" actId="478"/>
          <ac:spMkLst>
            <pc:docMk/>
            <pc:sldMk cId="0" sldId="2147483646"/>
            <ac:spMk id="12" creationId="{00000000-0000-0000-0000-000000000000}"/>
          </ac:spMkLst>
        </pc:spChg>
        <pc:spChg chg="del">
          <ac:chgData name="Scott Nuernberger" userId="b025547b-3e23-4e01-a5f7-fcc74db9763c" providerId="ADAL" clId="{2A6E2E31-3678-4994-9FF1-FE9B1E72B091}" dt="2026-07-17T12:24:43.718" v="97" actId="478"/>
          <ac:spMkLst>
            <pc:docMk/>
            <pc:sldMk cId="0" sldId="2147483646"/>
            <ac:spMk id="13" creationId="{00000000-0000-0000-0000-000000000000}"/>
          </ac:spMkLst>
        </pc:spChg>
        <pc:spChg chg="del">
          <ac:chgData name="Scott Nuernberger" userId="b025547b-3e23-4e01-a5f7-fcc74db9763c" providerId="ADAL" clId="{2A6E2E31-3678-4994-9FF1-FE9B1E72B091}" dt="2026-07-17T12:24:43.718" v="97" actId="478"/>
          <ac:spMkLst>
            <pc:docMk/>
            <pc:sldMk cId="0" sldId="2147483646"/>
            <ac:spMk id="14" creationId="{00000000-0000-0000-0000-000000000000}"/>
          </ac:spMkLst>
        </pc:spChg>
        <pc:spChg chg="mod">
          <ac:chgData name="Scott Nuernberger" userId="b025547b-3e23-4e01-a5f7-fcc74db9763c" providerId="ADAL" clId="{2A6E2E31-3678-4994-9FF1-FE9B1E72B091}" dt="2026-07-17T12:26:57.787" v="193" actId="20577"/>
          <ac:spMkLst>
            <pc:docMk/>
            <pc:sldMk cId="0" sldId="2147483646"/>
            <ac:spMk id="18" creationId="{00000000-0000-0000-0000-000000000000}"/>
          </ac:spMkLst>
        </pc:spChg>
        <pc:spChg chg="mod">
          <ac:chgData name="Scott Nuernberger" userId="b025547b-3e23-4e01-a5f7-fcc74db9763c" providerId="ADAL" clId="{2A6E2E31-3678-4994-9FF1-FE9B1E72B091}" dt="2026-07-17T12:28:14.861" v="282" actId="20577"/>
          <ac:spMkLst>
            <pc:docMk/>
            <pc:sldMk cId="0" sldId="2147483646"/>
            <ac:spMk id="22" creationId="{00000000-0000-0000-0000-000000000000}"/>
          </ac:spMkLst>
        </pc:spChg>
        <pc:spChg chg="del">
          <ac:chgData name="Scott Nuernberger" userId="b025547b-3e23-4e01-a5f7-fcc74db9763c" providerId="ADAL" clId="{2A6E2E31-3678-4994-9FF1-FE9B1E72B091}" dt="2026-07-17T12:28:29.117" v="283" actId="478"/>
          <ac:spMkLst>
            <pc:docMk/>
            <pc:sldMk cId="0" sldId="2147483646"/>
            <ac:spMk id="23" creationId="{00000000-0000-0000-0000-000000000000}"/>
          </ac:spMkLst>
        </pc:spChg>
        <pc:spChg chg="del">
          <ac:chgData name="Scott Nuernberger" userId="b025547b-3e23-4e01-a5f7-fcc74db9763c" providerId="ADAL" clId="{2A6E2E31-3678-4994-9FF1-FE9B1E72B091}" dt="2026-07-17T12:28:29.117" v="283" actId="478"/>
          <ac:spMkLst>
            <pc:docMk/>
            <pc:sldMk cId="0" sldId="2147483646"/>
            <ac:spMk id="24" creationId="{00000000-0000-0000-0000-000000000000}"/>
          </ac:spMkLst>
        </pc:spChg>
        <pc:spChg chg="add mod">
          <ac:chgData name="Scott Nuernberger" userId="b025547b-3e23-4e01-a5f7-fcc74db9763c" providerId="ADAL" clId="{2A6E2E31-3678-4994-9FF1-FE9B1E72B091}" dt="2026-07-17T12:24:47.678" v="99" actId="1076"/>
          <ac:spMkLst>
            <pc:docMk/>
            <pc:sldMk cId="0" sldId="2147483646"/>
            <ac:spMk id="26" creationId="{78A60600-E638-6795-3D5B-8D52720F99F1}"/>
          </ac:spMkLst>
        </pc:spChg>
        <pc:spChg chg="add mod">
          <ac:chgData name="Scott Nuernberger" userId="b025547b-3e23-4e01-a5f7-fcc74db9763c" providerId="ADAL" clId="{2A6E2E31-3678-4994-9FF1-FE9B1E72B091}" dt="2026-07-17T12:24:47.678" v="99" actId="1076"/>
          <ac:spMkLst>
            <pc:docMk/>
            <pc:sldMk cId="0" sldId="2147483646"/>
            <ac:spMk id="28" creationId="{5194E762-F258-549E-6B58-F2D4F98F1A6C}"/>
          </ac:spMkLst>
        </pc:spChg>
        <pc:spChg chg="add mod">
          <ac:chgData name="Scott Nuernberger" userId="b025547b-3e23-4e01-a5f7-fcc74db9763c" providerId="ADAL" clId="{2A6E2E31-3678-4994-9FF1-FE9B1E72B091}" dt="2026-07-17T12:25:40.238" v="107" actId="20577"/>
          <ac:spMkLst>
            <pc:docMk/>
            <pc:sldMk cId="0" sldId="2147483646"/>
            <ac:spMk id="30" creationId="{43F495B9-D6C7-2692-683C-4A73E05735B9}"/>
          </ac:spMkLst>
        </pc:spChg>
      </pc:sldChg>
      <pc:sldChg chg="modSp add del mod">
        <pc:chgData name="Scott Nuernberger" userId="b025547b-3e23-4e01-a5f7-fcc74db9763c" providerId="ADAL" clId="{2A6E2E31-3678-4994-9FF1-FE9B1E72B091}" dt="2026-07-17T13:36:04.269" v="454" actId="1035"/>
        <pc:sldMkLst>
          <pc:docMk/>
          <pc:sldMk cId="0" sldId="2147483647"/>
        </pc:sldMkLst>
        <pc:spChg chg="mod">
          <ac:chgData name="Scott Nuernberger" userId="b025547b-3e23-4e01-a5f7-fcc74db9763c" providerId="ADAL" clId="{2A6E2E31-3678-4994-9FF1-FE9B1E72B091}" dt="2026-07-17T13:36:04.269" v="454" actId="1035"/>
          <ac:spMkLst>
            <pc:docMk/>
            <pc:sldMk cId="0" sldId="2147483647"/>
            <ac:spMk id="4" creationId="{00000000-0000-0000-0000-000000000000}"/>
          </ac:spMkLst>
        </pc:spChg>
      </pc:sldChg>
    </pc:docChg>
  </pc:docChgLst>
  <pc:docChgLst>
    <pc:chgData name="Jeff Chen" userId="d3f7c3e0-25b7-4347-b0db-9c2b692cb556" providerId="ADAL" clId="{A052D20D-0346-5A28-979B-12510E89AC04}"/>
    <pc:docChg chg="custSel addSld modSld">
      <pc:chgData name="Jeff Chen" userId="d3f7c3e0-25b7-4347-b0db-9c2b692cb556" providerId="ADAL" clId="{A052D20D-0346-5A28-979B-12510E89AC04}" dt="2026-07-17T13:11:52.079" v="87" actId="20577"/>
      <pc:docMkLst>
        <pc:docMk/>
      </pc:docMkLst>
      <pc:sldChg chg="modSp mod">
        <pc:chgData name="Jeff Chen" userId="d3f7c3e0-25b7-4347-b0db-9c2b692cb556" providerId="ADAL" clId="{A052D20D-0346-5A28-979B-12510E89AC04}" dt="2026-07-15T15:51:35.699" v="40" actId="400"/>
        <pc:sldMkLst>
          <pc:docMk/>
          <pc:sldMk cId="655373750" sldId="262"/>
        </pc:sldMkLst>
        <pc:spChg chg="mod">
          <ac:chgData name="Jeff Chen" userId="d3f7c3e0-25b7-4347-b0db-9c2b692cb556" providerId="ADAL" clId="{A052D20D-0346-5A28-979B-12510E89AC04}" dt="2026-07-15T15:49:55.653" v="26"/>
          <ac:spMkLst>
            <pc:docMk/>
            <pc:sldMk cId="655373750" sldId="262"/>
            <ac:spMk id="2" creationId="{1F374034-96DF-15F8-2B47-D1654F750EEF}"/>
          </ac:spMkLst>
        </pc:spChg>
        <pc:spChg chg="mod">
          <ac:chgData name="Jeff Chen" userId="d3f7c3e0-25b7-4347-b0db-9c2b692cb556" providerId="ADAL" clId="{A052D20D-0346-5A28-979B-12510E89AC04}" dt="2026-07-15T15:48:54.872" v="12" actId="20577"/>
          <ac:spMkLst>
            <pc:docMk/>
            <pc:sldMk cId="655373750" sldId="262"/>
            <ac:spMk id="3" creationId="{2832B6AA-9938-027C-E056-2C6CF8D97CD6}"/>
          </ac:spMkLst>
        </pc:spChg>
        <pc:spChg chg="mod">
          <ac:chgData name="Jeff Chen" userId="d3f7c3e0-25b7-4347-b0db-9c2b692cb556" providerId="ADAL" clId="{A052D20D-0346-5A28-979B-12510E89AC04}" dt="2026-07-15T15:51:35.699" v="40" actId="400"/>
          <ac:spMkLst>
            <pc:docMk/>
            <pc:sldMk cId="655373750" sldId="262"/>
            <ac:spMk id="7" creationId="{31DFE165-7B44-8049-515A-25B85AA4FD36}"/>
          </ac:spMkLst>
        </pc:spChg>
        <pc:spChg chg="mod">
          <ac:chgData name="Jeff Chen" userId="d3f7c3e0-25b7-4347-b0db-9c2b692cb556" providerId="ADAL" clId="{A052D20D-0346-5A28-979B-12510E89AC04}" dt="2026-07-15T15:50:14.164" v="34" actId="20577"/>
          <ac:spMkLst>
            <pc:docMk/>
            <pc:sldMk cId="655373750" sldId="262"/>
            <ac:spMk id="13" creationId="{5A798D7D-02ED-AAB5-3800-B119C624BEF8}"/>
          </ac:spMkLst>
        </pc:spChg>
        <pc:spChg chg="mod">
          <ac:chgData name="Jeff Chen" userId="d3f7c3e0-25b7-4347-b0db-9c2b692cb556" providerId="ADAL" clId="{A052D20D-0346-5A28-979B-12510E89AC04}" dt="2026-07-15T15:51:12.058" v="37" actId="20577"/>
          <ac:spMkLst>
            <pc:docMk/>
            <pc:sldMk cId="655373750" sldId="262"/>
            <ac:spMk id="14" creationId="{9CFC9C98-40D2-A256-B51E-A9B26106776A}"/>
          </ac:spMkLst>
        </pc:spChg>
        <pc:spChg chg="mod">
          <ac:chgData name="Jeff Chen" userId="d3f7c3e0-25b7-4347-b0db-9c2b692cb556" providerId="ADAL" clId="{A052D20D-0346-5A28-979B-12510E89AC04}" dt="2026-07-15T15:50:58.124" v="35" actId="20577"/>
          <ac:spMkLst>
            <pc:docMk/>
            <pc:sldMk cId="655373750" sldId="262"/>
            <ac:spMk id="15" creationId="{5CF469E0-792F-3C37-653F-41CBBB19F596}"/>
          </ac:spMkLst>
        </pc:spChg>
        <pc:spChg chg="mod">
          <ac:chgData name="Jeff Chen" userId="d3f7c3e0-25b7-4347-b0db-9c2b692cb556" providerId="ADAL" clId="{A052D20D-0346-5A28-979B-12510E89AC04}" dt="2026-07-15T15:51:15.225" v="39" actId="20577"/>
          <ac:spMkLst>
            <pc:docMk/>
            <pc:sldMk cId="655373750" sldId="262"/>
            <ac:spMk id="16" creationId="{15A27037-C27A-755B-55C3-C243520CF3C4}"/>
          </ac:spMkLst>
        </pc:spChg>
      </pc:sldChg>
      <pc:sldChg chg="addSp modSp add mod">
        <pc:chgData name="Jeff Chen" userId="d3f7c3e0-25b7-4347-b0db-9c2b692cb556" providerId="ADAL" clId="{A052D20D-0346-5A28-979B-12510E89AC04}" dt="2026-07-17T00:37:02.260" v="86" actId="1076"/>
        <pc:sldMkLst>
          <pc:docMk/>
          <pc:sldMk cId="3910201230" sldId="270"/>
        </pc:sldMkLst>
        <pc:spChg chg="add mod">
          <ac:chgData name="Jeff Chen" userId="d3f7c3e0-25b7-4347-b0db-9c2b692cb556" providerId="ADAL" clId="{A052D20D-0346-5A28-979B-12510E89AC04}" dt="2026-07-17T00:37:02.260" v="86" actId="1076"/>
          <ac:spMkLst>
            <pc:docMk/>
            <pc:sldMk cId="3910201230" sldId="270"/>
            <ac:spMk id="3" creationId="{9A6E0179-83FA-CA70-4329-BD1B027EDFEF}"/>
          </ac:spMkLst>
        </pc:spChg>
        <pc:spChg chg="mod">
          <ac:chgData name="Jeff Chen" userId="d3f7c3e0-25b7-4347-b0db-9c2b692cb556" providerId="ADAL" clId="{A052D20D-0346-5A28-979B-12510E89AC04}" dt="2026-07-17T00:17:08.941" v="44" actId="113"/>
          <ac:spMkLst>
            <pc:docMk/>
            <pc:sldMk cId="3910201230" sldId="270"/>
            <ac:spMk id="4" creationId="{0E5F816E-070D-E1CF-C4AD-E2C30AF20C97}"/>
          </ac:spMkLst>
        </pc:spChg>
        <pc:spChg chg="mod">
          <ac:chgData name="Jeff Chen" userId="d3f7c3e0-25b7-4347-b0db-9c2b692cb556" providerId="ADAL" clId="{A052D20D-0346-5A28-979B-12510E89AC04}" dt="2026-07-17T00:16:48.680" v="42" actId="113"/>
          <ac:spMkLst>
            <pc:docMk/>
            <pc:sldMk cId="3910201230" sldId="270"/>
            <ac:spMk id="47" creationId="{00000000-0000-0000-0000-000000000000}"/>
          </ac:spMkLst>
        </pc:spChg>
        <pc:spChg chg="mod">
          <ac:chgData name="Jeff Chen" userId="d3f7c3e0-25b7-4347-b0db-9c2b692cb556" providerId="ADAL" clId="{A052D20D-0346-5A28-979B-12510E89AC04}" dt="2026-07-17T00:16:52.498" v="43" actId="113"/>
          <ac:spMkLst>
            <pc:docMk/>
            <pc:sldMk cId="3910201230" sldId="270"/>
            <ac:spMk id="48" creationId="{00000000-0000-0000-0000-000000000000}"/>
          </ac:spMkLst>
        </pc:spChg>
      </pc:sldChg>
      <pc:sldChg chg="modSp mod">
        <pc:chgData name="Jeff Chen" userId="d3f7c3e0-25b7-4347-b0db-9c2b692cb556" providerId="ADAL" clId="{A052D20D-0346-5A28-979B-12510E89AC04}" dt="2026-07-17T13:11:52.079" v="87" actId="20577"/>
        <pc:sldMkLst>
          <pc:docMk/>
          <pc:sldMk cId="1248417053" sldId="2147483596"/>
        </pc:sldMkLst>
        <pc:spChg chg="mod">
          <ac:chgData name="Jeff Chen" userId="d3f7c3e0-25b7-4347-b0db-9c2b692cb556" providerId="ADAL" clId="{A052D20D-0346-5A28-979B-12510E89AC04}" dt="2026-07-17T13:11:52.079" v="87" actId="20577"/>
          <ac:spMkLst>
            <pc:docMk/>
            <pc:sldMk cId="1248417053" sldId="2147483596"/>
            <ac:spMk id="2" creationId="{102D7E1A-452E-D466-D28A-15E6953EA264}"/>
          </ac:spMkLst>
        </pc:spChg>
      </pc:sldChg>
    </pc:docChg>
  </pc:docChgLst>
</pc:chgInfo>
</file>

<file path=ppt/comments/modernComment_7FFFFFCD_6ABB1D5E.xml><?xml version="1.0" encoding="utf-8"?>
<p188:cmLst xmlns:a="http://schemas.openxmlformats.org/drawingml/2006/main" xmlns:r="http://schemas.openxmlformats.org/officeDocument/2006/relationships" xmlns:p188="http://schemas.microsoft.com/office/powerpoint/2018/8/main">
  <p188:cm id="{414FAFBC-7C3A-4E40-BB6E-CA6B27B5215B}" authorId="{3ABF4E59-A14E-351B-A86F-8467F06302BF}" status="resolved" created="2026-07-15T16:43:54.445" startDate="2026-07-15T16:43:54.445" dueDate="2026-07-15T16:43:54.445" assignedTo="{5657263B-3CD7-4170-4AA4-09516676F38E}" complete="100000" title="@Victoria Seoane Please add anything you would like here for the hackathon callout.">
    <ac:txMkLst xmlns:ac="http://schemas.microsoft.com/office/drawing/2013/main/command">
      <pc:docMk xmlns:pc="http://schemas.microsoft.com/office/powerpoint/2013/main/command"/>
      <pc:sldMk xmlns:pc="http://schemas.microsoft.com/office/powerpoint/2013/main/command" cId="1790647646" sldId="2147483597"/>
      <ac:spMk id="2" creationId="{437DD19A-1C3B-24AE-C1B2-34E34B400EC9}"/>
      <ac:txMk cp="0" len="28">
        <ac:context len="29" hash="179372951"/>
      </ac:txMk>
    </ac:txMkLst>
    <p188:pos x="6529986" y="156437"/>
    <p188:replyLst>
      <p188:reply id="{6B62819A-01AA-4882-AF36-366A30B5F40F}" authorId="{55DAA230-AD73-9890-CA88-8027D7BA1A9D}" created="2026-07-16T13:37:39.740">
        <p188:txBody>
          <a:bodyPr/>
          <a:lstStyle/>
          <a:p>
            <a:r>
              <a:rPr lang="en-US"/>
              <a:t>thank you! any feedback?</a:t>
            </a:r>
          </a:p>
        </p188:txBody>
      </p188:reply>
      <p188:reply id="{B378C675-FC71-4B41-A8C5-8D87131766E2}" authorId="{3ABF4E59-A14E-351B-A86F-8467F06302BF}" created="2026-07-16T16:25:26.576">
        <p188:txBody>
          <a:bodyPr/>
          <a:lstStyle/>
          <a:p>
            <a:r>
              <a:rPr lang="en-US"/>
              <a:t>Are there key questions people are asking?
Some that I heard: start time at 6:30am ET means super early at PT/MT
Time allocation: 10h or nothing or is there flexibility
There may be others ...</a:t>
            </a:r>
          </a:p>
        </p188:txBody>
        <p188:extLst>
          <p:ext xmlns:p="http://schemas.openxmlformats.org/presentationml/2006/main" uri="{57CB4572-C831-44C2-8A1C-0ADB6CCDFE69}">
            <p223:reactions xmlns:p223="http://schemas.microsoft.com/office/powerpoint/2022/03/main">
              <p223:rxn type="👍">
                <p223:instance time="2026-07-16T17:01:53.314" authorId="{55DAA230-AD73-9890-CA88-8027D7BA1A9D}"/>
              </p223:rxn>
            </p223:reactions>
          </p:ext>
        </p188:extLst>
      </p188:reply>
      <p188:reply id="{2CC4F5BC-36FB-4D6F-8F82-D9B64F28ACF6}" authorId="{55DAA230-AD73-9890-CA88-8027D7BA1A9D}" created="2026-07-16T17:02:39.442">
        <p188:txBody>
          <a:bodyPr/>
          <a:lstStyle/>
          <a:p>
            <a:r>
              <a:rPr lang="en-US"/>
              <a:t>i agree, it's insanely early for edmonton too. the goal was that it wasn't insanely late for IDC too. 
people can start later if they'd rather, of course</a:t>
            </a:r>
          </a:p>
        </p188:txBody>
      </p188:reply>
    </p188:replyLst>
    <p188:txBody>
      <a:bodyPr/>
      <a:lstStyle/>
      <a:p>
        <a:r>
          <a:rPr lang="en-US"/>
          <a:t>[@Victoria Seoane] Please add anything you would like here for the hackathon callout.</a:t>
        </a:r>
      </a:p>
    </p188:txBody>
    <p188:extLst>
      <p:ext xmlns:p="http://schemas.openxmlformats.org/presentationml/2006/main" uri="{5BB2D875-25FF-4072-B9AC-8F64D62656EB}">
        <p228:taskDetails xmlns:p228="http://schemas.microsoft.com/office/powerpoint/2022/08/main">
          <p228:history>
            <p228:event time="2026-07-15T16:43:54.445" id="{296C88CF-8AE9-426B-81C5-447CD8758448}">
              <p228:atrbtn authorId="{3ABF4E59-A14E-351B-A86F-8467F06302BF}"/>
              <p228:anchr>
                <p228:comment id="{414FAFBC-7C3A-4E40-BB6E-CA6B27B5215B}"/>
              </p228:anchr>
              <p228:add/>
            </p228:event>
            <p228:event time="2026-07-15T16:43:54.445" id="{2DFFAF27-B133-44E0-B375-A1A4C1B7E7AC}">
              <p228:atrbtn authorId="{3ABF4E59-A14E-351B-A86F-8467F06302BF}"/>
              <p228:anchr>
                <p228:comment id="{414FAFBC-7C3A-4E40-BB6E-CA6B27B5215B}"/>
              </p228:anchr>
              <p228:asgn authorId="{5657263B-3CD7-4170-4AA4-09516676F38E}"/>
            </p228:event>
            <p228:event time="2026-07-15T16:43:54.445" id="{121BCE04-9B9D-451B-88B4-058D06D5ACE5}">
              <p228:atrbtn authorId="{3ABF4E59-A14E-351B-A86F-8467F06302BF}"/>
              <p228:anchr>
                <p228:comment id="{414FAFBC-7C3A-4E40-BB6E-CA6B27B5215B}"/>
              </p228:anchr>
              <p228:title val="@Victoria Seoane Please add anything you would like here for the hackathon callout."/>
            </p228:event>
            <p228:event time="2026-07-15T16:43:54.445" id="{263165B3-A419-47C9-8A6D-37493485EAFA}">
              <p228:atrbtn authorId="{3ABF4E59-A14E-351B-A86F-8467F06302BF}"/>
              <p228:anchr>
                <p228:comment id="{414FAFBC-7C3A-4E40-BB6E-CA6B27B5215B}"/>
              </p228:anchr>
              <p228:date stDt="2026-07-15T16:43:54.445" endDt="2026-07-15T16:43:54.445"/>
            </p228:event>
            <p228:event time="2026-07-17T02:24:47.634" id="{C5B405AB-6DAE-4748-8D9F-3456AFA725B7}">
              <p228:atrbtn authorId="{3ABF4E59-A14E-351B-A86F-8467F06302BF}"/>
              <p228:anchr>
                <p228:comment id="{00000000-0000-0000-0000-000000000000}"/>
              </p228:anchr>
              <p228:pcntCmplt val="100000"/>
            </p228:event>
          </p228:history>
        </p228:taskDetails>
      </p:ext>
    </p188:extLst>
  </p188:cm>
</p188:cmLst>
</file>

<file path=ppt/comments/modernComment_7FFFFFD5_D2D11F0.xml><?xml version="1.0" encoding="utf-8"?>
<p188:cmLst xmlns:a="http://schemas.openxmlformats.org/drawingml/2006/main" xmlns:r="http://schemas.openxmlformats.org/officeDocument/2006/relationships" xmlns:p188="http://schemas.microsoft.com/office/powerpoint/2018/8/main">
  <p188:cm id="{099E9DAE-E8B9-4723-95C0-613E0C7F0526}" authorId="{3ABF4E59-A14E-351B-A86F-8467F06302BF}" created="2026-07-06T20:53:49.536" startDate="2026-07-06T20:53:49.536" dueDate="2026-07-06T20:53:49.536" assignedTo="{A4F139CA-4F05-3693-C6FA-C757F6B4BB8D}" title="@Terry Wang @Nicolas Sosa Feel free to ask whomever will be the presenters to add content directly here. Thanks!">
    <ac:txMkLst xmlns:ac="http://schemas.microsoft.com/office/drawing/2013/main/command">
      <pc:docMk xmlns:pc="http://schemas.microsoft.com/office/powerpoint/2013/main/command"/>
      <pc:sldMk xmlns:pc="http://schemas.microsoft.com/office/powerpoint/2013/main/command" cId="221057520" sldId="2147483605"/>
      <ac:spMk id="2" creationId="{205D6BB5-B68B-F41A-3790-5BC83144CA89}"/>
      <ac:txMk cp="0" len="47">
        <ac:context len="48" hash="2653393907"/>
      </ac:txMk>
    </ac:txMkLst>
    <p188:pos x="4025462" y="1061544"/>
    <p188:replyLst>
      <p188:reply id="{974D45C6-6B3B-294D-92AB-9A6B55DAB5C0}" authorId="{957E545E-9C27-30AE-CF93-E5BFC619EA81}" created="2026-07-09T18:16:59.158">
        <p188:txBody>
          <a:bodyPr/>
          <a:lstStyle/>
          <a:p>
            <a:r>
              <a:rPr lang="en-US"/>
              <a:t>If we can have AI Eng and also DS team members co present that would be awesome. </a:t>
            </a:r>
          </a:p>
        </p188:txBody>
      </p188:reply>
      <p188:reply id="{1089B311-D971-884E-8708-6069A5F66AC6}" authorId="{8663CE11-E05E-17A1-793F-B29CD34BB8BD}" created="2026-07-14T01:00:50.204">
        <p188:txBody>
          <a:bodyPr/>
          <a:lstStyle/>
          <a:p>
            <a:r>
              <a:rPr lang="en-US"/>
              <a:t>Sanders was preparing  some slides for KS. I am sure we can use some of his contents here.  </a:t>
            </a:r>
          </a:p>
        </p188:txBody>
      </p188:reply>
      <p188:reply id="{CE8BEC34-7219-BE41-A0C7-7EB3751C578C}" authorId="{8663CE11-E05E-17A1-793F-B29CD34BB8BD}" created="2026-07-15T14:46:12.284">
        <p188:txBody>
          <a:bodyPr/>
          <a:lstStyle/>
          <a:p>
            <a:r>
              <a:rPr lang="en-US"/>
              <a:t>[@Alexander Ulloa] can you work with Terry and Nico on this?</a:t>
            </a:r>
          </a:p>
        </p188:txBody>
        <p188:extLst>
          <p:ext xmlns:p="http://schemas.openxmlformats.org/presentationml/2006/main" uri="{57CB4572-C831-44C2-8A1C-0ADB6CCDFE69}">
            <p223:reactions xmlns:p223="http://schemas.microsoft.com/office/powerpoint/2022/03/main">
              <p223:rxn type="👍">
                <p223:instance time="2026-07-15T15:15:01.488" authorId="{AF5983F9-BE83-3DDC-DFCD-0032F507A28F}"/>
              </p223:rxn>
            </p223:reactions>
          </p:ext>
        </p188:extLst>
      </p188:reply>
      <p188:reply id="{439D80F7-8A77-4CE9-8E38-D6E2EB6CB2BE}" authorId="{AF5983F9-BE83-3DDC-DFCD-0032F507A28F}" created="2026-07-15T18:30:22.184">
        <p188:txBody>
          <a:bodyPr/>
          <a:lstStyle/>
          <a:p>
            <a:r>
              <a:rPr lang="en-US"/>
              <a:t>Yes of course. I'm working with Nico and Rodrigo Lopez on it</a:t>
            </a:r>
          </a:p>
        </p188:txBody>
      </p188:reply>
      <p188:reply id="{04D938B9-623A-CF46-B88D-CA5DF6DCE546}" authorId="{8663CE11-E05E-17A1-793F-B29CD34BB8BD}" created="2026-07-17T00:30:03.669">
        <p188:txBody>
          <a:bodyPr/>
          <a:lstStyle/>
          <a:p>
            <a:r>
              <a:rPr lang="en-US"/>
              <a:t>[@Alexander Ulloa] You don't need to change your slides, but when you present, could you mention the synergy between Data Science and AI Engineering? For example, highlight how Data Science contributes expertise in areas such as experiment design, metric design, statistical significance, and model evaluation, while AI Engineering focuses on building scalable, production-ready systems. This would help reinforce the value of the collaboration between the two teams.</a:t>
            </a:r>
          </a:p>
        </p188:txBody>
        <p188:extLst>
          <p:ext xmlns:p="http://schemas.openxmlformats.org/presentationml/2006/main" uri="{57CB4572-C831-44C2-8A1C-0ADB6CCDFE69}">
            <p223:reactions xmlns:p223="http://schemas.microsoft.com/office/powerpoint/2022/03/main">
              <p223:rxn type="👍">
                <p223:instance time="2026-07-17T13:12:33.908" authorId="{AF5983F9-BE83-3DDC-DFCD-0032F507A28F}"/>
              </p223:rxn>
            </p223:reactions>
          </p:ext>
        </p188:extLst>
      </p188:reply>
      <p188:reply id="{EFEDCB86-D13B-40A1-BB7D-4CCEED42F85E}" authorId="{AF5983F9-BE83-3DDC-DFCD-0032F507A28F}" created="2026-07-17T13:13:15.832">
        <p188:txBody>
          <a:bodyPr/>
          <a:lstStyle/>
          <a:p>
            <a:r>
              <a:rPr lang="en-US"/>
              <a:t>Perfect, I'll mention that as part of the intro to the presentation</a:t>
            </a:r>
          </a:p>
        </p188:txBody>
      </p188:reply>
    </p188:replyLst>
    <p188:txBody>
      <a:bodyPr/>
      <a:lstStyle/>
      <a:p>
        <a:r>
          <a:rPr lang="en-US"/>
          <a:t>[@Terry Wang] [@Nicolas Sosa] Feel free to ask whomever will be the presenters to add content directly here. Thanks!</a:t>
        </a:r>
      </a:p>
    </p188:txBody>
    <p188:extLst>
      <p:ext xmlns:p="http://schemas.openxmlformats.org/presentationml/2006/main" uri="{5BB2D875-25FF-4072-B9AC-8F64D62656EB}">
        <p228:taskDetails xmlns:p228="http://schemas.microsoft.com/office/powerpoint/2022/08/main">
          <p228:history>
            <p228:event time="2026-07-06T20:53:49.536" id="{38BCCD4F-81A4-461D-A4B5-1D550217140C}">
              <p228:atrbtn authorId="{3ABF4E59-A14E-351B-A86F-8467F06302BF}"/>
              <p228:anchr>
                <p228:comment id="{099E9DAE-E8B9-4723-95C0-613E0C7F0526}"/>
              </p228:anchr>
              <p228:add/>
            </p228:event>
            <p228:event time="2026-07-06T20:53:49.536" id="{3D1BAFEE-E485-4895-8D3C-3206708495C2}">
              <p228:atrbtn authorId="{3ABF4E59-A14E-351B-A86F-8467F06302BF}"/>
              <p228:anchr>
                <p228:comment id="{099E9DAE-E8B9-4723-95C0-613E0C7F0526}"/>
              </p228:anchr>
              <p228:asgn authorId="{A4F139CA-4F05-3693-C6FA-C757F6B4BB8D}"/>
            </p228:event>
            <p228:event time="2026-07-06T20:53:49.536" id="{4EE40588-80D0-42BA-B008-054856DEDE3D}">
              <p228:atrbtn authorId="{3ABF4E59-A14E-351B-A86F-8467F06302BF}"/>
              <p228:anchr>
                <p228:comment id="{099E9DAE-E8B9-4723-95C0-613E0C7F0526}"/>
              </p228:anchr>
              <p228:title val="@Terry Wang @Nicolas Sosa Feel free to ask whomever will be the presenters to add content directly here. Thanks!"/>
            </p228:event>
            <p228:event time="2026-07-06T20:53:49.536" id="{9E1CD836-AA3D-435B-AA1E-8B4E890B0BB9}">
              <p228:atrbtn authorId="{3ABF4E59-A14E-351B-A86F-8467F06302BF}"/>
              <p228:anchr>
                <p228:comment id="{099E9DAE-E8B9-4723-95C0-613E0C7F0526}"/>
              </p228:anchr>
              <p228:date stDt="2026-07-06T20:53:49.536" endDt="2026-07-06T20:53:49.536"/>
            </p228:event>
          </p228:history>
        </p228:taskDetails>
      </p:ext>
    </p188:extLst>
  </p188:cm>
</p188:cmLst>
</file>

<file path=ppt/comments/modernComment_7FFFFFED_9605AE31.xml><?xml version="1.0" encoding="utf-8"?>
<p188:cmLst xmlns:a="http://schemas.openxmlformats.org/drawingml/2006/main" xmlns:r="http://schemas.openxmlformats.org/officeDocument/2006/relationships" xmlns:p188="http://schemas.microsoft.com/office/powerpoint/2018/8/main">
  <p188:cm id="{ED06B82C-7708-4C1B-AFF2-769206D2602F}" authorId="{3ABF4E59-A14E-351B-A86F-8467F06302BF}" status="resolved" created="2026-07-06T20:22:24.266" startDate="2026-07-06T20:22:24.266" dueDate="2026-07-06T20:22:24.266" assignedTo="{39BB0046-A7CD-8645-8C63-8DF47AD65DA1}" complete="100000" title="@Vincent Yan Please feel free to add your content here.">
    <ac:txMkLst xmlns:ac="http://schemas.microsoft.com/office/drawing/2013/main/command">
      <pc:docMk xmlns:pc="http://schemas.microsoft.com/office/powerpoint/2013/main/command"/>
      <pc:sldMk xmlns:pc="http://schemas.microsoft.com/office/powerpoint/2013/main/command" cId="2516954673" sldId="2147483629"/>
      <ac:spMk id="2" creationId="{EB0E5437-FAE5-65B3-D770-26B7BD2203A4}"/>
      <ac:txMk cp="0" len="14">
        <ac:context len="15" hash="2428011330"/>
      </ac:txMk>
    </ac:txMkLst>
    <p188:pos x="4703379" y="457200"/>
    <p188:txBody>
      <a:bodyPr/>
      <a:lstStyle/>
      <a:p>
        <a:r>
          <a:rPr lang="en-US"/>
          <a:t>[@Vincent Yan] Please feel free to add your content here.</a:t>
        </a:r>
      </a:p>
    </p188:txBody>
    <p188:extLst>
      <p:ext xmlns:p="http://schemas.openxmlformats.org/presentationml/2006/main" uri="{5BB2D875-25FF-4072-B9AC-8F64D62656EB}">
        <p228:taskDetails xmlns:p228="http://schemas.microsoft.com/office/powerpoint/2022/08/main">
          <p228:history>
            <p228:event time="2026-07-06T20:22:24.266" id="{FFB2F798-4E99-4B90-A372-4C76035F3A96}">
              <p228:atrbtn authorId="{3ABF4E59-A14E-351B-A86F-8467F06302BF}"/>
              <p228:anchr>
                <p228:comment id="{ED06B82C-7708-4C1B-AFF2-769206D2602F}"/>
              </p228:anchr>
              <p228:add/>
            </p228:event>
            <p228:event time="2026-07-06T20:22:24.266" id="{349EB60A-6291-4EF0-BBE9-FF70CCB2F926}">
              <p228:atrbtn authorId="{3ABF4E59-A14E-351B-A86F-8467F06302BF}"/>
              <p228:anchr>
                <p228:comment id="{ED06B82C-7708-4C1B-AFF2-769206D2602F}"/>
              </p228:anchr>
              <p228:asgn authorId="{39BB0046-A7CD-8645-8C63-8DF47AD65DA1}"/>
            </p228:event>
            <p228:event time="2026-07-06T20:22:24.266" id="{E7FFABFF-9752-4AD8-AD14-13A5A1DDE21C}">
              <p228:atrbtn authorId="{3ABF4E59-A14E-351B-A86F-8467F06302BF}"/>
              <p228:anchr>
                <p228:comment id="{ED06B82C-7708-4C1B-AFF2-769206D2602F}"/>
              </p228:anchr>
              <p228:title val="@Vincent Yan Please feel free to add your content here."/>
            </p228:event>
            <p228:event time="2026-07-06T20:22:24.266" id="{ADA9FCEF-2B9A-48F7-BDDC-4ACFE0B07CEF}">
              <p228:atrbtn authorId="{3ABF4E59-A14E-351B-A86F-8467F06302BF}"/>
              <p228:anchr>
                <p228:comment id="{ED06B82C-7708-4C1B-AFF2-769206D2602F}"/>
              </p228:anchr>
              <p228:date stDt="2026-07-06T20:22:24.266" endDt="2026-07-06T20:22:24.266"/>
            </p228:event>
            <p228:event time="2026-07-17T02:25:39.278" id="{BC12D75D-5839-49DD-A925-547D301FF865}">
              <p228:atrbtn authorId="{3ABF4E59-A14E-351B-A86F-8467F06302BF}"/>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7-06T20:43:40.745" authorId="{FED95DF9-91AC-1F44-FC75-AA56DB2478C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8F43C-8AC6-324A-AE14-5664D0717700}"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542AA-6AEA-2945-9E92-C40FFBC9F9C3}" type="slidenum">
              <a:rPr lang="en-US" smtClean="0"/>
              <a:t>‹#›</a:t>
            </a:fld>
            <a:endParaRPr lang="en-US"/>
          </a:p>
        </p:txBody>
      </p:sp>
    </p:spTree>
    <p:extLst>
      <p:ext uri="{BB962C8B-B14F-4D97-AF65-F5344CB8AC3E}">
        <p14:creationId xmlns:p14="http://schemas.microsoft.com/office/powerpoint/2010/main" val="342910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A542AA-6AEA-2945-9E92-C40FFBC9F9C3}" type="slidenum">
              <a:rPr lang="en-US" smtClean="0"/>
              <a:t>1</a:t>
            </a:fld>
            <a:endParaRPr lang="en-US"/>
          </a:p>
        </p:txBody>
      </p:sp>
    </p:spTree>
    <p:extLst>
      <p:ext uri="{BB962C8B-B14F-4D97-AF65-F5344CB8AC3E}">
        <p14:creationId xmlns:p14="http://schemas.microsoft.com/office/powerpoint/2010/main" val="1950976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t>
            </a:r>
          </a:p>
        </p:txBody>
      </p:sp>
      <p:sp>
        <p:nvSpPr>
          <p:cNvPr id="4" name="Slide Number Placeholder 3"/>
          <p:cNvSpPr>
            <a:spLocks noGrp="1"/>
          </p:cNvSpPr>
          <p:nvPr>
            <p:ph type="sldNum" sz="quarter" idx="5"/>
          </p:nvPr>
        </p:nvSpPr>
        <p:spPr/>
        <p:txBody>
          <a:bodyPr/>
          <a:lstStyle/>
          <a:p>
            <a:fld id="{ADA542AA-6AEA-2945-9E92-C40FFBC9F9C3}" type="slidenum">
              <a:rPr lang="en-US" smtClean="0"/>
              <a:t>2</a:t>
            </a:fld>
            <a:endParaRPr lang="en-US"/>
          </a:p>
        </p:txBody>
      </p:sp>
    </p:spTree>
    <p:extLst>
      <p:ext uri="{BB962C8B-B14F-4D97-AF65-F5344CB8AC3E}">
        <p14:creationId xmlns:p14="http://schemas.microsoft.com/office/powerpoint/2010/main" val="506665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Victoria</a:t>
            </a:r>
          </a:p>
        </p:txBody>
      </p:sp>
      <p:sp>
        <p:nvSpPr>
          <p:cNvPr id="4" name="Slide Number Placeholder 3"/>
          <p:cNvSpPr>
            <a:spLocks noGrp="1"/>
          </p:cNvSpPr>
          <p:nvPr>
            <p:ph type="sldNum" sz="quarter" idx="5"/>
          </p:nvPr>
        </p:nvSpPr>
        <p:spPr/>
        <p:txBody>
          <a:bodyPr/>
          <a:lstStyle/>
          <a:p>
            <a:fld id="{ADA542AA-6AEA-2945-9E92-C40FFBC9F9C3}" type="slidenum">
              <a:rPr lang="en-US" smtClean="0"/>
              <a:t>4</a:t>
            </a:fld>
            <a:endParaRPr lang="en-US"/>
          </a:p>
        </p:txBody>
      </p:sp>
    </p:spTree>
    <p:extLst>
      <p:ext uri="{BB962C8B-B14F-4D97-AF65-F5344CB8AC3E}">
        <p14:creationId xmlns:p14="http://schemas.microsoft.com/office/powerpoint/2010/main" val="725434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43FCD-CFC2-44D5-EA44-AFD49EECA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8BCBD-AD28-1E3B-FC30-8523F0E66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69742-9C9B-41B3-7740-A5FA371CB309}"/>
              </a:ext>
            </a:extLst>
          </p:cNvPr>
          <p:cNvSpPr>
            <a:spLocks noGrp="1"/>
          </p:cNvSpPr>
          <p:nvPr>
            <p:ph type="body" idx="1"/>
          </p:nvPr>
        </p:nvSpPr>
        <p:spPr/>
        <p:txBody>
          <a:bodyPr/>
          <a:lstStyle/>
          <a:p>
            <a:r>
              <a:rPr lang="en-US"/>
              <a:t>J</a:t>
            </a:r>
          </a:p>
        </p:txBody>
      </p:sp>
      <p:sp>
        <p:nvSpPr>
          <p:cNvPr id="4" name="Slide Number Placeholder 3">
            <a:extLst>
              <a:ext uri="{FF2B5EF4-FFF2-40B4-BE49-F238E27FC236}">
                <a16:creationId xmlns:a16="http://schemas.microsoft.com/office/drawing/2014/main" id="{B0F211EB-EFC5-A8B2-8D0B-888ABA094CA1}"/>
              </a:ext>
            </a:extLst>
          </p:cNvPr>
          <p:cNvSpPr>
            <a:spLocks noGrp="1"/>
          </p:cNvSpPr>
          <p:nvPr>
            <p:ph type="sldNum" sz="quarter" idx="5"/>
          </p:nvPr>
        </p:nvSpPr>
        <p:spPr/>
        <p:txBody>
          <a:bodyPr/>
          <a:lstStyle/>
          <a:p>
            <a:fld id="{ADA542AA-6AEA-2945-9E92-C40FFBC9F9C3}" type="slidenum">
              <a:rPr lang="en-US" smtClean="0"/>
              <a:t>6</a:t>
            </a:fld>
            <a:endParaRPr lang="en-US"/>
          </a:p>
        </p:txBody>
      </p:sp>
    </p:spTree>
    <p:extLst>
      <p:ext uri="{BB962C8B-B14F-4D97-AF65-F5344CB8AC3E}">
        <p14:creationId xmlns:p14="http://schemas.microsoft.com/office/powerpoint/2010/main" val="2311645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79DDF-1A46-8BB7-0959-D7F48A4E4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9C1C1-5D5F-6726-1313-F69B2CBBA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38A60-81C5-CCB7-814B-1B44E862269B}"/>
              </a:ext>
            </a:extLst>
          </p:cNvPr>
          <p:cNvSpPr>
            <a:spLocks noGrp="1"/>
          </p:cNvSpPr>
          <p:nvPr>
            <p:ph type="body" idx="1"/>
          </p:nvPr>
        </p:nvSpPr>
        <p:spPr/>
        <p:txBody>
          <a:bodyPr/>
          <a:lstStyle/>
          <a:p>
            <a:r>
              <a:rPr lang="en-US"/>
              <a:t>J</a:t>
            </a:r>
          </a:p>
        </p:txBody>
      </p:sp>
      <p:sp>
        <p:nvSpPr>
          <p:cNvPr id="4" name="Slide Number Placeholder 3">
            <a:extLst>
              <a:ext uri="{FF2B5EF4-FFF2-40B4-BE49-F238E27FC236}">
                <a16:creationId xmlns:a16="http://schemas.microsoft.com/office/drawing/2014/main" id="{E1FAD110-CF24-101C-C3D0-63762B2FAED6}"/>
              </a:ext>
            </a:extLst>
          </p:cNvPr>
          <p:cNvSpPr>
            <a:spLocks noGrp="1"/>
          </p:cNvSpPr>
          <p:nvPr>
            <p:ph type="sldNum" sz="quarter" idx="5"/>
          </p:nvPr>
        </p:nvSpPr>
        <p:spPr/>
        <p:txBody>
          <a:bodyPr/>
          <a:lstStyle/>
          <a:p>
            <a:fld id="{ADA542AA-6AEA-2945-9E92-C40FFBC9F9C3}" type="slidenum">
              <a:rPr lang="en-US" smtClean="0"/>
              <a:t>9</a:t>
            </a:fld>
            <a:endParaRPr lang="en-US"/>
          </a:p>
        </p:txBody>
      </p:sp>
    </p:spTree>
    <p:extLst>
      <p:ext uri="{BB962C8B-B14F-4D97-AF65-F5344CB8AC3E}">
        <p14:creationId xmlns:p14="http://schemas.microsoft.com/office/powerpoint/2010/main" val="2845178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 Codex = OpenAI's agentic coding tool. Since July 9 it lives inside the unified ChatGPT desktop app next to Chat and Work (Mac &amp; Windows). It codes for you, runs long multi-step tasks, reviews PRs with inline diffs, runs in a cloud sandbox or local CLI. Push the desktop app over the CLI - richer surface.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Both Codex and Claude are Enterprise-approved and both stay - our clients use both. Not a replacement, a complement. IT says they're similar: try both, use what fits. You can spend limits across either. Ask: if you already live in Claude, put Codex on real work this quarter.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 Today's cap ~$160/mo (4,000 credits); free OpenAI tokens through Aug 31 so cap set high. Planned Sep caps ~$50 standard / ~$125 advanced, mirroring Claude. Caps stop runaway agent bills. Licensing: pre-Jun 30 = Codex-only usage-based; after = $20/mo ChatGPT+Codex+API. Need more? rex.blend360.ai; manager approval, auto for directors+. Use responsibly.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Enterprise accounts only. Never personal/free accounts for work - no protections, data may be retained/trained. Keep confidential/client/regulated/personal data out of unapproved tools. Plugins go through IT (no self-serve). Seat hygiene: ChatGPT seats reclaimed after 60-90 days idle; Codex-only is usage-based.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Partnership training. Codex cohort kicked off Tuesday - three tracks (Leader/Developer/Knowledge Worker). Partner U + certification: ~3 hrs, no major exam. Office hours coming soon. THE ask this week: start the cert.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Community + business. External hackathons on client sites (OpenAI-sponsored). Internal hackathons for Blend teams (OpenAI-sponsored). Co-sell/co-design/co-solution with OpenAI = more pipeline + credibility.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Roadmap: drive adoption + certs, run first hackathons, stand up office hours, finalize post-Aug caps with Mike F. &amp; Tommy, size spend vs throughput. Open models: no Blend consensus yet - this is a placeholder. Questions we're answering: adopt or not, which provider, how we fund centrally, governance. Short term stays OpenAI + Anthropic. Total section ~9-10 min.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F9867-ECD3-C7DB-27EB-7595819AA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97901-D84A-1212-36DE-FC71C0BBDDD6}"/>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356EA340-CABC-4ADC-5D36-6890A680611E}"/>
              </a:ext>
            </a:extLst>
          </p:cNvPr>
          <p:cNvSpPr>
            <a:spLocks noGrp="1"/>
          </p:cNvSpPr>
          <p:nvPr>
            <p:ph type="body" idx="1"/>
          </p:nvPr>
        </p:nvSpPr>
        <p:spPr/>
        <p:txBody>
          <a:bodyPr/>
          <a:lstStyle/>
          <a:p>
            <a:r>
              <a:t>Problem/solution in one breath: hours consumed by casework; the AI-augmented service model gives them back. No figures on purpose.</a:t>
            </a:r>
          </a:p>
        </p:txBody>
      </p:sp>
      <p:sp>
        <p:nvSpPr>
          <p:cNvPr id="4" name="Slide Number Placeholder 3">
            <a:extLst>
              <a:ext uri="{FF2B5EF4-FFF2-40B4-BE49-F238E27FC236}">
                <a16:creationId xmlns:a16="http://schemas.microsoft.com/office/drawing/2014/main" id="{DB3F7B13-AB9E-684A-A5BE-B3ECC570C835}"/>
              </a:ext>
            </a:extLst>
          </p:cNvPr>
          <p:cNvSpPr>
            <a:spLocks noGrp="1"/>
          </p:cNvSpPr>
          <p:nvPr>
            <p:ph type="sldNum" sz="quarter" idx="5"/>
          </p:nvPr>
        </p:nvSpPr>
        <p:spPr/>
        <p:txBody>
          <a:bodyPr/>
          <a:lstStyle/>
          <a:p>
            <a:fld id="{ADA542AA-6AEA-2945-9E92-C40FFBC9F9C3}" type="slidenum">
              <a:rPr lang="en-US" smtClean="0"/>
              <a:t>19</a:t>
            </a:fld>
            <a:endParaRPr lang="en-US"/>
          </a:p>
        </p:txBody>
      </p:sp>
    </p:spTree>
    <p:extLst>
      <p:ext uri="{BB962C8B-B14F-4D97-AF65-F5344CB8AC3E}">
        <p14:creationId xmlns:p14="http://schemas.microsoft.com/office/powerpoint/2010/main" val="78775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AECD3-A687-05E2-0490-450D660DD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0ACAD-753B-B36B-0FAA-A0A5A74D64A4}"/>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576EAAA2-C457-376A-0102-6F8A327A8715}"/>
              </a:ext>
            </a:extLst>
          </p:cNvPr>
          <p:cNvSpPr>
            <a:spLocks noGrp="1"/>
          </p:cNvSpPr>
          <p:nvPr>
            <p:ph type="body" idx="1"/>
          </p:nvPr>
        </p:nvSpPr>
        <p:spPr/>
        <p:txBody>
          <a:bodyPr/>
          <a:lstStyle/>
          <a:p>
            <a:r>
              <a:rPr lang="es-419"/>
              <a:t>Sander presents this slide</a:t>
            </a:r>
            <a:endParaRPr/>
          </a:p>
        </p:txBody>
      </p:sp>
      <p:sp>
        <p:nvSpPr>
          <p:cNvPr id="4" name="Slide Number Placeholder 3">
            <a:extLst>
              <a:ext uri="{FF2B5EF4-FFF2-40B4-BE49-F238E27FC236}">
                <a16:creationId xmlns:a16="http://schemas.microsoft.com/office/drawing/2014/main" id="{8658F73E-97D2-EF05-45A9-341E204E23A5}"/>
              </a:ext>
            </a:extLst>
          </p:cNvPr>
          <p:cNvSpPr>
            <a:spLocks noGrp="1"/>
          </p:cNvSpPr>
          <p:nvPr>
            <p:ph type="sldNum" sz="quarter" idx="5"/>
          </p:nvPr>
        </p:nvSpPr>
        <p:spPr/>
        <p:txBody>
          <a:bodyPr/>
          <a:lstStyle/>
          <a:p>
            <a:fld id="{ADA542AA-6AEA-2945-9E92-C40FFBC9F9C3}" type="slidenum">
              <a:rPr lang="en-US" smtClean="0"/>
              <a:t>20</a:t>
            </a:fld>
            <a:endParaRPr lang="en-US"/>
          </a:p>
        </p:txBody>
      </p:sp>
    </p:spTree>
    <p:extLst>
      <p:ext uri="{BB962C8B-B14F-4D97-AF65-F5344CB8AC3E}">
        <p14:creationId xmlns:p14="http://schemas.microsoft.com/office/powerpoint/2010/main" val="4061176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1F952-FEFF-72ED-937A-CA862AD36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6F635-8838-B97A-D798-37A17E98D964}"/>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101C19AD-4211-8B14-B6DD-FEC233796765}"/>
              </a:ext>
            </a:extLst>
          </p:cNvPr>
          <p:cNvSpPr>
            <a:spLocks noGrp="1"/>
          </p:cNvSpPr>
          <p:nvPr>
            <p:ph type="body" idx="1"/>
          </p:nvPr>
        </p:nvSpPr>
        <p:spPr/>
        <p:txBody>
          <a:bodyPr/>
          <a:lstStyle/>
          <a:p>
            <a:r>
              <a:rPr lang="es-419"/>
              <a:t>Rolo presents this slide | Add  </a:t>
            </a:r>
          </a:p>
        </p:txBody>
      </p:sp>
      <p:sp>
        <p:nvSpPr>
          <p:cNvPr id="4" name="Slide Number Placeholder 3">
            <a:extLst>
              <a:ext uri="{FF2B5EF4-FFF2-40B4-BE49-F238E27FC236}">
                <a16:creationId xmlns:a16="http://schemas.microsoft.com/office/drawing/2014/main" id="{E070965D-A4C5-C303-5354-CE4EDE575B96}"/>
              </a:ext>
            </a:extLst>
          </p:cNvPr>
          <p:cNvSpPr>
            <a:spLocks noGrp="1"/>
          </p:cNvSpPr>
          <p:nvPr>
            <p:ph type="sldNum" sz="quarter" idx="5"/>
          </p:nvPr>
        </p:nvSpPr>
        <p:spPr/>
        <p:txBody>
          <a:bodyPr/>
          <a:lstStyle/>
          <a:p>
            <a:fld id="{ADA542AA-6AEA-2945-9E92-C40FFBC9F9C3}" type="slidenum">
              <a:rPr lang="en-US" smtClean="0"/>
              <a:t>21</a:t>
            </a:fld>
            <a:endParaRPr lang="en-US"/>
          </a:p>
        </p:txBody>
      </p:sp>
    </p:spTree>
    <p:extLst>
      <p:ext uri="{BB962C8B-B14F-4D97-AF65-F5344CB8AC3E}">
        <p14:creationId xmlns:p14="http://schemas.microsoft.com/office/powerpoint/2010/main" val="4086498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73171-65BC-2592-8DB4-BBE425575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04696-13FC-E142-7E29-2A239ADFCB08}"/>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DA6FB068-6F9E-A71F-29A4-6738FE528D55}"/>
              </a:ext>
            </a:extLst>
          </p:cNvPr>
          <p:cNvSpPr>
            <a:spLocks noGrp="1"/>
          </p:cNvSpPr>
          <p:nvPr>
            <p:ph type="body" idx="1"/>
          </p:nvPr>
        </p:nvSpPr>
        <p:spPr/>
        <p:txBody>
          <a:bodyPr/>
          <a:lstStyle/>
          <a:p>
            <a:r>
              <a:rPr lang="es-419"/>
              <a:t>Rolo presents this slide</a:t>
            </a:r>
          </a:p>
        </p:txBody>
      </p:sp>
      <p:sp>
        <p:nvSpPr>
          <p:cNvPr id="4" name="Slide Number Placeholder 3">
            <a:extLst>
              <a:ext uri="{FF2B5EF4-FFF2-40B4-BE49-F238E27FC236}">
                <a16:creationId xmlns:a16="http://schemas.microsoft.com/office/drawing/2014/main" id="{31DCC08B-CB47-6CFE-5003-97D3A1F7C7B7}"/>
              </a:ext>
            </a:extLst>
          </p:cNvPr>
          <p:cNvSpPr>
            <a:spLocks noGrp="1"/>
          </p:cNvSpPr>
          <p:nvPr>
            <p:ph type="sldNum" sz="quarter" idx="5"/>
          </p:nvPr>
        </p:nvSpPr>
        <p:spPr/>
        <p:txBody>
          <a:bodyPr/>
          <a:lstStyle/>
          <a:p>
            <a:fld id="{ADA542AA-6AEA-2945-9E92-C40FFBC9F9C3}" type="slidenum">
              <a:rPr lang="en-US" smtClean="0"/>
              <a:t>22</a:t>
            </a:fld>
            <a:endParaRPr lang="en-US"/>
          </a:p>
        </p:txBody>
      </p:sp>
    </p:spTree>
    <p:extLst>
      <p:ext uri="{BB962C8B-B14F-4D97-AF65-F5344CB8AC3E}">
        <p14:creationId xmlns:p14="http://schemas.microsoft.com/office/powerpoint/2010/main" val="1806325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3B5D-3B75-346F-6B75-55022272E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63FBC-9127-83F7-3B4D-06A6A0BDAF72}"/>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41FC36DB-DAF2-7BE7-A270-94CD4140D2B6}"/>
              </a:ext>
            </a:extLst>
          </p:cNvPr>
          <p:cNvSpPr>
            <a:spLocks noGrp="1"/>
          </p:cNvSpPr>
          <p:nvPr>
            <p:ph type="body" idx="1"/>
          </p:nvPr>
        </p:nvSpPr>
        <p:spPr/>
        <p:txBody>
          <a:bodyPr/>
          <a:lstStyle/>
          <a:p>
            <a:r>
              <a:rPr lang="es-419"/>
              <a:t>Sander presents this slide</a:t>
            </a:r>
          </a:p>
        </p:txBody>
      </p:sp>
      <p:sp>
        <p:nvSpPr>
          <p:cNvPr id="4" name="Slide Number Placeholder 3">
            <a:extLst>
              <a:ext uri="{FF2B5EF4-FFF2-40B4-BE49-F238E27FC236}">
                <a16:creationId xmlns:a16="http://schemas.microsoft.com/office/drawing/2014/main" id="{5050FCF9-B8F1-CAD9-01C3-6F472615DAC2}"/>
              </a:ext>
            </a:extLst>
          </p:cNvPr>
          <p:cNvSpPr>
            <a:spLocks noGrp="1"/>
          </p:cNvSpPr>
          <p:nvPr>
            <p:ph type="sldNum" sz="quarter" idx="5"/>
          </p:nvPr>
        </p:nvSpPr>
        <p:spPr/>
        <p:txBody>
          <a:bodyPr/>
          <a:lstStyle/>
          <a:p>
            <a:fld id="{ADA542AA-6AEA-2945-9E92-C40FFBC9F9C3}" type="slidenum">
              <a:rPr lang="en-US" smtClean="0"/>
              <a:t>23</a:t>
            </a:fld>
            <a:endParaRPr lang="en-US"/>
          </a:p>
        </p:txBody>
      </p:sp>
    </p:spTree>
    <p:extLst>
      <p:ext uri="{BB962C8B-B14F-4D97-AF65-F5344CB8AC3E}">
        <p14:creationId xmlns:p14="http://schemas.microsoft.com/office/powerpoint/2010/main" val="4037344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s-ES_tradnl"/>
          </a:p>
        </p:txBody>
      </p:sp>
      <p:sp>
        <p:nvSpPr>
          <p:cNvPr id="3" name="Notes Placeholder 2"/>
          <p:cNvSpPr>
            <a:spLocks noGrp="1"/>
          </p:cNvSpPr>
          <p:nvPr>
            <p:ph type="body" sz="quarter" idx="3"/>
          </p:nvPr>
        </p:nvSpPr>
        <p:spPr/>
        <p:txBody>
          <a:bodyPr/>
          <a:lstStyle/>
          <a:p>
            <a:r>
              <a:rPr lang="es-419"/>
              <a:t>Sander presents this slide </a:t>
            </a:r>
          </a:p>
        </p:txBody>
      </p:sp>
      <p:sp>
        <p:nvSpPr>
          <p:cNvPr id="4" name="Slide Number Placeholder 3"/>
          <p:cNvSpPr>
            <a:spLocks noGrp="1"/>
          </p:cNvSpPr>
          <p:nvPr>
            <p:ph type="sldNum" sz="quarter" idx="5"/>
          </p:nvPr>
        </p:nvSpPr>
        <p:spPr/>
        <p:txBody>
          <a:bodyPr/>
          <a:lstStyle/>
          <a:p>
            <a:endParaRPr lang="es-ES_tradn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4ED4-4F90-EC26-9005-71DACD595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12048-4107-28BB-DC69-69CDA42ABA8E}"/>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DAC78E5F-C07D-8A1E-F84F-08B2B4EFD9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a:t>Rolo presents this slide</a:t>
            </a:r>
          </a:p>
          <a:p>
            <a:endParaRPr/>
          </a:p>
        </p:txBody>
      </p:sp>
      <p:sp>
        <p:nvSpPr>
          <p:cNvPr id="4" name="Slide Number Placeholder 3">
            <a:extLst>
              <a:ext uri="{FF2B5EF4-FFF2-40B4-BE49-F238E27FC236}">
                <a16:creationId xmlns:a16="http://schemas.microsoft.com/office/drawing/2014/main" id="{3BA4E60C-9B80-2D86-0815-A60F1383D486}"/>
              </a:ext>
            </a:extLst>
          </p:cNvPr>
          <p:cNvSpPr>
            <a:spLocks noGrp="1"/>
          </p:cNvSpPr>
          <p:nvPr>
            <p:ph type="sldNum" sz="quarter" idx="5"/>
          </p:nvPr>
        </p:nvSpPr>
        <p:spPr/>
        <p:txBody>
          <a:bodyPr/>
          <a:lstStyle/>
          <a:p>
            <a:fld id="{ADA542AA-6AEA-2945-9E92-C40FFBC9F9C3}" type="slidenum">
              <a:rPr lang="en-US" smtClean="0"/>
              <a:t>25</a:t>
            </a:fld>
            <a:endParaRPr lang="en-US"/>
          </a:p>
        </p:txBody>
      </p:sp>
    </p:spTree>
    <p:extLst>
      <p:ext uri="{BB962C8B-B14F-4D97-AF65-F5344CB8AC3E}">
        <p14:creationId xmlns:p14="http://schemas.microsoft.com/office/powerpoint/2010/main" val="3114946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812E6-CD6F-AA17-D98C-1F414DDB5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E7689-FA58-6C81-9E9B-1E04463D4DC9}"/>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32271245-F341-0512-2C6A-9710B0904702}"/>
              </a:ext>
            </a:extLst>
          </p:cNvPr>
          <p:cNvSpPr>
            <a:spLocks noGrp="1"/>
          </p:cNvSpPr>
          <p:nvPr>
            <p:ph type="body" idx="1"/>
          </p:nvPr>
        </p:nvSpPr>
        <p:spPr/>
        <p:txBody>
          <a:bodyPr/>
          <a:lstStyle/>
          <a:p>
            <a:r>
              <a:rPr lang="es-419"/>
              <a:t>Sander presents this</a:t>
            </a:r>
            <a:endParaRPr/>
          </a:p>
        </p:txBody>
      </p:sp>
      <p:sp>
        <p:nvSpPr>
          <p:cNvPr id="4" name="Slide Number Placeholder 3">
            <a:extLst>
              <a:ext uri="{FF2B5EF4-FFF2-40B4-BE49-F238E27FC236}">
                <a16:creationId xmlns:a16="http://schemas.microsoft.com/office/drawing/2014/main" id="{71FD7D08-CF17-C622-238D-EDC14F0F64C8}"/>
              </a:ext>
            </a:extLst>
          </p:cNvPr>
          <p:cNvSpPr>
            <a:spLocks noGrp="1"/>
          </p:cNvSpPr>
          <p:nvPr>
            <p:ph type="sldNum" sz="quarter" idx="5"/>
          </p:nvPr>
        </p:nvSpPr>
        <p:spPr/>
        <p:txBody>
          <a:bodyPr/>
          <a:lstStyle/>
          <a:p>
            <a:fld id="{ADA542AA-6AEA-2945-9E92-C40FFBC9F9C3}" type="slidenum">
              <a:rPr lang="en-US" smtClean="0"/>
              <a:t>26</a:t>
            </a:fld>
            <a:endParaRPr lang="en-US"/>
          </a:p>
        </p:txBody>
      </p:sp>
    </p:spTree>
    <p:extLst>
      <p:ext uri="{BB962C8B-B14F-4D97-AF65-F5344CB8AC3E}">
        <p14:creationId xmlns:p14="http://schemas.microsoft.com/office/powerpoint/2010/main" val="9401025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4AE0-1F41-448E-7251-5BB73A307D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B8A9E-6B62-45BE-947D-27289E8D8078}"/>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7C71AE80-3D71-BD1B-CD53-F5C4BA9928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a:t>Rolo presents this slide</a:t>
            </a:r>
          </a:p>
          <a:p>
            <a:endParaRPr/>
          </a:p>
        </p:txBody>
      </p:sp>
      <p:sp>
        <p:nvSpPr>
          <p:cNvPr id="4" name="Slide Number Placeholder 3">
            <a:extLst>
              <a:ext uri="{FF2B5EF4-FFF2-40B4-BE49-F238E27FC236}">
                <a16:creationId xmlns:a16="http://schemas.microsoft.com/office/drawing/2014/main" id="{2123454B-F3F3-0BA3-432D-66E14E46B951}"/>
              </a:ext>
            </a:extLst>
          </p:cNvPr>
          <p:cNvSpPr>
            <a:spLocks noGrp="1"/>
          </p:cNvSpPr>
          <p:nvPr>
            <p:ph type="sldNum" sz="quarter" idx="5"/>
          </p:nvPr>
        </p:nvSpPr>
        <p:spPr/>
        <p:txBody>
          <a:bodyPr/>
          <a:lstStyle/>
          <a:p>
            <a:fld id="{ADA542AA-6AEA-2945-9E92-C40FFBC9F9C3}" type="slidenum">
              <a:rPr lang="en-US" smtClean="0"/>
              <a:t>27</a:t>
            </a:fld>
            <a:endParaRPr lang="en-US"/>
          </a:p>
        </p:txBody>
      </p:sp>
    </p:spTree>
    <p:extLst>
      <p:ext uri="{BB962C8B-B14F-4D97-AF65-F5344CB8AC3E}">
        <p14:creationId xmlns:p14="http://schemas.microsoft.com/office/powerpoint/2010/main" val="3996415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6CAF30F-ECD7-6140-BA75-5BF5B9841C3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61364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6CAF30F-ECD7-6140-BA75-5BF5B9841C3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8210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BA093-71DF-6EF8-15F4-25F67ED0E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3A187-CBAE-155C-2374-BDEC3693B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A45E0-8069-9907-ECD6-EBCD6FBE0D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D19B7C-80AD-2662-7FE0-75FD6E4E3C3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6CAF30F-ECD7-6140-BA75-5BF5B9841C3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12348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021F5-39BC-6A67-9774-74233A956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D8821-E198-6E66-0B2F-C751A5A5C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18228-EFED-3DC8-5564-4305F5AE45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5DABED-8AE0-A53F-E3AB-90FED84D9D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4DDAFC-B044-5B40-A755-A8D8127E285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99402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FBCEC-45FC-49CC-EBCB-897333588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0B8E7-3744-EE79-53FF-9BD259B5C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DF6F8-A3DC-6732-9FA6-CB520EC8E03F}"/>
              </a:ext>
            </a:extLst>
          </p:cNvPr>
          <p:cNvSpPr>
            <a:spLocks noGrp="1"/>
          </p:cNvSpPr>
          <p:nvPr>
            <p:ph type="body" idx="1"/>
          </p:nvPr>
        </p:nvSpPr>
        <p:spPr/>
        <p:txBody>
          <a:bodyPr/>
          <a:lstStyle/>
          <a:p>
            <a:r>
              <a:rPr lang="en-US"/>
              <a:t>J</a:t>
            </a:r>
          </a:p>
        </p:txBody>
      </p:sp>
      <p:sp>
        <p:nvSpPr>
          <p:cNvPr id="4" name="Slide Number Placeholder 3">
            <a:extLst>
              <a:ext uri="{FF2B5EF4-FFF2-40B4-BE49-F238E27FC236}">
                <a16:creationId xmlns:a16="http://schemas.microsoft.com/office/drawing/2014/main" id="{96DA27F8-DA0D-EDA6-07D2-1703C480348C}"/>
              </a:ext>
            </a:extLst>
          </p:cNvPr>
          <p:cNvSpPr>
            <a:spLocks noGrp="1"/>
          </p:cNvSpPr>
          <p:nvPr>
            <p:ph type="sldNum" sz="quarter" idx="5"/>
          </p:nvPr>
        </p:nvSpPr>
        <p:spPr/>
        <p:txBody>
          <a:bodyPr/>
          <a:lstStyle/>
          <a:p>
            <a:fld id="{ADA542AA-6AEA-2945-9E92-C40FFBC9F9C3}" type="slidenum">
              <a:rPr lang="en-US" smtClean="0"/>
              <a:t>39</a:t>
            </a:fld>
            <a:endParaRPr lang="en-US"/>
          </a:p>
        </p:txBody>
      </p:sp>
    </p:spTree>
    <p:extLst>
      <p:ext uri="{BB962C8B-B14F-4D97-AF65-F5344CB8AC3E}">
        <p14:creationId xmlns:p14="http://schemas.microsoft.com/office/powerpoint/2010/main" val="3357281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Master" Target="../slideMasters/slideMaster5.xml"/><Relationship Id="rId4" Type="http://schemas.openxmlformats.org/officeDocument/2006/relationships/image" Target="../media/image2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Master" Target="../slideMasters/slideMaster5.xml"/><Relationship Id="rId4" Type="http://schemas.openxmlformats.org/officeDocument/2006/relationships/image" Target="../media/image18.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Master" Target="../slideMasters/slideMaster5.xml"/><Relationship Id="rId4" Type="http://schemas.openxmlformats.org/officeDocument/2006/relationships/image" Target="../media/image32.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Master" Target="../slideMasters/slideMaster5.xml"/><Relationship Id="rId4"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5.svg"/><Relationship Id="rId1" Type="http://schemas.openxmlformats.org/officeDocument/2006/relationships/slideMaster" Target="../slideMasters/slideMaster5.xml"/><Relationship Id="rId4" Type="http://schemas.openxmlformats.org/officeDocument/2006/relationships/image" Target="../media/image36.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7.svg"/><Relationship Id="rId1" Type="http://schemas.openxmlformats.org/officeDocument/2006/relationships/slideMaster" Target="../slideMasters/slideMaster5.xml"/><Relationship Id="rId4" Type="http://schemas.openxmlformats.org/officeDocument/2006/relationships/image" Target="../media/image36.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7" y="1282"/>
            <a:ext cx="12190392" cy="6856718"/>
          </a:xfrm>
          <a:prstGeom prst="rect">
            <a:avLst/>
          </a:prstGeom>
        </p:spPr>
      </p:pic>
      <p:sp>
        <p:nvSpPr>
          <p:cNvPr id="5" name="Freeform 4">
            <a:extLst>
              <a:ext uri="{FF2B5EF4-FFF2-40B4-BE49-F238E27FC236}">
                <a16:creationId xmlns:a16="http://schemas.microsoft.com/office/drawing/2014/main" id="{9824B4D0-3F04-527C-43B1-68125C8FEC97}"/>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rgbClr val="F4F3F0"/>
          </a:solidFill>
          <a:ln w="18551" cap="flat">
            <a:noFill/>
            <a:prstDash val="solid"/>
            <a:miter/>
          </a:ln>
        </p:spPr>
        <p:txBody>
          <a:bodyPr wrap="square" rtlCol="0" anchor="ctr">
            <a:noAutofit/>
          </a:bodyPr>
          <a:lstStyle/>
          <a:p>
            <a:endParaRPr lang="en-US"/>
          </a:p>
        </p:txBody>
      </p:sp>
      <p:pic>
        <p:nvPicPr>
          <p:cNvPr id="7" name="Graphic 6">
            <a:extLst>
              <a:ext uri="{FF2B5EF4-FFF2-40B4-BE49-F238E27FC236}">
                <a16:creationId xmlns:a16="http://schemas.microsoft.com/office/drawing/2014/main" id="{F4813871-4B64-2E2B-1726-57D9E85038EB}"/>
              </a:ext>
            </a:extLst>
          </p:cNvPr>
          <p:cNvPicPr>
            <a:picLocks noChangeAspect="1"/>
          </p:cNvPicPr>
          <p:nvPr userDrawn="1"/>
        </p:nvPicPr>
        <p:blipFill>
          <a:blip>
            <a:alphaModFix/>
            <a:extLst>
              <a:ext uri="{96DAC541-7B7A-43D3-8B79-37D633B846F1}">
                <asvg:svgBlip xmlns:asvg="http://schemas.microsoft.com/office/drawing/2016/SVG/main" r:embed="rId3"/>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pic>
        <p:nvPicPr>
          <p:cNvPr id="20" name="Graphic 19">
            <a:extLst>
              <a:ext uri="{FF2B5EF4-FFF2-40B4-BE49-F238E27FC236}">
                <a16:creationId xmlns:a16="http://schemas.microsoft.com/office/drawing/2014/main" id="{ADDC5D70-8B52-7642-4FF8-A49BF00C7F0C}"/>
              </a:ext>
            </a:extLst>
          </p:cNvPr>
          <p:cNvPicPr>
            <a:picLocks noChangeAspect="1"/>
          </p:cNvPicPr>
          <p:nvPr userDrawn="1"/>
        </p:nvPicPr>
        <p:blipFill>
          <a:blip>
            <a:extLst>
              <a:ext uri="{96DAC541-7B7A-43D3-8B79-37D633B846F1}">
                <asvg:svgBlip xmlns:asvg="http://schemas.microsoft.com/office/drawing/2016/SVG/main" r:embed="rId4"/>
              </a:ext>
            </a:extLst>
          </a:blip>
          <a:srcRect t="27759" r="85778" b="22482"/>
          <a:stretch>
            <a:fillRect/>
          </a:stretch>
        </p:blipFill>
        <p:spPr>
          <a:xfrm>
            <a:off x="-1712916" y="1875409"/>
            <a:ext cx="1116568" cy="3475849"/>
          </a:xfrm>
          <a:custGeom>
            <a:avLst/>
            <a:gdLst>
              <a:gd name="connsiteX0" fmla="*/ 0 w 1116568"/>
              <a:gd name="connsiteY0" fmla="*/ 0 h 3475849"/>
              <a:gd name="connsiteX1" fmla="*/ 1116568 w 1116568"/>
              <a:gd name="connsiteY1" fmla="*/ 0 h 3475849"/>
              <a:gd name="connsiteX2" fmla="*/ 1116568 w 1116568"/>
              <a:gd name="connsiteY2" fmla="*/ 3475849 h 3475849"/>
              <a:gd name="connsiteX3" fmla="*/ 0 w 1116568"/>
              <a:gd name="connsiteY3" fmla="*/ 3475849 h 3475849"/>
              <a:gd name="connsiteX4" fmla="*/ 0 w 1116568"/>
              <a:gd name="connsiteY4" fmla="*/ 0 h 3475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68" h="3475849">
                <a:moveTo>
                  <a:pt x="0" y="0"/>
                </a:moveTo>
                <a:lnTo>
                  <a:pt x="1116568" y="0"/>
                </a:lnTo>
                <a:lnTo>
                  <a:pt x="1116568" y="3475849"/>
                </a:lnTo>
                <a:lnTo>
                  <a:pt x="0" y="3475849"/>
                </a:lnTo>
                <a:lnTo>
                  <a:pt x="0" y="0"/>
                </a:lnTo>
                <a:close/>
              </a:path>
            </a:pathLst>
          </a:custGeom>
        </p:spPr>
      </p:pic>
      <p:sp>
        <p:nvSpPr>
          <p:cNvPr id="13" name="Rectangle 12">
            <a:extLst>
              <a:ext uri="{FF2B5EF4-FFF2-40B4-BE49-F238E27FC236}">
                <a16:creationId xmlns:a16="http://schemas.microsoft.com/office/drawing/2014/main" id="{945A8390-3C53-AD0A-5BF0-0037A2F28F61}"/>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bg2"/>
                </a:solidFill>
                <a:latin typeface="Montserrat" pitchFamily="2" charset="77"/>
                <a:cs typeface="Calibri"/>
              </a:rPr>
              <a:t>Blend360.com</a:t>
            </a:r>
          </a:p>
        </p:txBody>
      </p:sp>
      <p:sp>
        <p:nvSpPr>
          <p:cNvPr id="9" name="Title 5">
            <a:extLst>
              <a:ext uri="{FF2B5EF4-FFF2-40B4-BE49-F238E27FC236}">
                <a16:creationId xmlns:a16="http://schemas.microsoft.com/office/drawing/2014/main" id="{AF0CC83D-63AE-2502-5128-2F717942A24C}"/>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1"/>
                </a:solidFill>
                <a:latin typeface="+mj-lt"/>
              </a:defRPr>
            </a:lvl1pPr>
          </a:lstStyle>
          <a:p>
            <a:r>
              <a:rPr lang="en-US"/>
              <a:t>Click to </a:t>
            </a:r>
            <a:br>
              <a:rPr lang="en-US"/>
            </a:br>
            <a:r>
              <a:rPr lang="en-US"/>
              <a:t>Add Title</a:t>
            </a:r>
          </a:p>
        </p:txBody>
      </p:sp>
      <p:sp>
        <p:nvSpPr>
          <p:cNvPr id="10" name="Text Placeholder 26">
            <a:extLst>
              <a:ext uri="{FF2B5EF4-FFF2-40B4-BE49-F238E27FC236}">
                <a16:creationId xmlns:a16="http://schemas.microsoft.com/office/drawing/2014/main" id="{1FFE1526-E410-439E-E218-F6B43F9975C7}"/>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1"/>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14" name="Picture Placeholder 1">
            <a:extLst>
              <a:ext uri="{FF2B5EF4-FFF2-40B4-BE49-F238E27FC236}">
                <a16:creationId xmlns:a16="http://schemas.microsoft.com/office/drawing/2014/main" id="{F8A4B0EB-F0B3-9B89-8AE7-CC98DCEE6AD4}"/>
              </a:ext>
            </a:extLst>
          </p:cNvPr>
          <p:cNvSpPr>
            <a:spLocks noGrp="1"/>
          </p:cNvSpPr>
          <p:nvPr>
            <p:ph type="pic" sz="quarter" idx="11" hasCustomPrompt="1"/>
          </p:nvPr>
        </p:nvSpPr>
        <p:spPr>
          <a:xfrm>
            <a:off x="2409340" y="-2871"/>
            <a:ext cx="9782660"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tx1">
              <a:alpha val="30000"/>
            </a:schemeClr>
          </a:solidFill>
        </p:spPr>
        <p:txBody>
          <a:bodyPr wrap="square" tIns="182880" rIns="274320">
            <a:noAutofit/>
          </a:bodyPr>
          <a:lstStyle>
            <a:lvl1pPr marL="0" indent="0" algn="r">
              <a:buNone/>
              <a:defRPr>
                <a:solidFill>
                  <a:schemeClr val="accent1"/>
                </a:solidFill>
              </a:defRPr>
            </a:lvl1pPr>
          </a:lstStyle>
          <a:p>
            <a:r>
              <a:rPr lang="en-US"/>
              <a:t>Click Icon to Change Image</a:t>
            </a:r>
          </a:p>
        </p:txBody>
      </p:sp>
    </p:spTree>
    <p:extLst>
      <p:ext uri="{BB962C8B-B14F-4D97-AF65-F5344CB8AC3E}">
        <p14:creationId xmlns:p14="http://schemas.microsoft.com/office/powerpoint/2010/main" val="340153099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ver">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7" y="1282"/>
            <a:ext cx="12190392" cy="6856718"/>
          </a:xfrm>
          <a:prstGeom prst="rect">
            <a:avLst/>
          </a:prstGeom>
        </p:spPr>
      </p:pic>
      <p:pic>
        <p:nvPicPr>
          <p:cNvPr id="4" name="Picture Placeholder 14">
            <a:extLst>
              <a:ext uri="{FF2B5EF4-FFF2-40B4-BE49-F238E27FC236}">
                <a16:creationId xmlns:a16="http://schemas.microsoft.com/office/drawing/2014/main" id="{CD5DAB76-97E3-F0D4-BBD6-829CC34706A0}"/>
              </a:ext>
            </a:extLst>
          </p:cNvPr>
          <p:cNvPicPr>
            <a:picLocks noChangeAspect="1"/>
          </p:cNvPicPr>
          <p:nvPr userDrawn="1"/>
        </p:nvPicPr>
        <p:blipFill>
          <a:blip r:embed="rId3">
            <a:extLst>
              <a:ext uri="{28A0092B-C50C-407E-A947-70E740481C1C}">
                <a14:useLocalDpi xmlns:a14="http://schemas.microsoft.com/office/drawing/2010/main" val="0"/>
              </a:ext>
            </a:extLst>
          </a:blip>
          <a:srcRect l="33403" t="8656" r="12569" b="8301"/>
          <a:stretch/>
        </p:blipFill>
        <p:spPr>
          <a:xfrm>
            <a:off x="2397125" y="-3176"/>
            <a:ext cx="9794875" cy="6861175"/>
          </a:xfrm>
          <a:prstGeom prst="rect">
            <a:avLst/>
          </a:prstGeom>
        </p:spPr>
      </p:pic>
      <p:sp>
        <p:nvSpPr>
          <p:cNvPr id="7" name="Freeform 6">
            <a:extLst>
              <a:ext uri="{FF2B5EF4-FFF2-40B4-BE49-F238E27FC236}">
                <a16:creationId xmlns:a16="http://schemas.microsoft.com/office/drawing/2014/main" id="{4F0ECEDF-D9DE-7592-0B71-357D70E3A878}"/>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1"/>
          </a:solidFill>
          <a:ln w="18551" cap="flat">
            <a:noFill/>
            <a:prstDash val="solid"/>
            <a:miter/>
          </a:ln>
        </p:spPr>
        <p:txBody>
          <a:bodyPr wrap="square" rtlCol="0" anchor="ctr">
            <a:noAutofit/>
          </a:bodyPr>
          <a:lstStyle/>
          <a:p>
            <a:endParaRPr lang="en-US"/>
          </a:p>
        </p:txBody>
      </p:sp>
      <p:pic>
        <p:nvPicPr>
          <p:cNvPr id="8" name="Graphic 7">
            <a:extLst>
              <a:ext uri="{FF2B5EF4-FFF2-40B4-BE49-F238E27FC236}">
                <a16:creationId xmlns:a16="http://schemas.microsoft.com/office/drawing/2014/main" id="{2DF8C957-9870-23A2-6547-7A2EF8BBBD34}"/>
              </a:ext>
            </a:extLst>
          </p:cNvPr>
          <p:cNvPicPr>
            <a:picLocks noChangeAspect="1"/>
          </p:cNvPicPr>
          <p:nvPr userDrawn="1"/>
        </p:nvPicPr>
        <p:blipFill>
          <a:blip>
            <a:alphaModFix/>
            <a:extLst>
              <a:ext uri="{96DAC541-7B7A-43D3-8B79-37D633B846F1}">
                <asvg:svgBlip xmlns:asvg="http://schemas.microsoft.com/office/drawing/2016/SVG/main" r:embed="rId4"/>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10" name="Rectangle 9">
            <a:extLst>
              <a:ext uri="{FF2B5EF4-FFF2-40B4-BE49-F238E27FC236}">
                <a16:creationId xmlns:a16="http://schemas.microsoft.com/office/drawing/2014/main" id="{00E27D6B-61FE-5F68-1547-0B40A6BC1C37}"/>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itchFamily="2" charset="77"/>
                <a:cs typeface="Calibri"/>
              </a:rPr>
              <a:t>Blend360.com</a:t>
            </a:r>
          </a:p>
        </p:txBody>
      </p:sp>
      <p:sp>
        <p:nvSpPr>
          <p:cNvPr id="13" name="Title 5">
            <a:extLst>
              <a:ext uri="{FF2B5EF4-FFF2-40B4-BE49-F238E27FC236}">
                <a16:creationId xmlns:a16="http://schemas.microsoft.com/office/drawing/2014/main" id="{942BD3F2-20FE-A752-BB0F-C3D3EE77ABCE}"/>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4" name="Text Placeholder 26">
            <a:extLst>
              <a:ext uri="{FF2B5EF4-FFF2-40B4-BE49-F238E27FC236}">
                <a16:creationId xmlns:a16="http://schemas.microsoft.com/office/drawing/2014/main" id="{393A01BC-161A-DC05-237F-91FE8D6F1B27}"/>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2"/>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6" name="Picture Placeholder 1">
            <a:extLst>
              <a:ext uri="{FF2B5EF4-FFF2-40B4-BE49-F238E27FC236}">
                <a16:creationId xmlns:a16="http://schemas.microsoft.com/office/drawing/2014/main" id="{A40F679D-95A9-C697-E711-F2455CB627A1}"/>
              </a:ext>
            </a:extLst>
          </p:cNvPr>
          <p:cNvSpPr>
            <a:spLocks noGrp="1"/>
          </p:cNvSpPr>
          <p:nvPr>
            <p:ph type="pic" sz="quarter" idx="11" hasCustomPrompt="1"/>
          </p:nvPr>
        </p:nvSpPr>
        <p:spPr>
          <a:xfrm>
            <a:off x="2397125" y="-2871"/>
            <a:ext cx="9782660" cy="685958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1">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17883168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in a room&#10;&#10;Description automatically generated">
            <a:extLst>
              <a:ext uri="{FF2B5EF4-FFF2-40B4-BE49-F238E27FC236}">
                <a16:creationId xmlns:a16="http://schemas.microsoft.com/office/drawing/2014/main" id="{02568DE0-2EFE-5681-F61E-7A21E8E9DF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426" t="27297" r="8576" b="39293"/>
          <a:stretch/>
        </p:blipFill>
        <p:spPr>
          <a:xfrm>
            <a:off x="-3227" y="1282"/>
            <a:ext cx="12190392" cy="6856718"/>
          </a:xfrm>
          <a:prstGeom prst="rect">
            <a:avLst/>
          </a:prstGeom>
        </p:spPr>
      </p:pic>
      <p:pic>
        <p:nvPicPr>
          <p:cNvPr id="5" name="Picture Placeholder 9" descr="A silhouette of a person&#10;&#10;AI-generated content may be incorrect.">
            <a:extLst>
              <a:ext uri="{FF2B5EF4-FFF2-40B4-BE49-F238E27FC236}">
                <a16:creationId xmlns:a16="http://schemas.microsoft.com/office/drawing/2014/main" id="{93867D1A-D104-D4EA-9830-F10058F0A14F}"/>
              </a:ext>
            </a:extLst>
          </p:cNvPr>
          <p:cNvPicPr>
            <a:picLocks noChangeAspect="1"/>
          </p:cNvPicPr>
          <p:nvPr userDrawn="1"/>
        </p:nvPicPr>
        <p:blipFill>
          <a:blip r:embed="rId3"/>
          <a:srcRect l="10030" r="10030"/>
          <a:stretch>
            <a:fillRect/>
          </a:stretch>
        </p:blipFill>
        <p:spPr>
          <a:xfrm>
            <a:off x="2409340" y="-2871"/>
            <a:ext cx="9782660" cy="6857999"/>
          </a:xfrm>
          <a:prstGeom prst="rect">
            <a:avLst/>
          </a:prstGeom>
        </p:spPr>
      </p:pic>
      <p:sp>
        <p:nvSpPr>
          <p:cNvPr id="7" name="Freeform 6">
            <a:extLst>
              <a:ext uri="{FF2B5EF4-FFF2-40B4-BE49-F238E27FC236}">
                <a16:creationId xmlns:a16="http://schemas.microsoft.com/office/drawing/2014/main" id="{CAC9F694-333A-C16E-CF57-6D7A716C8CB3}"/>
              </a:ext>
            </a:extLst>
          </p:cNvPr>
          <p:cNvSpPr/>
          <p:nvPr userDrawn="1"/>
        </p:nvSpPr>
        <p:spPr>
          <a:xfrm>
            <a:off x="0" y="-2871"/>
            <a:ext cx="5705115" cy="6860871"/>
          </a:xfrm>
          <a:custGeom>
            <a:avLst/>
            <a:gdLst>
              <a:gd name="connsiteX0" fmla="*/ 0 w 5705115"/>
              <a:gd name="connsiteY0" fmla="*/ 0 h 6858000"/>
              <a:gd name="connsiteX1" fmla="*/ 2409340 w 5705115"/>
              <a:gd name="connsiteY1" fmla="*/ 0 h 6858000"/>
              <a:gd name="connsiteX2" fmla="*/ 2718032 w 5705115"/>
              <a:gd name="connsiteY2" fmla="*/ 71374 h 6858000"/>
              <a:gd name="connsiteX3" fmla="*/ 3654066 w 5705115"/>
              <a:gd name="connsiteY3" fmla="*/ 365294 h 6858000"/>
              <a:gd name="connsiteX4" fmla="*/ 5064928 w 5705115"/>
              <a:gd name="connsiteY4" fmla="*/ 1165627 h 6858000"/>
              <a:gd name="connsiteX5" fmla="*/ 5654627 w 5705115"/>
              <a:gd name="connsiteY5" fmla="*/ 2311318 h 6858000"/>
              <a:gd name="connsiteX6" fmla="*/ 5654627 w 5705115"/>
              <a:gd name="connsiteY6" fmla="*/ 2311689 h 6858000"/>
              <a:gd name="connsiteX7" fmla="*/ 5705115 w 5705115"/>
              <a:gd name="connsiteY7" fmla="*/ 4538896 h 6858000"/>
              <a:gd name="connsiteX8" fmla="*/ 5705115 w 5705115"/>
              <a:gd name="connsiteY8" fmla="*/ 4542605 h 6858000"/>
              <a:gd name="connsiteX9" fmla="*/ 5115415 w 5705115"/>
              <a:gd name="connsiteY9" fmla="*/ 5692933 h 6858000"/>
              <a:gd name="connsiteX10" fmla="*/ 3704553 w 5705115"/>
              <a:gd name="connsiteY10" fmla="*/ 6493266 h 6858000"/>
              <a:gd name="connsiteX11" fmla="*/ 2768519 w 5705115"/>
              <a:gd name="connsiteY11" fmla="*/ 6787021 h 6858000"/>
              <a:gd name="connsiteX12" fmla="*/ 2461298 w 5705115"/>
              <a:gd name="connsiteY12" fmla="*/ 6858000 h 6858000"/>
              <a:gd name="connsiteX13" fmla="*/ 0 w 5705115"/>
              <a:gd name="connsiteY13" fmla="*/ 6858000 h 6858000"/>
              <a:gd name="connsiteX14" fmla="*/ 0 w 5705115"/>
              <a:gd name="connsiteY1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05115" h="6858000">
                <a:moveTo>
                  <a:pt x="0" y="0"/>
                </a:moveTo>
                <a:lnTo>
                  <a:pt x="2409340" y="0"/>
                </a:lnTo>
                <a:lnTo>
                  <a:pt x="2718032" y="71374"/>
                </a:lnTo>
                <a:cubicBezTo>
                  <a:pt x="3053230" y="157560"/>
                  <a:pt x="3366641" y="256002"/>
                  <a:pt x="3654066" y="365294"/>
                </a:cubicBezTo>
                <a:cubicBezTo>
                  <a:pt x="4227802" y="583415"/>
                  <a:pt x="4715043" y="851243"/>
                  <a:pt x="5064928" y="1165627"/>
                </a:cubicBezTo>
                <a:cubicBezTo>
                  <a:pt x="5413513" y="1478897"/>
                  <a:pt x="5653143" y="1865431"/>
                  <a:pt x="5654627" y="2311318"/>
                </a:cubicBezTo>
                <a:lnTo>
                  <a:pt x="5654627" y="2311689"/>
                </a:lnTo>
                <a:lnTo>
                  <a:pt x="5705115" y="4538896"/>
                </a:lnTo>
                <a:lnTo>
                  <a:pt x="5705115" y="4542605"/>
                </a:lnTo>
                <a:cubicBezTo>
                  <a:pt x="5705115" y="4990532"/>
                  <a:pt x="5465115" y="5378549"/>
                  <a:pt x="5115415" y="5692933"/>
                </a:cubicBezTo>
                <a:cubicBezTo>
                  <a:pt x="4765531" y="6007316"/>
                  <a:pt x="4278290" y="6275145"/>
                  <a:pt x="3704553" y="6493266"/>
                </a:cubicBezTo>
                <a:cubicBezTo>
                  <a:pt x="3417128" y="6602512"/>
                  <a:pt x="3103717" y="6700896"/>
                  <a:pt x="2768519" y="6787021"/>
                </a:cubicBezTo>
                <a:lnTo>
                  <a:pt x="2461298" y="6858000"/>
                </a:lnTo>
                <a:lnTo>
                  <a:pt x="0" y="6858000"/>
                </a:lnTo>
                <a:lnTo>
                  <a:pt x="0" y="0"/>
                </a:lnTo>
                <a:close/>
              </a:path>
            </a:pathLst>
          </a:custGeom>
          <a:solidFill>
            <a:schemeClr val="accent4"/>
          </a:solidFill>
          <a:ln w="18551" cap="flat">
            <a:noFill/>
            <a:prstDash val="solid"/>
            <a:miter/>
          </a:ln>
        </p:spPr>
        <p:txBody>
          <a:bodyPr wrap="square" rtlCol="0" anchor="ctr">
            <a:noAutofit/>
          </a:bodyPr>
          <a:lstStyle/>
          <a:p>
            <a:endParaRPr lang="en-US"/>
          </a:p>
        </p:txBody>
      </p:sp>
      <p:pic>
        <p:nvPicPr>
          <p:cNvPr id="8" name="Graphic 7">
            <a:extLst>
              <a:ext uri="{FF2B5EF4-FFF2-40B4-BE49-F238E27FC236}">
                <a16:creationId xmlns:a16="http://schemas.microsoft.com/office/drawing/2014/main" id="{94DC2324-9991-A207-6E60-CF2B3506C527}"/>
              </a:ext>
            </a:extLst>
          </p:cNvPr>
          <p:cNvPicPr>
            <a:picLocks noChangeAspect="1"/>
          </p:cNvPicPr>
          <p:nvPr userDrawn="1"/>
        </p:nvPicPr>
        <p:blipFill>
          <a:blip>
            <a:alphaModFix/>
            <a:extLst>
              <a:ext uri="{96DAC541-7B7A-43D3-8B79-37D633B846F1}">
                <asvg:svgBlip xmlns:asvg="http://schemas.microsoft.com/office/drawing/2016/SVG/main" r:embed="rId4"/>
              </a:ext>
            </a:extLst>
          </a:blip>
          <a:srcRect/>
          <a:stretch>
            <a:fillRect/>
          </a:stretch>
        </p:blipFill>
        <p:spPr>
          <a:xfrm>
            <a:off x="-2403843" y="-63667"/>
            <a:ext cx="7850722" cy="6985334"/>
          </a:xfrm>
          <a:custGeom>
            <a:avLst/>
            <a:gdLst>
              <a:gd name="connsiteX0" fmla="*/ 0 w 7850722"/>
              <a:gd name="connsiteY0" fmla="*/ 1939075 h 6985334"/>
              <a:gd name="connsiteX1" fmla="*/ 375594 w 7850722"/>
              <a:gd name="connsiteY1" fmla="*/ 1939075 h 6985334"/>
              <a:gd name="connsiteX2" fmla="*/ 375594 w 7850722"/>
              <a:gd name="connsiteY2" fmla="*/ 5414924 h 6985334"/>
              <a:gd name="connsiteX3" fmla="*/ 0 w 7850722"/>
              <a:gd name="connsiteY3" fmla="*/ 5414924 h 6985334"/>
              <a:gd name="connsiteX4" fmla="*/ 2400615 w 7850722"/>
              <a:gd name="connsiteY4" fmla="*/ 0 h 6985334"/>
              <a:gd name="connsiteX5" fmla="*/ 7850722 w 7850722"/>
              <a:gd name="connsiteY5" fmla="*/ 0 h 6985334"/>
              <a:gd name="connsiteX6" fmla="*/ 7850722 w 7850722"/>
              <a:gd name="connsiteY6" fmla="*/ 6985334 h 6985334"/>
              <a:gd name="connsiteX7" fmla="*/ 2400615 w 7850722"/>
              <a:gd name="connsiteY7" fmla="*/ 6985334 h 6985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0722" h="6985334">
                <a:moveTo>
                  <a:pt x="0" y="1939075"/>
                </a:moveTo>
                <a:lnTo>
                  <a:pt x="375594" y="1939075"/>
                </a:lnTo>
                <a:lnTo>
                  <a:pt x="375594" y="5414924"/>
                </a:lnTo>
                <a:lnTo>
                  <a:pt x="0" y="5414924"/>
                </a:lnTo>
                <a:close/>
                <a:moveTo>
                  <a:pt x="2400615" y="0"/>
                </a:moveTo>
                <a:lnTo>
                  <a:pt x="7850722" y="0"/>
                </a:lnTo>
                <a:lnTo>
                  <a:pt x="7850722" y="6985334"/>
                </a:lnTo>
                <a:lnTo>
                  <a:pt x="2400615" y="6985334"/>
                </a:lnTo>
                <a:close/>
              </a:path>
            </a:pathLst>
          </a:custGeom>
        </p:spPr>
      </p:pic>
      <p:sp>
        <p:nvSpPr>
          <p:cNvPr id="20" name="Rectangle 19">
            <a:extLst>
              <a:ext uri="{FF2B5EF4-FFF2-40B4-BE49-F238E27FC236}">
                <a16:creationId xmlns:a16="http://schemas.microsoft.com/office/drawing/2014/main" id="{76800973-7376-3714-5B15-81DFB3BB791D}"/>
              </a:ext>
            </a:extLst>
          </p:cNvPr>
          <p:cNvSpPr/>
          <p:nvPr userDrawn="1"/>
        </p:nvSpPr>
        <p:spPr>
          <a:xfrm>
            <a:off x="804132" y="5972428"/>
            <a:ext cx="1522535" cy="246221"/>
          </a:xfrm>
          <a:prstGeom prst="rect">
            <a:avLst/>
          </a:prstGeom>
        </p:spPr>
        <p:txBody>
          <a:bodyPr wrap="square" lIns="0">
            <a:spAutoFit/>
          </a:bodyPr>
          <a:lstStyle/>
          <a:p>
            <a:pPr>
              <a:lnSpc>
                <a:spcPct val="100000"/>
              </a:lnSpc>
              <a:spcBef>
                <a:spcPts val="0"/>
              </a:spcBef>
              <a:defRPr/>
            </a:pPr>
            <a:r>
              <a:rPr lang="id-ID" sz="1000" b="0" i="0">
                <a:solidFill>
                  <a:schemeClr val="accent2"/>
                </a:solidFill>
                <a:latin typeface="Montserrat" pitchFamily="2" charset="77"/>
                <a:cs typeface="Calibri"/>
              </a:rPr>
              <a:t>Blend360.com</a:t>
            </a:r>
          </a:p>
        </p:txBody>
      </p:sp>
      <p:sp>
        <p:nvSpPr>
          <p:cNvPr id="9" name="Title 5">
            <a:extLst>
              <a:ext uri="{FF2B5EF4-FFF2-40B4-BE49-F238E27FC236}">
                <a16:creationId xmlns:a16="http://schemas.microsoft.com/office/drawing/2014/main" id="{89E49884-BEA7-81F4-EF24-446EB02A8C66}"/>
              </a:ext>
            </a:extLst>
          </p:cNvPr>
          <p:cNvSpPr>
            <a:spLocks noGrp="1"/>
          </p:cNvSpPr>
          <p:nvPr>
            <p:ph type="title" hasCustomPrompt="1"/>
          </p:nvPr>
        </p:nvSpPr>
        <p:spPr>
          <a:xfrm>
            <a:off x="689784" y="2591531"/>
            <a:ext cx="3892505" cy="1325563"/>
          </a:xfrm>
        </p:spPr>
        <p:txBody>
          <a:bodyPr>
            <a:noAutofit/>
          </a:bodyPr>
          <a:lstStyle>
            <a:lvl1pPr>
              <a:defRPr sz="4400" b="0" i="0">
                <a:solidFill>
                  <a:schemeClr val="accent2"/>
                </a:solidFill>
                <a:latin typeface="+mj-lt"/>
              </a:defRPr>
            </a:lvl1pPr>
          </a:lstStyle>
          <a:p>
            <a:r>
              <a:rPr lang="en-US"/>
              <a:t>Click to </a:t>
            </a:r>
            <a:br>
              <a:rPr lang="en-US"/>
            </a:br>
            <a:r>
              <a:rPr lang="en-US"/>
              <a:t>Add Title</a:t>
            </a:r>
          </a:p>
        </p:txBody>
      </p:sp>
      <p:sp>
        <p:nvSpPr>
          <p:cNvPr id="11" name="Text Placeholder 26">
            <a:extLst>
              <a:ext uri="{FF2B5EF4-FFF2-40B4-BE49-F238E27FC236}">
                <a16:creationId xmlns:a16="http://schemas.microsoft.com/office/drawing/2014/main" id="{9DC3F139-E3F5-F8D8-514D-D7634CA97525}"/>
              </a:ext>
            </a:extLst>
          </p:cNvPr>
          <p:cNvSpPr>
            <a:spLocks noGrp="1"/>
          </p:cNvSpPr>
          <p:nvPr>
            <p:ph type="body" sz="quarter" idx="10" hasCustomPrompt="1"/>
          </p:nvPr>
        </p:nvSpPr>
        <p:spPr>
          <a:xfrm>
            <a:off x="690474" y="4069625"/>
            <a:ext cx="3892580" cy="712787"/>
          </a:xfrm>
        </p:spPr>
        <p:txBody>
          <a:bodyPr>
            <a:noAutofit/>
          </a:bodyPr>
          <a:lstStyle>
            <a:lvl1pPr marL="0" indent="0">
              <a:buNone/>
              <a:defRPr sz="1600" b="0" i="0">
                <a:solidFill>
                  <a:schemeClr val="accent2"/>
                </a:solidFill>
                <a:latin typeface="+mn-lt"/>
              </a:defRPr>
            </a:lvl1pPr>
            <a:lvl2pPr marL="456985" indent="0">
              <a:buNone/>
              <a:defRPr sz="1600" b="0" i="0">
                <a:solidFill>
                  <a:schemeClr val="bg2"/>
                </a:solidFill>
                <a:latin typeface="Montserrat" pitchFamily="2" charset="77"/>
              </a:defRPr>
            </a:lvl2pPr>
            <a:lvl3pPr marL="913987" indent="0">
              <a:buNone/>
              <a:defRPr sz="1600" b="0" i="0">
                <a:solidFill>
                  <a:schemeClr val="bg2"/>
                </a:solidFill>
                <a:latin typeface="Montserrat" pitchFamily="2" charset="77"/>
              </a:defRPr>
            </a:lvl3pPr>
            <a:lvl4pPr marL="1370986" indent="0">
              <a:buNone/>
              <a:defRPr sz="1600" b="0" i="0">
                <a:solidFill>
                  <a:schemeClr val="bg2"/>
                </a:solidFill>
                <a:latin typeface="Montserrat" pitchFamily="2" charset="77"/>
              </a:defRPr>
            </a:lvl4pPr>
            <a:lvl5pPr marL="1827972" indent="0">
              <a:buNone/>
              <a:defRPr sz="1600" b="0" i="0">
                <a:solidFill>
                  <a:schemeClr val="bg2"/>
                </a:solidFill>
                <a:latin typeface="Montserrat" pitchFamily="2" charset="77"/>
              </a:defRPr>
            </a:lvl5pPr>
          </a:lstStyle>
          <a:p>
            <a:pPr lvl="0"/>
            <a:r>
              <a:rPr lang="en-US"/>
              <a:t>Version No. | Date here</a:t>
            </a:r>
          </a:p>
        </p:txBody>
      </p:sp>
      <p:sp>
        <p:nvSpPr>
          <p:cNvPr id="2" name="Picture Placeholder 1">
            <a:extLst>
              <a:ext uri="{FF2B5EF4-FFF2-40B4-BE49-F238E27FC236}">
                <a16:creationId xmlns:a16="http://schemas.microsoft.com/office/drawing/2014/main" id="{FADA5E31-D0C1-D5C6-9294-ECAE05D04CD0}"/>
              </a:ext>
            </a:extLst>
          </p:cNvPr>
          <p:cNvSpPr>
            <a:spLocks noGrp="1"/>
          </p:cNvSpPr>
          <p:nvPr>
            <p:ph type="pic" sz="quarter" idx="11" hasCustomPrompt="1"/>
          </p:nvPr>
        </p:nvSpPr>
        <p:spPr>
          <a:xfrm>
            <a:off x="2409340" y="-2871"/>
            <a:ext cx="9782660" cy="6857999"/>
          </a:xfrm>
          <a:custGeom>
            <a:avLst/>
            <a:gdLst>
              <a:gd name="connsiteX0" fmla="*/ 0 w 9782660"/>
              <a:gd name="connsiteY0" fmla="*/ 0 h 6857999"/>
              <a:gd name="connsiteX1" fmla="*/ 9782660 w 9782660"/>
              <a:gd name="connsiteY1" fmla="*/ 0 h 6857999"/>
              <a:gd name="connsiteX2" fmla="*/ 9782660 w 9782660"/>
              <a:gd name="connsiteY2" fmla="*/ 6857999 h 6857999"/>
              <a:gd name="connsiteX3" fmla="*/ 64384 w 9782660"/>
              <a:gd name="connsiteY3" fmla="*/ 6857999 h 6857999"/>
              <a:gd name="connsiteX4" fmla="*/ 359179 w 9782660"/>
              <a:gd name="connsiteY4" fmla="*/ 6789863 h 6857999"/>
              <a:gd name="connsiteX5" fmla="*/ 1295213 w 9782660"/>
              <a:gd name="connsiteY5" fmla="*/ 6495985 h 6857999"/>
              <a:gd name="connsiteX6" fmla="*/ 2706075 w 9782660"/>
              <a:gd name="connsiteY6" fmla="*/ 5695317 h 6857999"/>
              <a:gd name="connsiteX7" fmla="*/ 3295775 w 9782660"/>
              <a:gd name="connsiteY7" fmla="*/ 4544507 h 6857999"/>
              <a:gd name="connsiteX8" fmla="*/ 3295775 w 9782660"/>
              <a:gd name="connsiteY8" fmla="*/ 4540796 h 6857999"/>
              <a:gd name="connsiteX9" fmla="*/ 3245287 w 9782660"/>
              <a:gd name="connsiteY9" fmla="*/ 2312657 h 6857999"/>
              <a:gd name="connsiteX10" fmla="*/ 3245287 w 9782660"/>
              <a:gd name="connsiteY10" fmla="*/ 2312286 h 6857999"/>
              <a:gd name="connsiteX11" fmla="*/ 2655588 w 9782660"/>
              <a:gd name="connsiteY11" fmla="*/ 1166115 h 6857999"/>
              <a:gd name="connsiteX12" fmla="*/ 1244726 w 9782660"/>
              <a:gd name="connsiteY12" fmla="*/ 365447 h 6857999"/>
              <a:gd name="connsiteX13" fmla="*/ 308692 w 9782660"/>
              <a:gd name="connsiteY13" fmla="*/ 7140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82660" h="6857999">
                <a:moveTo>
                  <a:pt x="0" y="0"/>
                </a:moveTo>
                <a:lnTo>
                  <a:pt x="9782660" y="0"/>
                </a:lnTo>
                <a:lnTo>
                  <a:pt x="9782660" y="6857999"/>
                </a:lnTo>
                <a:lnTo>
                  <a:pt x="64384" y="6857999"/>
                </a:lnTo>
                <a:lnTo>
                  <a:pt x="359179" y="6789863"/>
                </a:lnTo>
                <a:cubicBezTo>
                  <a:pt x="694377" y="6703701"/>
                  <a:pt x="1007788" y="6605276"/>
                  <a:pt x="1295213" y="6495985"/>
                </a:cubicBezTo>
                <a:cubicBezTo>
                  <a:pt x="1868950" y="6277772"/>
                  <a:pt x="2356191" y="6009831"/>
                  <a:pt x="2706075" y="5695317"/>
                </a:cubicBezTo>
                <a:cubicBezTo>
                  <a:pt x="3055775" y="5380801"/>
                  <a:pt x="3295775" y="4992621"/>
                  <a:pt x="3295775" y="4544507"/>
                </a:cubicBezTo>
                <a:lnTo>
                  <a:pt x="3295775" y="4540796"/>
                </a:lnTo>
                <a:lnTo>
                  <a:pt x="3245287" y="2312657"/>
                </a:lnTo>
                <a:lnTo>
                  <a:pt x="3245287" y="2312286"/>
                </a:lnTo>
                <a:cubicBezTo>
                  <a:pt x="3243803" y="1866212"/>
                  <a:pt x="3004173" y="1479516"/>
                  <a:pt x="2655588" y="1166115"/>
                </a:cubicBezTo>
                <a:cubicBezTo>
                  <a:pt x="2305703" y="851599"/>
                  <a:pt x="1818463" y="583659"/>
                  <a:pt x="1244726" y="365447"/>
                </a:cubicBezTo>
                <a:cubicBezTo>
                  <a:pt x="957301" y="256109"/>
                  <a:pt x="643890" y="157626"/>
                  <a:pt x="308692" y="71404"/>
                </a:cubicBezTo>
                <a:close/>
              </a:path>
            </a:pathLst>
          </a:custGeom>
          <a:solidFill>
            <a:schemeClr val="accent4">
              <a:alpha val="50000"/>
            </a:schemeClr>
          </a:solidFill>
        </p:spPr>
        <p:txBody>
          <a:bodyPr wrap="square" tIns="182880" rIns="274320">
            <a:noAutofit/>
          </a:bodyPr>
          <a:lstStyle>
            <a:lvl1pPr marL="0" indent="0" algn="r">
              <a:buNone/>
              <a:defRPr>
                <a:solidFill>
                  <a:schemeClr val="accent2"/>
                </a:solidFill>
              </a:defRPr>
            </a:lvl1pPr>
          </a:lstStyle>
          <a:p>
            <a:r>
              <a:rPr lang="en-US"/>
              <a:t>Click Icon to Change Image</a:t>
            </a:r>
          </a:p>
        </p:txBody>
      </p:sp>
    </p:spTree>
    <p:extLst>
      <p:ext uri="{BB962C8B-B14F-4D97-AF65-F5344CB8AC3E}">
        <p14:creationId xmlns:p14="http://schemas.microsoft.com/office/powerpoint/2010/main" val="253915143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Agenda">
    <p:bg>
      <p:bgRef idx="1001">
        <a:schemeClr val="bg1"/>
      </p:bgRef>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7B7E63E0-B48F-BECD-7BC6-6D7A41F799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81434" y="-387514"/>
            <a:ext cx="4349396" cy="7648285"/>
          </a:xfrm>
          <a:prstGeom prst="rect">
            <a:avLst/>
          </a:prstGeom>
        </p:spPr>
      </p:pic>
      <p:sp>
        <p:nvSpPr>
          <p:cNvPr id="10" name="Slide Number Placeholder 13">
            <a:extLst>
              <a:ext uri="{FF2B5EF4-FFF2-40B4-BE49-F238E27FC236}">
                <a16:creationId xmlns:a16="http://schemas.microsoft.com/office/drawing/2014/main" id="{44F33A51-D43A-54E0-9402-76225503AFE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1" name="TextBox 10">
            <a:extLst>
              <a:ext uri="{FF2B5EF4-FFF2-40B4-BE49-F238E27FC236}">
                <a16:creationId xmlns:a16="http://schemas.microsoft.com/office/drawing/2014/main" id="{D4BD224E-47D3-997E-653F-7A790D4B3C4E}"/>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
        <p:nvSpPr>
          <p:cNvPr id="25" name="Text Placeholder 26">
            <a:extLst>
              <a:ext uri="{FF2B5EF4-FFF2-40B4-BE49-F238E27FC236}">
                <a16:creationId xmlns:a16="http://schemas.microsoft.com/office/drawing/2014/main" id="{A38A6A13-2E8D-59C7-CB00-54479F0171AD}"/>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6" name="Text Placeholder 26">
            <a:extLst>
              <a:ext uri="{FF2B5EF4-FFF2-40B4-BE49-F238E27FC236}">
                <a16:creationId xmlns:a16="http://schemas.microsoft.com/office/drawing/2014/main" id="{95EE9690-BE00-5D83-A0E4-309D45CFC745}"/>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9" name="Text Placeholder 26">
            <a:extLst>
              <a:ext uri="{FF2B5EF4-FFF2-40B4-BE49-F238E27FC236}">
                <a16:creationId xmlns:a16="http://schemas.microsoft.com/office/drawing/2014/main" id="{2763355E-5B50-B717-4E8E-54D1CE32B9D0}"/>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0" name="Text Placeholder 26">
            <a:extLst>
              <a:ext uri="{FF2B5EF4-FFF2-40B4-BE49-F238E27FC236}">
                <a16:creationId xmlns:a16="http://schemas.microsoft.com/office/drawing/2014/main" id="{0CD4C95E-5427-0CEA-1DA0-58FBE0709E48}"/>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31" name="Title 16">
            <a:extLst>
              <a:ext uri="{FF2B5EF4-FFF2-40B4-BE49-F238E27FC236}">
                <a16:creationId xmlns:a16="http://schemas.microsoft.com/office/drawing/2014/main" id="{9EE6308B-5993-BBDD-3100-A9CCF3E57694}"/>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1"/>
                </a:solidFill>
                <a:latin typeface="+mn-lt"/>
              </a:defRPr>
            </a:lvl1pPr>
          </a:lstStyle>
          <a:p>
            <a:r>
              <a:rPr lang="en-US"/>
              <a:t>Click to Add Title</a:t>
            </a:r>
          </a:p>
        </p:txBody>
      </p:sp>
      <p:pic>
        <p:nvPicPr>
          <p:cNvPr id="32" name="Graphic 31">
            <a:extLst>
              <a:ext uri="{FF2B5EF4-FFF2-40B4-BE49-F238E27FC236}">
                <a16:creationId xmlns:a16="http://schemas.microsoft.com/office/drawing/2014/main" id="{9758CE89-E76D-78CE-43C1-E37C2103678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33" name="Text Placeholder 26">
            <a:extLst>
              <a:ext uri="{FF2B5EF4-FFF2-40B4-BE49-F238E27FC236}">
                <a16:creationId xmlns:a16="http://schemas.microsoft.com/office/drawing/2014/main" id="{E70A585D-2D1A-3071-0EA0-EF693EF8F65C}"/>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34" name="Text Placeholder 26">
            <a:extLst>
              <a:ext uri="{FF2B5EF4-FFF2-40B4-BE49-F238E27FC236}">
                <a16:creationId xmlns:a16="http://schemas.microsoft.com/office/drawing/2014/main" id="{EE0C1B1F-DC94-46DA-B805-79C66C7CEF0C}"/>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38" name="Text Placeholder 26">
            <a:extLst>
              <a:ext uri="{FF2B5EF4-FFF2-40B4-BE49-F238E27FC236}">
                <a16:creationId xmlns:a16="http://schemas.microsoft.com/office/drawing/2014/main" id="{A4ED2495-ECAD-3EAC-25ED-D34F52D451BA}"/>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9" name="Text Placeholder 26">
            <a:extLst>
              <a:ext uri="{FF2B5EF4-FFF2-40B4-BE49-F238E27FC236}">
                <a16:creationId xmlns:a16="http://schemas.microsoft.com/office/drawing/2014/main" id="{A11F73AA-F52C-94CB-14DD-1032E21D5D49}"/>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93266936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Agenda">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81434" y="-387514"/>
            <a:ext cx="4349396"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2"/>
                </a:solidFill>
                <a:latin typeface="+mn-lt"/>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358135916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Agenda">
    <p:bg>
      <p:bgPr>
        <a:solidFill>
          <a:schemeClr val="accent4"/>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5860EC-EBD5-1284-5AD1-779762250C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81434" y="-387514"/>
            <a:ext cx="4349396" cy="7648285"/>
          </a:xfrm>
          <a:prstGeom prst="rect">
            <a:avLst/>
          </a:prstGeom>
        </p:spPr>
      </p:pic>
      <p:sp>
        <p:nvSpPr>
          <p:cNvPr id="37" name="Title 16">
            <a:extLst>
              <a:ext uri="{FF2B5EF4-FFF2-40B4-BE49-F238E27FC236}">
                <a16:creationId xmlns:a16="http://schemas.microsoft.com/office/drawing/2014/main" id="{9E3AD48C-57BF-0EF6-D32F-A560B6D73FEA}"/>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2"/>
                </a:solidFill>
                <a:latin typeface="+mn-lt"/>
              </a:defRPr>
            </a:lvl1pPr>
          </a:lstStyle>
          <a:p>
            <a:r>
              <a:rPr lang="en-US"/>
              <a:t>Click to Add Title</a:t>
            </a:r>
          </a:p>
        </p:txBody>
      </p:sp>
      <p:pic>
        <p:nvPicPr>
          <p:cNvPr id="9" name="Graphic 8">
            <a:extLst>
              <a:ext uri="{FF2B5EF4-FFF2-40B4-BE49-F238E27FC236}">
                <a16:creationId xmlns:a16="http://schemas.microsoft.com/office/drawing/2014/main" id="{AF7118C1-7699-267F-B078-51E1BB4BEDD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3" name="Slide Number Placeholder 13">
            <a:extLst>
              <a:ext uri="{FF2B5EF4-FFF2-40B4-BE49-F238E27FC236}">
                <a16:creationId xmlns:a16="http://schemas.microsoft.com/office/drawing/2014/main" id="{5B0C2EDA-8A2B-FFDF-090C-18B85505521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5" name="TextBox 4">
            <a:extLst>
              <a:ext uri="{FF2B5EF4-FFF2-40B4-BE49-F238E27FC236}">
                <a16:creationId xmlns:a16="http://schemas.microsoft.com/office/drawing/2014/main" id="{53892686-74AE-215C-78FD-D667A2DDF25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6" name="Text Placeholder 26">
            <a:extLst>
              <a:ext uri="{FF2B5EF4-FFF2-40B4-BE49-F238E27FC236}">
                <a16:creationId xmlns:a16="http://schemas.microsoft.com/office/drawing/2014/main" id="{E1319FC9-9B94-7A4C-A90C-4901B76F360E}"/>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7" name="Text Placeholder 26">
            <a:extLst>
              <a:ext uri="{FF2B5EF4-FFF2-40B4-BE49-F238E27FC236}">
                <a16:creationId xmlns:a16="http://schemas.microsoft.com/office/drawing/2014/main" id="{36990E72-146E-061F-DECA-E864D245F3D5}"/>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8" name="Text Placeholder 26">
            <a:extLst>
              <a:ext uri="{FF2B5EF4-FFF2-40B4-BE49-F238E27FC236}">
                <a16:creationId xmlns:a16="http://schemas.microsoft.com/office/drawing/2014/main" id="{33EB482E-038E-4A46-5F2E-5AFD8821A756}"/>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0" name="Text Placeholder 26">
            <a:extLst>
              <a:ext uri="{FF2B5EF4-FFF2-40B4-BE49-F238E27FC236}">
                <a16:creationId xmlns:a16="http://schemas.microsoft.com/office/drawing/2014/main" id="{E8B7BE48-D402-FA6D-B9C7-85F6AA7CC378}"/>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1" name="Text Placeholder 26">
            <a:extLst>
              <a:ext uri="{FF2B5EF4-FFF2-40B4-BE49-F238E27FC236}">
                <a16:creationId xmlns:a16="http://schemas.microsoft.com/office/drawing/2014/main" id="{772E9D82-C44F-F1EA-8EDD-F9535228AB44}"/>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12" name="Text Placeholder 26">
            <a:extLst>
              <a:ext uri="{FF2B5EF4-FFF2-40B4-BE49-F238E27FC236}">
                <a16:creationId xmlns:a16="http://schemas.microsoft.com/office/drawing/2014/main" id="{D7CB2A0E-1176-0C27-A8D9-3CBFF25740A4}"/>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13" name="Text Placeholder 26">
            <a:extLst>
              <a:ext uri="{FF2B5EF4-FFF2-40B4-BE49-F238E27FC236}">
                <a16:creationId xmlns:a16="http://schemas.microsoft.com/office/drawing/2014/main" id="{5A007A47-92DC-2854-A61A-9CB5A57BB166}"/>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14" name="Text Placeholder 26">
            <a:extLst>
              <a:ext uri="{FF2B5EF4-FFF2-40B4-BE49-F238E27FC236}">
                <a16:creationId xmlns:a16="http://schemas.microsoft.com/office/drawing/2014/main" id="{ABE79067-AFC0-01F6-700C-E96DCAECD4DD}"/>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54305394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Agenda">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50F09B-A494-5D08-27B1-32290FA0966D}"/>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15" name="Picture Placeholder 6">
            <a:extLst>
              <a:ext uri="{FF2B5EF4-FFF2-40B4-BE49-F238E27FC236}">
                <a16:creationId xmlns:a16="http://schemas.microsoft.com/office/drawing/2014/main" id="{33978187-75CD-0F5C-BE91-98349E736F23}"/>
              </a:ext>
            </a:extLst>
          </p:cNvPr>
          <p:cNvSpPr>
            <a:spLocks noGrp="1"/>
          </p:cNvSpPr>
          <p:nvPr>
            <p:ph type="pic" idx="1" hasCustomPrompt="1"/>
          </p:nvPr>
        </p:nvSpPr>
        <p:spPr>
          <a:xfrm>
            <a:off x="127177" y="168672"/>
            <a:ext cx="6091867" cy="6520656"/>
          </a:xfrm>
          <a:solidFill>
            <a:srgbClr val="F4F3F0">
              <a:alpha val="68000"/>
            </a:srgbClr>
          </a:solidFill>
        </p:spPr>
        <p:txBody>
          <a:bodyPr lIns="91440" tIns="182880"/>
          <a:lstStyle>
            <a:lvl1pPr marL="0" indent="0">
              <a:buNone/>
              <a:defRPr>
                <a:solidFill>
                  <a:srgbClr val="003059"/>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8" name="Freeform 7">
            <a:extLst>
              <a:ext uri="{FF2B5EF4-FFF2-40B4-BE49-F238E27FC236}">
                <a16:creationId xmlns:a16="http://schemas.microsoft.com/office/drawing/2014/main" id="{1E03995F-B8EA-233A-3299-941489AC32DC}"/>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alpha val="3705"/>
            </a:schemeClr>
          </a:solidFill>
          <a:ln w="17383" cap="flat">
            <a:noFill/>
            <a:prstDash val="solid"/>
            <a:miter/>
          </a:ln>
        </p:spPr>
        <p:txBody>
          <a:bodyPr rtlCol="0" anchor="ctr"/>
          <a:lstStyle/>
          <a:p>
            <a:endParaRPr lang="en-US" sz="1800"/>
          </a:p>
        </p:txBody>
      </p:sp>
      <p:sp>
        <p:nvSpPr>
          <p:cNvPr id="18" name="Text Placeholder 26">
            <a:extLst>
              <a:ext uri="{FF2B5EF4-FFF2-40B4-BE49-F238E27FC236}">
                <a16:creationId xmlns:a16="http://schemas.microsoft.com/office/drawing/2014/main" id="{809E5147-7114-32A7-E76B-DC0C029381DB}"/>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2083857D-063A-51AB-1DAC-53F353773323}"/>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1033C3E3-1C3A-AAED-089D-31669AE118B7}"/>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DF75C3C5-66BB-5BA0-BBAE-6CFE191B272B}"/>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chemeClr val="accent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0AAB1FBD-35A4-6DF0-48E2-2610EC1DADD2}"/>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28" name="TextBox 27">
            <a:extLst>
              <a:ext uri="{FF2B5EF4-FFF2-40B4-BE49-F238E27FC236}">
                <a16:creationId xmlns:a16="http://schemas.microsoft.com/office/drawing/2014/main" id="{95EFD18D-ECA8-9CF6-038D-87FF4B8D1841}"/>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
        <p:nvSpPr>
          <p:cNvPr id="30" name="Text Placeholder 26">
            <a:extLst>
              <a:ext uri="{FF2B5EF4-FFF2-40B4-BE49-F238E27FC236}">
                <a16:creationId xmlns:a16="http://schemas.microsoft.com/office/drawing/2014/main" id="{56DFAD5E-A376-FB77-64E3-4BAC295AE893}"/>
              </a:ext>
            </a:extLst>
          </p:cNvPr>
          <p:cNvSpPr>
            <a:spLocks noGrp="1"/>
          </p:cNvSpPr>
          <p:nvPr>
            <p:ph type="body" sz="quarter" idx="18" hasCustomPrompt="1"/>
          </p:nvPr>
        </p:nvSpPr>
        <p:spPr>
          <a:xfrm>
            <a:off x="6768586" y="2760305"/>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B0567ED5-0739-05AE-9CA6-BF952E09DB4E}"/>
              </a:ext>
            </a:extLst>
          </p:cNvPr>
          <p:cNvSpPr>
            <a:spLocks noGrp="1"/>
          </p:cNvSpPr>
          <p:nvPr>
            <p:ph type="body" sz="quarter" idx="19" hasCustomPrompt="1"/>
          </p:nvPr>
        </p:nvSpPr>
        <p:spPr>
          <a:xfrm>
            <a:off x="6768586" y="3367350"/>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9C8D3BBF-E8ED-593E-E06C-6BBF4F5C4639}"/>
              </a:ext>
            </a:extLst>
          </p:cNvPr>
          <p:cNvSpPr>
            <a:spLocks noGrp="1"/>
          </p:cNvSpPr>
          <p:nvPr>
            <p:ph type="body" sz="quarter" idx="20" hasCustomPrompt="1"/>
          </p:nvPr>
        </p:nvSpPr>
        <p:spPr>
          <a:xfrm>
            <a:off x="6768586" y="3999218"/>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5CAB813A-4D03-3113-CCC0-08067FDE23E4}"/>
              </a:ext>
            </a:extLst>
          </p:cNvPr>
          <p:cNvSpPr>
            <a:spLocks noGrp="1"/>
          </p:cNvSpPr>
          <p:nvPr>
            <p:ph type="body" sz="quarter" idx="21" hasCustomPrompt="1"/>
          </p:nvPr>
        </p:nvSpPr>
        <p:spPr>
          <a:xfrm>
            <a:off x="6768586" y="4616933"/>
            <a:ext cx="490908" cy="489559"/>
          </a:xfrm>
          <a:prstGeom prst="ellipse">
            <a:avLst/>
          </a:prstGeom>
          <a:ln>
            <a:solidFill>
              <a:schemeClr val="bg2"/>
            </a:solidFill>
          </a:ln>
        </p:spPr>
        <p:txBody>
          <a:bodyPr anchor="ctr">
            <a:noAutofit/>
          </a:bodyPr>
          <a:lstStyle>
            <a:lvl1pPr marL="0" indent="0" algn="ctr">
              <a:buNone/>
              <a:defRPr sz="1200" b="1" i="0">
                <a:solidFill>
                  <a:schemeClr val="accent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sp>
        <p:nvSpPr>
          <p:cNvPr id="2" name="Title 16">
            <a:extLst>
              <a:ext uri="{FF2B5EF4-FFF2-40B4-BE49-F238E27FC236}">
                <a16:creationId xmlns:a16="http://schemas.microsoft.com/office/drawing/2014/main" id="{2658496D-C8C9-75B2-3F0D-56168CC41653}"/>
              </a:ext>
            </a:extLst>
          </p:cNvPr>
          <p:cNvSpPr>
            <a:spLocks noGrp="1"/>
          </p:cNvSpPr>
          <p:nvPr>
            <p:ph type="title" hasCustomPrompt="1"/>
          </p:nvPr>
        </p:nvSpPr>
        <p:spPr>
          <a:xfrm>
            <a:off x="6703738" y="1813414"/>
            <a:ext cx="5141987" cy="662998"/>
          </a:xfrm>
        </p:spPr>
        <p:txBody>
          <a:bodyPr>
            <a:normAutofit/>
          </a:bodyPr>
          <a:lstStyle>
            <a:lvl1pPr>
              <a:defRPr sz="3600" b="0" i="0">
                <a:solidFill>
                  <a:schemeClr val="accent1"/>
                </a:solidFill>
                <a:latin typeface="+mn-lt"/>
              </a:defRPr>
            </a:lvl1pPr>
          </a:lstStyle>
          <a:p>
            <a:r>
              <a:rPr lang="en-US"/>
              <a:t>Click to Add Title</a:t>
            </a:r>
          </a:p>
        </p:txBody>
      </p:sp>
    </p:spTree>
    <p:extLst>
      <p:ext uri="{BB962C8B-B14F-4D97-AF65-F5344CB8AC3E}">
        <p14:creationId xmlns:p14="http://schemas.microsoft.com/office/powerpoint/2010/main" val="2035229582"/>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Agenda">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chemeClr val="accent1">
              <a:lumMod val="90000"/>
              <a:lumOff val="10000"/>
              <a:alpha val="15000"/>
            </a:schemeClr>
          </a:solidFill>
          <a:ln w="17383" cap="flat">
            <a:noFill/>
            <a:prstDash val="solid"/>
            <a:miter/>
          </a:ln>
        </p:spPr>
        <p:txBody>
          <a:bodyPr rtlCol="0" anchor="ctr"/>
          <a:lstStyle/>
          <a:p>
            <a:endParaRPr lang="en-US" sz="1800"/>
          </a:p>
        </p:txBody>
      </p:sp>
      <p:sp>
        <p:nvSpPr>
          <p:cNvPr id="21" name="Text Placeholder 26">
            <a:extLst>
              <a:ext uri="{FF2B5EF4-FFF2-40B4-BE49-F238E27FC236}">
                <a16:creationId xmlns:a16="http://schemas.microsoft.com/office/drawing/2014/main" id="{4AC8179B-6035-CED6-9315-991C86DB5805}"/>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59D4AA04-E647-FAB3-6813-007F335BD71B}"/>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4E66A4E-16B2-46D0-AE06-1B09BC4D6870}"/>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A20A81C-CB69-430D-69B0-4E694B1C8BB1}"/>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8" name="Slide Number Placeholder 13">
            <a:extLst>
              <a:ext uri="{FF2B5EF4-FFF2-40B4-BE49-F238E27FC236}">
                <a16:creationId xmlns:a16="http://schemas.microsoft.com/office/drawing/2014/main" id="{C8EB8AAE-384F-B000-A155-2910EE6FFC98}"/>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29" name="TextBox 28">
            <a:extLst>
              <a:ext uri="{FF2B5EF4-FFF2-40B4-BE49-F238E27FC236}">
                <a16:creationId xmlns:a16="http://schemas.microsoft.com/office/drawing/2014/main" id="{99A56ECF-595C-D0C5-2A6F-641F07A59E1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31" name="Text Placeholder 26">
            <a:extLst>
              <a:ext uri="{FF2B5EF4-FFF2-40B4-BE49-F238E27FC236}">
                <a16:creationId xmlns:a16="http://schemas.microsoft.com/office/drawing/2014/main" id="{3C5CEA4C-2714-4E06-5DFA-C0E113EB0DD6}"/>
              </a:ext>
            </a:extLst>
          </p:cNvPr>
          <p:cNvSpPr>
            <a:spLocks noGrp="1"/>
          </p:cNvSpPr>
          <p:nvPr>
            <p:ph type="body" sz="quarter" idx="18" hasCustomPrompt="1"/>
          </p:nvPr>
        </p:nvSpPr>
        <p:spPr>
          <a:xfrm>
            <a:off x="6768586" y="2760305"/>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2" name="Text Placeholder 26">
            <a:extLst>
              <a:ext uri="{FF2B5EF4-FFF2-40B4-BE49-F238E27FC236}">
                <a16:creationId xmlns:a16="http://schemas.microsoft.com/office/drawing/2014/main" id="{928166E6-D4E3-8BCA-88CF-E46685AAF085}"/>
              </a:ext>
            </a:extLst>
          </p:cNvPr>
          <p:cNvSpPr>
            <a:spLocks noGrp="1"/>
          </p:cNvSpPr>
          <p:nvPr>
            <p:ph type="body" sz="quarter" idx="19" hasCustomPrompt="1"/>
          </p:nvPr>
        </p:nvSpPr>
        <p:spPr>
          <a:xfrm>
            <a:off x="6768586" y="3367350"/>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3" name="Text Placeholder 26">
            <a:extLst>
              <a:ext uri="{FF2B5EF4-FFF2-40B4-BE49-F238E27FC236}">
                <a16:creationId xmlns:a16="http://schemas.microsoft.com/office/drawing/2014/main" id="{B9932AD9-1EB0-58D8-1A8F-2E97B6F09354}"/>
              </a:ext>
            </a:extLst>
          </p:cNvPr>
          <p:cNvSpPr>
            <a:spLocks noGrp="1"/>
          </p:cNvSpPr>
          <p:nvPr>
            <p:ph type="body" sz="quarter" idx="20" hasCustomPrompt="1"/>
          </p:nvPr>
        </p:nvSpPr>
        <p:spPr>
          <a:xfrm>
            <a:off x="6768586" y="3999218"/>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4" name="Text Placeholder 26">
            <a:extLst>
              <a:ext uri="{FF2B5EF4-FFF2-40B4-BE49-F238E27FC236}">
                <a16:creationId xmlns:a16="http://schemas.microsoft.com/office/drawing/2014/main" id="{E7086644-79D2-BA7E-0EA5-4B00BB788922}"/>
              </a:ext>
            </a:extLst>
          </p:cNvPr>
          <p:cNvSpPr>
            <a:spLocks noGrp="1"/>
          </p:cNvSpPr>
          <p:nvPr>
            <p:ph type="body" sz="quarter" idx="21" hasCustomPrompt="1"/>
          </p:nvPr>
        </p:nvSpPr>
        <p:spPr>
          <a:xfrm>
            <a:off x="6768586" y="4616933"/>
            <a:ext cx="490908" cy="489559"/>
          </a:xfrm>
          <a:prstGeom prst="ellipse">
            <a:avLst/>
          </a:prstGeom>
          <a:ln>
            <a:solidFill>
              <a:srgbClr val="EFEFEF"/>
            </a:solidFill>
          </a:ln>
        </p:spPr>
        <p:txBody>
          <a:bodyPr anchor="ctr">
            <a:noAutofit/>
          </a:bodyPr>
          <a:lstStyle>
            <a:lvl1pPr marL="0" indent="0" algn="ctr">
              <a:buNone/>
              <a:defRPr sz="12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5" name="Picture 4">
            <a:extLst>
              <a:ext uri="{FF2B5EF4-FFF2-40B4-BE49-F238E27FC236}">
                <a16:creationId xmlns:a16="http://schemas.microsoft.com/office/drawing/2014/main" id="{D706B484-F545-91E1-575E-1B68B4B57EBA}"/>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7" name="Picture Placeholder 6">
            <a:extLst>
              <a:ext uri="{FF2B5EF4-FFF2-40B4-BE49-F238E27FC236}">
                <a16:creationId xmlns:a16="http://schemas.microsoft.com/office/drawing/2014/main" id="{38367485-BA9F-34C9-BD92-DB9A71331A5E}"/>
              </a:ext>
            </a:extLst>
          </p:cNvPr>
          <p:cNvSpPr>
            <a:spLocks noGrp="1"/>
          </p:cNvSpPr>
          <p:nvPr>
            <p:ph type="pic" idx="1" hasCustomPrompt="1"/>
          </p:nvPr>
        </p:nvSpPr>
        <p:spPr>
          <a:xfrm>
            <a:off x="127177" y="168672"/>
            <a:ext cx="6091867" cy="6520656"/>
          </a:xfrm>
          <a:solidFill>
            <a:schemeClr val="accent1">
              <a:alpha val="49401"/>
            </a:schemeClr>
          </a:solidFill>
        </p:spPr>
        <p:txBody>
          <a:bodyPr lIns="91440" tIns="182880"/>
          <a:lstStyle>
            <a:lvl1pPr marL="0" indent="0">
              <a:buNone/>
              <a:defRPr>
                <a:solidFill>
                  <a:srgbClr val="003059"/>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7F1D18E8-28B5-56DF-4729-3945629146AF}"/>
              </a:ext>
            </a:extLst>
          </p:cNvPr>
          <p:cNvSpPr>
            <a:spLocks noGrp="1"/>
          </p:cNvSpPr>
          <p:nvPr>
            <p:ph type="title" hasCustomPrompt="1"/>
          </p:nvPr>
        </p:nvSpPr>
        <p:spPr>
          <a:xfrm>
            <a:off x="6703738" y="1813414"/>
            <a:ext cx="5141987" cy="662998"/>
          </a:xfrm>
        </p:spPr>
        <p:txBody>
          <a:bodyPr>
            <a:normAutofit/>
          </a:bodyPr>
          <a:lstStyle>
            <a:lvl1pPr>
              <a:defRPr sz="3600" b="0" i="0">
                <a:solidFill>
                  <a:schemeClr val="accent2"/>
                </a:solidFill>
                <a:latin typeface="+mn-lt"/>
              </a:defRPr>
            </a:lvl1pPr>
          </a:lstStyle>
          <a:p>
            <a:r>
              <a:rPr lang="en-US"/>
              <a:t>Click to Add Title</a:t>
            </a:r>
          </a:p>
        </p:txBody>
      </p:sp>
    </p:spTree>
    <p:extLst>
      <p:ext uri="{BB962C8B-B14F-4D97-AF65-F5344CB8AC3E}">
        <p14:creationId xmlns:p14="http://schemas.microsoft.com/office/powerpoint/2010/main" val="82838552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Agenda">
    <p:bg>
      <p:bgPr>
        <a:solidFill>
          <a:schemeClr val="accent4"/>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C68B728-1E35-DAB6-D37E-BE9710638C33}"/>
              </a:ext>
            </a:extLst>
          </p:cNvPr>
          <p:cNvSpPr>
            <a:spLocks/>
          </p:cNvSpPr>
          <p:nvPr userDrawn="1"/>
        </p:nvSpPr>
        <p:spPr>
          <a:xfrm rot="10800000">
            <a:off x="7725141" y="7124"/>
            <a:ext cx="4466860" cy="6837604"/>
          </a:xfrm>
          <a:custGeom>
            <a:avLst/>
            <a:gdLst>
              <a:gd name="connsiteX0" fmla="*/ 0 w 4467442"/>
              <a:gd name="connsiteY0" fmla="*/ 6837604 h 6837604"/>
              <a:gd name="connsiteX1" fmla="*/ 0 w 4467442"/>
              <a:gd name="connsiteY1" fmla="*/ 6212686 h 6837604"/>
              <a:gd name="connsiteX2" fmla="*/ 139678 w 4467442"/>
              <a:gd name="connsiteY2" fmla="*/ 6199024 h 6837604"/>
              <a:gd name="connsiteX3" fmla="*/ 2385725 w 4467442"/>
              <a:gd name="connsiteY3" fmla="*/ 5683531 h 6837604"/>
              <a:gd name="connsiteX4" fmla="*/ 3502074 w 4467442"/>
              <a:gd name="connsiteY4" fmla="*/ 5058530 h 6837604"/>
              <a:gd name="connsiteX5" fmla="*/ 3844214 w 4467442"/>
              <a:gd name="connsiteY5" fmla="*/ 4451257 h 6837604"/>
              <a:gd name="connsiteX6" fmla="*/ 3502074 w 4467442"/>
              <a:gd name="connsiteY6" fmla="*/ 3843984 h 6837604"/>
              <a:gd name="connsiteX7" fmla="*/ 3425541 w 4467442"/>
              <a:gd name="connsiteY7" fmla="*/ 3778807 h 6837604"/>
              <a:gd name="connsiteX8" fmla="*/ 2560535 w 4467442"/>
              <a:gd name="connsiteY8" fmla="*/ 4194200 h 6837604"/>
              <a:gd name="connsiteX9" fmla="*/ 164563 w 4467442"/>
              <a:gd name="connsiteY9" fmla="*/ 4746248 h 6837604"/>
              <a:gd name="connsiteX10" fmla="*/ 0 w 4467442"/>
              <a:gd name="connsiteY10" fmla="*/ 4762318 h 6837604"/>
              <a:gd name="connsiteX11" fmla="*/ 0 w 4467442"/>
              <a:gd name="connsiteY11" fmla="*/ 4138088 h 6837604"/>
              <a:gd name="connsiteX12" fmla="*/ 92781 w 4467442"/>
              <a:gd name="connsiteY12" fmla="*/ 4129013 h 6837604"/>
              <a:gd name="connsiteX13" fmla="*/ 2338587 w 4467442"/>
              <a:gd name="connsiteY13" fmla="*/ 3613519 h 6837604"/>
              <a:gd name="connsiteX14" fmla="*/ 2817793 w 4467442"/>
              <a:gd name="connsiteY14" fmla="*/ 3404954 h 6837604"/>
              <a:gd name="connsiteX15" fmla="*/ 2817966 w 4467442"/>
              <a:gd name="connsiteY15" fmla="*/ 3404780 h 6837604"/>
              <a:gd name="connsiteX16" fmla="*/ 2385725 w 4467442"/>
              <a:gd name="connsiteY16" fmla="*/ 3219331 h 6837604"/>
              <a:gd name="connsiteX17" fmla="*/ 139800 w 4467442"/>
              <a:gd name="connsiteY17" fmla="*/ 2703837 h 6837604"/>
              <a:gd name="connsiteX18" fmla="*/ 0 w 4467442"/>
              <a:gd name="connsiteY18" fmla="*/ 2690164 h 6837604"/>
              <a:gd name="connsiteX19" fmla="*/ 0 w 4467442"/>
              <a:gd name="connsiteY19" fmla="*/ 2065401 h 6837604"/>
              <a:gd name="connsiteX20" fmla="*/ 211777 w 4467442"/>
              <a:gd name="connsiteY20" fmla="*/ 2086081 h 6837604"/>
              <a:gd name="connsiteX21" fmla="*/ 2607673 w 4467442"/>
              <a:gd name="connsiteY21" fmla="*/ 2638129 h 6837604"/>
              <a:gd name="connsiteX22" fmla="*/ 3418234 w 4467442"/>
              <a:gd name="connsiteY22" fmla="*/ 3020846 h 6837604"/>
              <a:gd name="connsiteX23" fmla="*/ 3455284 w 4467442"/>
              <a:gd name="connsiteY23" fmla="*/ 2988345 h 6837604"/>
              <a:gd name="connsiteX24" fmla="*/ 3797424 w 4467442"/>
              <a:gd name="connsiteY24" fmla="*/ 2381072 h 6837604"/>
              <a:gd name="connsiteX25" fmla="*/ 3455284 w 4467442"/>
              <a:gd name="connsiteY25" fmla="*/ 1773799 h 6837604"/>
              <a:gd name="connsiteX26" fmla="*/ 2338761 w 4467442"/>
              <a:gd name="connsiteY26" fmla="*/ 1148798 h 6837604"/>
              <a:gd name="connsiteX27" fmla="*/ 92879 w 4467442"/>
              <a:gd name="connsiteY27" fmla="*/ 633305 h 6837604"/>
              <a:gd name="connsiteX28" fmla="*/ 0 w 4467442"/>
              <a:gd name="connsiteY28" fmla="*/ 624220 h 6837604"/>
              <a:gd name="connsiteX29" fmla="*/ 0 w 4467442"/>
              <a:gd name="connsiteY29" fmla="*/ 0 h 6837604"/>
              <a:gd name="connsiteX30" fmla="*/ 164563 w 4467442"/>
              <a:gd name="connsiteY30" fmla="*/ 16070 h 6837604"/>
              <a:gd name="connsiteX31" fmla="*/ 2560535 w 4467442"/>
              <a:gd name="connsiteY31" fmla="*/ 568118 h 6837604"/>
              <a:gd name="connsiteX32" fmla="*/ 3872045 w 4467442"/>
              <a:gd name="connsiteY32" fmla="*/ 1312001 h 6837604"/>
              <a:gd name="connsiteX33" fmla="*/ 4420304 w 4467442"/>
              <a:gd name="connsiteY33" fmla="*/ 2381246 h 6837604"/>
              <a:gd name="connsiteX34" fmla="*/ 3932402 w 4467442"/>
              <a:gd name="connsiteY34" fmla="*/ 3394352 h 6837604"/>
              <a:gd name="connsiteX35" fmla="*/ 3932576 w 4467442"/>
              <a:gd name="connsiteY35" fmla="*/ 3394526 h 6837604"/>
              <a:gd name="connsiteX36" fmla="*/ 4467442 w 4467442"/>
              <a:gd name="connsiteY36" fmla="*/ 4451605 h 6837604"/>
              <a:gd name="connsiteX37" fmla="*/ 3919182 w 4467442"/>
              <a:gd name="connsiteY37" fmla="*/ 5520849 h 6837604"/>
              <a:gd name="connsiteX38" fmla="*/ 2607499 w 4467442"/>
              <a:gd name="connsiteY38" fmla="*/ 6264732 h 6837604"/>
              <a:gd name="connsiteX39" fmla="*/ 211527 w 4467442"/>
              <a:gd name="connsiteY39" fmla="*/ 6816945 h 683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67442" h="6837604">
                <a:moveTo>
                  <a:pt x="0" y="6837604"/>
                </a:moveTo>
                <a:lnTo>
                  <a:pt x="0" y="6212686"/>
                </a:lnTo>
                <a:lnTo>
                  <a:pt x="139678" y="6199024"/>
                </a:lnTo>
                <a:cubicBezTo>
                  <a:pt x="1004355" y="6096737"/>
                  <a:pt x="1772260" y="5916646"/>
                  <a:pt x="2385725" y="5683531"/>
                </a:cubicBezTo>
                <a:cubicBezTo>
                  <a:pt x="2877455" y="5496517"/>
                  <a:pt x="3254035" y="5281521"/>
                  <a:pt x="3502074" y="5058530"/>
                </a:cubicBezTo>
                <a:cubicBezTo>
                  <a:pt x="3750287" y="4835539"/>
                  <a:pt x="3844214" y="4629754"/>
                  <a:pt x="3844214" y="4451257"/>
                </a:cubicBezTo>
                <a:cubicBezTo>
                  <a:pt x="3844214" y="4272760"/>
                  <a:pt x="3750287" y="4067149"/>
                  <a:pt x="3502074" y="3843984"/>
                </a:cubicBezTo>
                <a:cubicBezTo>
                  <a:pt x="3477723" y="3822085"/>
                  <a:pt x="3452327" y="3800359"/>
                  <a:pt x="3425541" y="3778807"/>
                </a:cubicBezTo>
                <a:cubicBezTo>
                  <a:pt x="3173153" y="3933667"/>
                  <a:pt x="2881281" y="4072363"/>
                  <a:pt x="2560535" y="4194200"/>
                </a:cubicBezTo>
                <a:cubicBezTo>
                  <a:pt x="1892604" y="4448063"/>
                  <a:pt x="1073563" y="4638854"/>
                  <a:pt x="164563" y="4746248"/>
                </a:cubicBezTo>
                <a:lnTo>
                  <a:pt x="0" y="4762318"/>
                </a:lnTo>
                <a:lnTo>
                  <a:pt x="0" y="4138088"/>
                </a:lnTo>
                <a:lnTo>
                  <a:pt x="92781" y="4129013"/>
                </a:lnTo>
                <a:cubicBezTo>
                  <a:pt x="957434" y="4026726"/>
                  <a:pt x="1725231" y="3846635"/>
                  <a:pt x="2338587" y="3613519"/>
                </a:cubicBezTo>
                <a:cubicBezTo>
                  <a:pt x="2513050" y="3547300"/>
                  <a:pt x="2672901" y="3477431"/>
                  <a:pt x="2817793" y="3404954"/>
                </a:cubicBezTo>
                <a:lnTo>
                  <a:pt x="2817966" y="3404780"/>
                </a:lnTo>
                <a:cubicBezTo>
                  <a:pt x="2685772" y="3340646"/>
                  <a:pt x="2541576" y="3278598"/>
                  <a:pt x="2385725" y="3219331"/>
                </a:cubicBezTo>
                <a:cubicBezTo>
                  <a:pt x="1772369" y="2986216"/>
                  <a:pt x="1004504" y="2806124"/>
                  <a:pt x="139800" y="2703837"/>
                </a:cubicBezTo>
                <a:lnTo>
                  <a:pt x="0" y="2690164"/>
                </a:lnTo>
                <a:lnTo>
                  <a:pt x="0" y="2065401"/>
                </a:lnTo>
                <a:lnTo>
                  <a:pt x="211777" y="2086081"/>
                </a:lnTo>
                <a:cubicBezTo>
                  <a:pt x="1120769" y="2193475"/>
                  <a:pt x="1939742" y="2384266"/>
                  <a:pt x="2607673" y="2638129"/>
                </a:cubicBezTo>
                <a:cubicBezTo>
                  <a:pt x="2905807" y="2751449"/>
                  <a:pt x="3178719" y="2879195"/>
                  <a:pt x="3418234" y="3020846"/>
                </a:cubicBezTo>
                <a:cubicBezTo>
                  <a:pt x="3430933" y="3010070"/>
                  <a:pt x="3443282" y="2999294"/>
                  <a:pt x="3455284" y="2988345"/>
                </a:cubicBezTo>
                <a:cubicBezTo>
                  <a:pt x="3703497" y="2765354"/>
                  <a:pt x="3797424" y="2559569"/>
                  <a:pt x="3797424" y="2381072"/>
                </a:cubicBezTo>
                <a:cubicBezTo>
                  <a:pt x="3797424" y="2202575"/>
                  <a:pt x="3703497" y="1996964"/>
                  <a:pt x="3455284" y="1773799"/>
                </a:cubicBezTo>
                <a:cubicBezTo>
                  <a:pt x="3207071" y="1550808"/>
                  <a:pt x="2830665" y="1335812"/>
                  <a:pt x="2338761" y="1148798"/>
                </a:cubicBezTo>
                <a:cubicBezTo>
                  <a:pt x="1725405" y="915683"/>
                  <a:pt x="957540" y="735592"/>
                  <a:pt x="92879" y="633305"/>
                </a:cubicBezTo>
                <a:lnTo>
                  <a:pt x="0" y="624220"/>
                </a:lnTo>
                <a:lnTo>
                  <a:pt x="0" y="0"/>
                </a:lnTo>
                <a:lnTo>
                  <a:pt x="164563" y="16070"/>
                </a:lnTo>
                <a:cubicBezTo>
                  <a:pt x="1073563" y="123464"/>
                  <a:pt x="1892604" y="314255"/>
                  <a:pt x="2560535" y="568118"/>
                </a:cubicBezTo>
                <a:cubicBezTo>
                  <a:pt x="3093662" y="770774"/>
                  <a:pt x="3546777" y="1019662"/>
                  <a:pt x="3872045" y="1312001"/>
                </a:cubicBezTo>
                <a:cubicBezTo>
                  <a:pt x="4197313" y="1604166"/>
                  <a:pt x="4420304" y="1964984"/>
                  <a:pt x="4420304" y="2381246"/>
                </a:cubicBezTo>
                <a:cubicBezTo>
                  <a:pt x="4420304" y="2771263"/>
                  <a:pt x="4224448" y="3112441"/>
                  <a:pt x="3932402" y="3394352"/>
                </a:cubicBezTo>
                <a:lnTo>
                  <a:pt x="3932576" y="3394526"/>
                </a:lnTo>
                <a:cubicBezTo>
                  <a:pt x="4250539" y="3684431"/>
                  <a:pt x="4467442" y="4035343"/>
                  <a:pt x="4467442" y="4451605"/>
                </a:cubicBezTo>
                <a:cubicBezTo>
                  <a:pt x="4467442" y="4867866"/>
                  <a:pt x="4244276" y="5228684"/>
                  <a:pt x="3919182" y="5520849"/>
                </a:cubicBezTo>
                <a:cubicBezTo>
                  <a:pt x="3593915" y="5813015"/>
                  <a:pt x="3140800" y="6062077"/>
                  <a:pt x="2607499" y="6264732"/>
                </a:cubicBezTo>
                <a:cubicBezTo>
                  <a:pt x="1939568" y="6518704"/>
                  <a:pt x="1120527" y="6709536"/>
                  <a:pt x="211527" y="6816945"/>
                </a:cubicBezTo>
                <a:close/>
              </a:path>
            </a:pathLst>
          </a:custGeom>
          <a:solidFill>
            <a:srgbClr val="527488">
              <a:alpha val="15000"/>
            </a:srgbClr>
          </a:solidFill>
          <a:ln w="17383" cap="flat">
            <a:noFill/>
            <a:prstDash val="solid"/>
            <a:miter/>
          </a:ln>
        </p:spPr>
        <p:txBody>
          <a:bodyPr rtlCol="0" anchor="ctr"/>
          <a:lstStyle/>
          <a:p>
            <a:endParaRPr lang="en-US" sz="1800"/>
          </a:p>
        </p:txBody>
      </p:sp>
      <p:sp>
        <p:nvSpPr>
          <p:cNvPr id="18" name="Text Placeholder 26">
            <a:extLst>
              <a:ext uri="{FF2B5EF4-FFF2-40B4-BE49-F238E27FC236}">
                <a16:creationId xmlns:a16="http://schemas.microsoft.com/office/drawing/2014/main" id="{A0CB40A6-AED5-7A82-0046-23AEC7B1EFA5}"/>
              </a:ext>
            </a:extLst>
          </p:cNvPr>
          <p:cNvSpPr>
            <a:spLocks noGrp="1"/>
          </p:cNvSpPr>
          <p:nvPr>
            <p:ph type="body" sz="quarter" idx="14" hasCustomPrompt="1"/>
          </p:nvPr>
        </p:nvSpPr>
        <p:spPr>
          <a:xfrm>
            <a:off x="7378865" y="2760305"/>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1" name="Text Placeholder 26">
            <a:extLst>
              <a:ext uri="{FF2B5EF4-FFF2-40B4-BE49-F238E27FC236}">
                <a16:creationId xmlns:a16="http://schemas.microsoft.com/office/drawing/2014/main" id="{0A7730A9-7865-F1B5-06DB-EBDB3D5D6AFF}"/>
              </a:ext>
            </a:extLst>
          </p:cNvPr>
          <p:cNvSpPr>
            <a:spLocks noGrp="1"/>
          </p:cNvSpPr>
          <p:nvPr>
            <p:ph type="body" sz="quarter" idx="15" hasCustomPrompt="1"/>
          </p:nvPr>
        </p:nvSpPr>
        <p:spPr>
          <a:xfrm>
            <a:off x="7378865" y="3371028"/>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3" name="Text Placeholder 26">
            <a:extLst>
              <a:ext uri="{FF2B5EF4-FFF2-40B4-BE49-F238E27FC236}">
                <a16:creationId xmlns:a16="http://schemas.microsoft.com/office/drawing/2014/main" id="{D8C1E6A2-3613-8C67-D582-28998B5CE586}"/>
              </a:ext>
            </a:extLst>
          </p:cNvPr>
          <p:cNvSpPr>
            <a:spLocks noGrp="1"/>
          </p:cNvSpPr>
          <p:nvPr>
            <p:ph type="body" sz="quarter" idx="16" hasCustomPrompt="1"/>
          </p:nvPr>
        </p:nvSpPr>
        <p:spPr>
          <a:xfrm>
            <a:off x="7378865" y="3994846"/>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5" name="Text Placeholder 26">
            <a:extLst>
              <a:ext uri="{FF2B5EF4-FFF2-40B4-BE49-F238E27FC236}">
                <a16:creationId xmlns:a16="http://schemas.microsoft.com/office/drawing/2014/main" id="{111552A0-64AC-27B0-60F3-3B10E2D1D49F}"/>
              </a:ext>
            </a:extLst>
          </p:cNvPr>
          <p:cNvSpPr>
            <a:spLocks noGrp="1"/>
          </p:cNvSpPr>
          <p:nvPr>
            <p:ph type="body" sz="quarter" idx="17" hasCustomPrompt="1"/>
          </p:nvPr>
        </p:nvSpPr>
        <p:spPr>
          <a:xfrm>
            <a:off x="7378865" y="4616933"/>
            <a:ext cx="4466860" cy="489559"/>
          </a:xfrm>
        </p:spPr>
        <p:txBody>
          <a:bodyPr anchor="ctr">
            <a:noAutofit/>
          </a:bodyPr>
          <a:lstStyle>
            <a:lvl1pPr marL="0" indent="0">
              <a:buNone/>
              <a:defRPr sz="2400" b="0" i="0">
                <a:solidFill>
                  <a:srgbClr val="EFEFEF"/>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Slide Number Placeholder 13">
            <a:extLst>
              <a:ext uri="{FF2B5EF4-FFF2-40B4-BE49-F238E27FC236}">
                <a16:creationId xmlns:a16="http://schemas.microsoft.com/office/drawing/2014/main" id="{EADB5726-36FD-A7FC-895C-02CFE4A63EC5}"/>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28" name="TextBox 27">
            <a:extLst>
              <a:ext uri="{FF2B5EF4-FFF2-40B4-BE49-F238E27FC236}">
                <a16:creationId xmlns:a16="http://schemas.microsoft.com/office/drawing/2014/main" id="{31B5D1A6-BD95-57EB-96E4-B199DC5160E9}"/>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29" name="Text Placeholder 26">
            <a:extLst>
              <a:ext uri="{FF2B5EF4-FFF2-40B4-BE49-F238E27FC236}">
                <a16:creationId xmlns:a16="http://schemas.microsoft.com/office/drawing/2014/main" id="{E66667AA-EE85-714C-D7BA-A2048685964D}"/>
              </a:ext>
            </a:extLst>
          </p:cNvPr>
          <p:cNvSpPr>
            <a:spLocks noGrp="1"/>
          </p:cNvSpPr>
          <p:nvPr>
            <p:ph type="body" sz="quarter" idx="18" hasCustomPrompt="1"/>
          </p:nvPr>
        </p:nvSpPr>
        <p:spPr>
          <a:xfrm>
            <a:off x="6768586" y="2760305"/>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1</a:t>
            </a:r>
          </a:p>
        </p:txBody>
      </p:sp>
      <p:sp>
        <p:nvSpPr>
          <p:cNvPr id="30" name="Text Placeholder 26">
            <a:extLst>
              <a:ext uri="{FF2B5EF4-FFF2-40B4-BE49-F238E27FC236}">
                <a16:creationId xmlns:a16="http://schemas.microsoft.com/office/drawing/2014/main" id="{9AFA2DF1-F4E9-33BF-12AC-5D2CB8C82C00}"/>
              </a:ext>
            </a:extLst>
          </p:cNvPr>
          <p:cNvSpPr>
            <a:spLocks noGrp="1"/>
          </p:cNvSpPr>
          <p:nvPr>
            <p:ph type="body" sz="quarter" idx="19" hasCustomPrompt="1"/>
          </p:nvPr>
        </p:nvSpPr>
        <p:spPr>
          <a:xfrm>
            <a:off x="6768586" y="3367350"/>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2</a:t>
            </a:r>
          </a:p>
        </p:txBody>
      </p:sp>
      <p:sp>
        <p:nvSpPr>
          <p:cNvPr id="31" name="Text Placeholder 26">
            <a:extLst>
              <a:ext uri="{FF2B5EF4-FFF2-40B4-BE49-F238E27FC236}">
                <a16:creationId xmlns:a16="http://schemas.microsoft.com/office/drawing/2014/main" id="{4C6A6B89-E9ED-7803-2FA8-65F22F71C528}"/>
              </a:ext>
            </a:extLst>
          </p:cNvPr>
          <p:cNvSpPr>
            <a:spLocks noGrp="1"/>
          </p:cNvSpPr>
          <p:nvPr>
            <p:ph type="body" sz="quarter" idx="20" hasCustomPrompt="1"/>
          </p:nvPr>
        </p:nvSpPr>
        <p:spPr>
          <a:xfrm>
            <a:off x="6768586" y="3999218"/>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3</a:t>
            </a:r>
          </a:p>
        </p:txBody>
      </p:sp>
      <p:sp>
        <p:nvSpPr>
          <p:cNvPr id="32" name="Text Placeholder 26">
            <a:extLst>
              <a:ext uri="{FF2B5EF4-FFF2-40B4-BE49-F238E27FC236}">
                <a16:creationId xmlns:a16="http://schemas.microsoft.com/office/drawing/2014/main" id="{20FC3E54-F227-429C-8529-FD0CBC4E2932}"/>
              </a:ext>
            </a:extLst>
          </p:cNvPr>
          <p:cNvSpPr>
            <a:spLocks noGrp="1"/>
          </p:cNvSpPr>
          <p:nvPr>
            <p:ph type="body" sz="quarter" idx="21" hasCustomPrompt="1"/>
          </p:nvPr>
        </p:nvSpPr>
        <p:spPr>
          <a:xfrm>
            <a:off x="6768586" y="4616933"/>
            <a:ext cx="490908" cy="489559"/>
          </a:xfrm>
          <a:prstGeom prst="ellipse">
            <a:avLst/>
          </a:prstGeom>
          <a:ln>
            <a:solidFill>
              <a:srgbClr val="EFEFEF"/>
            </a:solidFill>
          </a:ln>
        </p:spPr>
        <p:txBody>
          <a:bodyPr anchor="ctr">
            <a:noAutofit/>
          </a:bodyPr>
          <a:lstStyle>
            <a:lvl1pPr marL="0" indent="0" algn="ctr">
              <a:buNone/>
              <a:defRPr sz="1200" b="1" i="0">
                <a:solidFill>
                  <a:srgbClr val="EFEFEF"/>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4</a:t>
            </a:r>
          </a:p>
        </p:txBody>
      </p:sp>
      <p:pic>
        <p:nvPicPr>
          <p:cNvPr id="9" name="Picture 8">
            <a:extLst>
              <a:ext uri="{FF2B5EF4-FFF2-40B4-BE49-F238E27FC236}">
                <a16:creationId xmlns:a16="http://schemas.microsoft.com/office/drawing/2014/main" id="{CE42E225-BEE5-39E0-ED1C-BA3E3C5565E9}"/>
              </a:ext>
            </a:extLst>
          </p:cNvPr>
          <p:cNvPicPr>
            <a:picLocks noChangeAspect="1"/>
          </p:cNvPicPr>
          <p:nvPr userDrawn="1"/>
        </p:nvPicPr>
        <p:blipFill>
          <a:blip r:embed="rId2"/>
          <a:stretch>
            <a:fillRect/>
          </a:stretch>
        </p:blipFill>
        <p:spPr>
          <a:xfrm>
            <a:off x="127178" y="168672"/>
            <a:ext cx="6091866" cy="6520656"/>
          </a:xfrm>
          <a:prstGeom prst="rect">
            <a:avLst/>
          </a:prstGeom>
        </p:spPr>
      </p:pic>
      <p:sp>
        <p:nvSpPr>
          <p:cNvPr id="10" name="Picture Placeholder 6">
            <a:extLst>
              <a:ext uri="{FF2B5EF4-FFF2-40B4-BE49-F238E27FC236}">
                <a16:creationId xmlns:a16="http://schemas.microsoft.com/office/drawing/2014/main" id="{3E1864D6-5654-1923-9E1C-E22E43D9DAC1}"/>
              </a:ext>
            </a:extLst>
          </p:cNvPr>
          <p:cNvSpPr>
            <a:spLocks noGrp="1"/>
          </p:cNvSpPr>
          <p:nvPr>
            <p:ph type="pic" idx="1" hasCustomPrompt="1"/>
          </p:nvPr>
        </p:nvSpPr>
        <p:spPr>
          <a:xfrm>
            <a:off x="127177" y="168672"/>
            <a:ext cx="6091867" cy="6520656"/>
          </a:xfrm>
          <a:solidFill>
            <a:schemeClr val="accent4">
              <a:alpha val="49401"/>
            </a:schemeClr>
          </a:solidFill>
        </p:spPr>
        <p:txBody>
          <a:bodyPr lIns="91440" tIns="182880"/>
          <a:lstStyle>
            <a:lvl1pPr marL="0" indent="0">
              <a:buNone/>
              <a:defRPr>
                <a:solidFill>
                  <a:schemeClr val="accent4"/>
                </a:solidFill>
                <a:latin typeface="Montserrat"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Icon to Change Image</a:t>
            </a:r>
            <a:endParaRPr lang="en-US">
              <a:solidFill>
                <a:srgbClr val="003059"/>
              </a:solidFill>
              <a:latin typeface="Montserrat" pitchFamily="2" charset="77"/>
            </a:endParaRPr>
          </a:p>
        </p:txBody>
      </p:sp>
      <p:sp>
        <p:nvSpPr>
          <p:cNvPr id="2" name="Title 16">
            <a:extLst>
              <a:ext uri="{FF2B5EF4-FFF2-40B4-BE49-F238E27FC236}">
                <a16:creationId xmlns:a16="http://schemas.microsoft.com/office/drawing/2014/main" id="{FACEB4FC-7CED-2978-0830-5AAE2F00C969}"/>
              </a:ext>
            </a:extLst>
          </p:cNvPr>
          <p:cNvSpPr>
            <a:spLocks noGrp="1"/>
          </p:cNvSpPr>
          <p:nvPr>
            <p:ph type="title" hasCustomPrompt="1"/>
          </p:nvPr>
        </p:nvSpPr>
        <p:spPr>
          <a:xfrm>
            <a:off x="6703738" y="1813414"/>
            <a:ext cx="5141987" cy="662998"/>
          </a:xfrm>
        </p:spPr>
        <p:txBody>
          <a:bodyPr>
            <a:normAutofit/>
          </a:bodyPr>
          <a:lstStyle>
            <a:lvl1pPr>
              <a:defRPr sz="3600" b="0" i="0">
                <a:solidFill>
                  <a:schemeClr val="accent2"/>
                </a:solidFill>
                <a:latin typeface="+mn-lt"/>
              </a:defRPr>
            </a:lvl1pPr>
          </a:lstStyle>
          <a:p>
            <a:r>
              <a:rPr lang="en-US"/>
              <a:t>Click to Add Title</a:t>
            </a:r>
          </a:p>
        </p:txBody>
      </p:sp>
    </p:spTree>
    <p:extLst>
      <p:ext uri="{BB962C8B-B14F-4D97-AF65-F5344CB8AC3E}">
        <p14:creationId xmlns:p14="http://schemas.microsoft.com/office/powerpoint/2010/main" val="184471431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53058639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4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54908529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0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609904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n-lt"/>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3732309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Page Breaker">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a:extLst>
              <a:ext uri="{96DAC541-7B7A-43D3-8B79-37D633B846F1}">
                <asvg:svgBlip xmlns:asvg="http://schemas.microsoft.com/office/drawing/2016/SVG/main" r:embed="rId2"/>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37383046-FDF0-07F4-49BB-257AAA38830B}"/>
              </a:ext>
            </a:extLst>
          </p:cNvPr>
          <p:cNvSpPr>
            <a:spLocks noGrp="1"/>
          </p:cNvSpPr>
          <p:nvPr>
            <p:ph type="title" hasCustomPrompt="1"/>
          </p:nvPr>
        </p:nvSpPr>
        <p:spPr>
          <a:xfrm>
            <a:off x="689784" y="2766220"/>
            <a:ext cx="5258297" cy="1325563"/>
          </a:xfrm>
        </p:spPr>
        <p:txBody>
          <a:bodyPr>
            <a:noAutofit/>
          </a:bodyPr>
          <a:lstStyle>
            <a:lvl1pPr>
              <a:defRPr sz="4400" b="0" i="0">
                <a:solidFill>
                  <a:schemeClr val="accent1"/>
                </a:solidFill>
                <a:latin typeface="+mj-lt"/>
              </a:defRPr>
            </a:lvl1pPr>
          </a:lstStyle>
          <a:p>
            <a:r>
              <a:rPr lang="en-US"/>
              <a:t>Click to Add Title</a:t>
            </a:r>
          </a:p>
        </p:txBody>
      </p:sp>
      <p:pic>
        <p:nvPicPr>
          <p:cNvPr id="3" name="Graphic 2">
            <a:extLst>
              <a:ext uri="{FF2B5EF4-FFF2-40B4-BE49-F238E27FC236}">
                <a16:creationId xmlns:a16="http://schemas.microsoft.com/office/drawing/2014/main" id="{F42E0078-518F-0775-395B-44BB00E088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4" name="Slide Number Placeholder 13">
            <a:extLst>
              <a:ext uri="{FF2B5EF4-FFF2-40B4-BE49-F238E27FC236}">
                <a16:creationId xmlns:a16="http://schemas.microsoft.com/office/drawing/2014/main" id="{0B3CA4CB-00E8-E7C2-7117-5839F34D2015}"/>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8" name="TextBox 7">
            <a:extLst>
              <a:ext uri="{FF2B5EF4-FFF2-40B4-BE49-F238E27FC236}">
                <a16:creationId xmlns:a16="http://schemas.microsoft.com/office/drawing/2014/main" id="{8124E859-886D-2C3F-A009-2815A44F2A1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Tree>
    <p:extLst>
      <p:ext uri="{BB962C8B-B14F-4D97-AF65-F5344CB8AC3E}">
        <p14:creationId xmlns:p14="http://schemas.microsoft.com/office/powerpoint/2010/main" val="564046319"/>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Page Breaker">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a:extLst>
              <a:ext uri="{96DAC541-7B7A-43D3-8B79-37D633B846F1}">
                <asvg:svgBlip xmlns:asvg="http://schemas.microsoft.com/office/drawing/2016/SVG/main" r:embed="rId2"/>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784" y="276622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Tree>
    <p:extLst>
      <p:ext uri="{BB962C8B-B14F-4D97-AF65-F5344CB8AC3E}">
        <p14:creationId xmlns:p14="http://schemas.microsoft.com/office/powerpoint/2010/main" val="14289698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Page Breaker">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a:extLst>
              <a:ext uri="{96DAC541-7B7A-43D3-8B79-37D633B846F1}">
                <asvg:svgBlip xmlns:asvg="http://schemas.microsoft.com/office/drawing/2016/SVG/main" r:embed="rId2"/>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B3508764-3A47-53E0-B15A-D6B364F6D3A6}"/>
              </a:ext>
            </a:extLst>
          </p:cNvPr>
          <p:cNvSpPr>
            <a:spLocks noGrp="1"/>
          </p:cNvSpPr>
          <p:nvPr>
            <p:ph type="title" hasCustomPrompt="1"/>
          </p:nvPr>
        </p:nvSpPr>
        <p:spPr>
          <a:xfrm>
            <a:off x="689784" y="276622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8" name="Graphic 7">
            <a:extLst>
              <a:ext uri="{FF2B5EF4-FFF2-40B4-BE49-F238E27FC236}">
                <a16:creationId xmlns:a16="http://schemas.microsoft.com/office/drawing/2014/main" id="{8EFBF7C8-A378-FA84-9500-3136EB8044B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10" name="Slide Number Placeholder 13">
            <a:extLst>
              <a:ext uri="{FF2B5EF4-FFF2-40B4-BE49-F238E27FC236}">
                <a16:creationId xmlns:a16="http://schemas.microsoft.com/office/drawing/2014/main" id="{2508B8A1-ADF6-6962-C302-E634B45FACBA}"/>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314550"/>
                </a:solidFill>
                <a:latin typeface="Montserrat" pitchFamily="2" charset="77"/>
              </a:rPr>
              <a:pPr/>
              <a:t>‹#›</a:t>
            </a:fld>
            <a:endParaRPr lang="en-US" sz="800">
              <a:solidFill>
                <a:srgbClr val="314550"/>
              </a:solidFill>
              <a:latin typeface="Montserrat" pitchFamily="2" charset="77"/>
            </a:endParaRPr>
          </a:p>
        </p:txBody>
      </p:sp>
      <p:sp>
        <p:nvSpPr>
          <p:cNvPr id="11" name="TextBox 10">
            <a:extLst>
              <a:ext uri="{FF2B5EF4-FFF2-40B4-BE49-F238E27FC236}">
                <a16:creationId xmlns:a16="http://schemas.microsoft.com/office/drawing/2014/main" id="{5A905F13-C7C2-A209-FE53-8641D9E22971}"/>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314550"/>
                </a:solidFill>
                <a:effectLst/>
                <a:uLnTx/>
                <a:uFillTx/>
                <a:latin typeface="Montserrat" pitchFamily="2" charset="77"/>
              </a:rPr>
              <a:t>Private and Confidential</a:t>
            </a:r>
          </a:p>
        </p:txBody>
      </p:sp>
    </p:spTree>
    <p:extLst>
      <p:ext uri="{BB962C8B-B14F-4D97-AF65-F5344CB8AC3E}">
        <p14:creationId xmlns:p14="http://schemas.microsoft.com/office/powerpoint/2010/main" val="357739965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Page Breaker">
    <p:bg>
      <p:bgPr>
        <a:solidFill>
          <a:schemeClr val="accent4"/>
        </a:solidFill>
        <a:effectLst/>
      </p:bgPr>
    </p:bg>
    <p:spTree>
      <p:nvGrpSpPr>
        <p:cNvPr id="1" name=""/>
        <p:cNvGrpSpPr/>
        <p:nvPr/>
      </p:nvGrpSpPr>
      <p:grpSpPr>
        <a:xfrm>
          <a:off x="0" y="0"/>
          <a:ext cx="0" cy="0"/>
          <a:chOff x="0" y="0"/>
          <a:chExt cx="0" cy="0"/>
        </a:xfrm>
      </p:grpSpPr>
      <p:pic>
        <p:nvPicPr>
          <p:cNvPr id="3" name="Picture 2" descr="A group of people standing around a table&#10;&#10;Description automatically generated">
            <a:extLst>
              <a:ext uri="{FF2B5EF4-FFF2-40B4-BE49-F238E27FC236}">
                <a16:creationId xmlns:a16="http://schemas.microsoft.com/office/drawing/2014/main" id="{5821DC15-D35E-1617-7D2E-52211B44D6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5746"/>
          <a:stretch/>
        </p:blipFill>
        <p:spPr>
          <a:xfrm flipH="1">
            <a:off x="20" y="1282"/>
            <a:ext cx="12190392" cy="6856718"/>
          </a:xfrm>
          <a:prstGeom prst="rect">
            <a:avLst/>
          </a:prstGeom>
        </p:spPr>
      </p:pic>
      <p:sp>
        <p:nvSpPr>
          <p:cNvPr id="9" name="Picture Placeholder 6">
            <a:extLst>
              <a:ext uri="{FF2B5EF4-FFF2-40B4-BE49-F238E27FC236}">
                <a16:creationId xmlns:a16="http://schemas.microsoft.com/office/drawing/2014/main" id="{34EB2FB5-65CD-5426-4E77-13DE92392510}"/>
              </a:ext>
            </a:extLst>
          </p:cNvPr>
          <p:cNvSpPr>
            <a:spLocks noGrp="1"/>
          </p:cNvSpPr>
          <p:nvPr>
            <p:ph type="pic" idx="1" hasCustomPrompt="1"/>
          </p:nvPr>
        </p:nvSpPr>
        <p:spPr>
          <a:xfrm>
            <a:off x="804" y="641"/>
            <a:ext cx="12190392" cy="6857359"/>
          </a:xfrm>
          <a:solidFill>
            <a:srgbClr val="354C58">
              <a:alpha val="55000"/>
            </a:srgbClr>
          </a:solidFill>
        </p:spPr>
        <p:txBody>
          <a:bodyPr lIns="91440" tIns="182880" rIns="182880"/>
          <a:lstStyle>
            <a:lvl1pPr marL="0" indent="0" algn="r">
              <a:buNone/>
              <a:defRPr b="0" cap="none" spc="0">
                <a:ln w="0"/>
                <a:solidFill>
                  <a:srgbClr val="F4F3F0"/>
                </a:solidFill>
                <a:effectLst/>
              </a:defRPr>
            </a:lvl1pPr>
          </a:lstStyle>
          <a:p>
            <a:r>
              <a:rPr lang="en-US">
                <a:solidFill>
                  <a:srgbClr val="003059"/>
                </a:solidFill>
                <a:latin typeface="Montserrat" pitchFamily="2" charset="77"/>
              </a:rPr>
              <a:t>Click Icon to Change Image</a:t>
            </a:r>
          </a:p>
        </p:txBody>
      </p:sp>
      <p:sp>
        <p:nvSpPr>
          <p:cNvPr id="10" name="Title 5">
            <a:extLst>
              <a:ext uri="{FF2B5EF4-FFF2-40B4-BE49-F238E27FC236}">
                <a16:creationId xmlns:a16="http://schemas.microsoft.com/office/drawing/2014/main" id="{66A0AC46-D6C3-F3EC-280B-205EB9224D87}"/>
              </a:ext>
            </a:extLst>
          </p:cNvPr>
          <p:cNvSpPr>
            <a:spLocks noGrp="1"/>
          </p:cNvSpPr>
          <p:nvPr>
            <p:ph type="title" hasCustomPrompt="1"/>
          </p:nvPr>
        </p:nvSpPr>
        <p:spPr>
          <a:xfrm>
            <a:off x="247548" y="34959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11" name="Graphic 10">
            <a:extLst>
              <a:ext uri="{FF2B5EF4-FFF2-40B4-BE49-F238E27FC236}">
                <a16:creationId xmlns:a16="http://schemas.microsoft.com/office/drawing/2014/main" id="{F3CE833F-590E-E457-5307-48C170F86D0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5609959"/>
            <a:ext cx="2031115" cy="1081646"/>
          </a:xfrm>
          <a:prstGeom prst="rect">
            <a:avLst/>
          </a:prstGeom>
        </p:spPr>
      </p:pic>
      <p:sp>
        <p:nvSpPr>
          <p:cNvPr id="14" name="Slide Number Placeholder 13">
            <a:extLst>
              <a:ext uri="{FF2B5EF4-FFF2-40B4-BE49-F238E27FC236}">
                <a16:creationId xmlns:a16="http://schemas.microsoft.com/office/drawing/2014/main" id="{988BF45E-D89C-8AC1-5433-945AFBF85B1C}"/>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15" name="TextBox 14">
            <a:extLst>
              <a:ext uri="{FF2B5EF4-FFF2-40B4-BE49-F238E27FC236}">
                <a16:creationId xmlns:a16="http://schemas.microsoft.com/office/drawing/2014/main" id="{4F8ACA2E-1095-998F-ED9A-60959689C7BE}"/>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Tree>
    <p:extLst>
      <p:ext uri="{BB962C8B-B14F-4D97-AF65-F5344CB8AC3E}">
        <p14:creationId xmlns:p14="http://schemas.microsoft.com/office/powerpoint/2010/main" val="2393973722"/>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5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174851704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072646303"/>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itchFamily="2" charset="77"/>
              </a:rPr>
              <a:pPr/>
              <a:t>‹#›</a:t>
            </a:fld>
            <a:endParaRPr lang="en-US" sz="800">
              <a:solidFill>
                <a:schemeClr val="tx1"/>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14342388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5" y="1363287"/>
            <a:ext cx="10857999" cy="4743001"/>
          </a:xfrm>
          <a:prstGeom prst="rect">
            <a:avLst/>
          </a:prstGeom>
        </p:spPr>
        <p:txBody>
          <a:bodyPr lIns="0" tIns="0" rIns="0" bIns="0"/>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F4F3F0"/>
                </a:solidFill>
                <a:latin typeface="Montserrat" pitchFamily="2" charset="77"/>
              </a:rPr>
              <a:pPr/>
              <a:t>‹#›</a:t>
            </a:fld>
            <a:endParaRPr lang="en-US" sz="800">
              <a:solidFill>
                <a:srgbClr val="F4F3F0"/>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F4F3F0"/>
                </a:solidFill>
                <a:effectLst/>
                <a:uLnTx/>
                <a:uFillTx/>
                <a:latin typeface="Montserrat" pitchFamily="2" charset="77"/>
              </a:rPr>
              <a:t>Private and Confidential</a:t>
            </a:r>
          </a:p>
        </p:txBody>
      </p:sp>
      <p:sp>
        <p:nvSpPr>
          <p:cNvPr id="6" name="Title 3">
            <a:extLst>
              <a:ext uri="{FF2B5EF4-FFF2-40B4-BE49-F238E27FC236}">
                <a16:creationId xmlns:a16="http://schemas.microsoft.com/office/drawing/2014/main" id="{539CE9F0-0A2D-ADFE-B8C9-88E20368393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7" name="Graphic 6">
            <a:extLst>
              <a:ext uri="{FF2B5EF4-FFF2-40B4-BE49-F238E27FC236}">
                <a16:creationId xmlns:a16="http://schemas.microsoft.com/office/drawing/2014/main" id="{F67A8346-0540-B3AC-6CA8-558275243E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164847642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55932659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9_Blank Layout">
    <p:bg>
      <p:bgPr>
        <a:solidFill>
          <a:schemeClr val="tx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419603609"/>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0_Blank Layout">
    <p:bg>
      <p:bgPr>
        <a:solidFill>
          <a:schemeClr val="accent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212370391"/>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_Blank Layout">
    <p:bg>
      <p:bgPr>
        <a:solidFill>
          <a:schemeClr val="accent4"/>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rgbClr val="EFEFEF"/>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accent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1743451516"/>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2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n-lt"/>
                <a:ea typeface="+mj-ea"/>
                <a:cs typeface="+mj-cs"/>
              </a:defRPr>
            </a:lvl1pPr>
          </a:lstStyle>
          <a:p>
            <a:r>
              <a:rPr lang="en-US"/>
              <a:t>Click to Add Title</a:t>
            </a:r>
            <a:endParaRPr lang="en-IN"/>
          </a:p>
        </p:txBody>
      </p:sp>
      <p:sp>
        <p:nvSpPr>
          <p:cNvPr id="6" name="Text Placeholder 6">
            <a:extLst>
              <a:ext uri="{FF2B5EF4-FFF2-40B4-BE49-F238E27FC236}">
                <a16:creationId xmlns:a16="http://schemas.microsoft.com/office/drawing/2014/main" id="{F6072F1D-F085-17B7-D2EB-41905CF2893C}"/>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9C155A48-3881-F727-7AAD-6C5541F570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8131402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3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n-lt"/>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16622087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4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04AFD9-DCC6-C342-C772-4DD737B01320}"/>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0" y="0"/>
            <a:ext cx="5901267"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10" name="Slide Number Placeholder 13">
            <a:extLst>
              <a:ext uri="{FF2B5EF4-FFF2-40B4-BE49-F238E27FC236}">
                <a16:creationId xmlns:a16="http://schemas.microsoft.com/office/drawing/2014/main" id="{1EE0127B-07F0-4F53-9948-EF78A26AF8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742B34F9-8358-2FFD-6245-A29A00D02CF0}"/>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4" name="Graphic 3">
            <a:extLst>
              <a:ext uri="{FF2B5EF4-FFF2-40B4-BE49-F238E27FC236}">
                <a16:creationId xmlns:a16="http://schemas.microsoft.com/office/drawing/2014/main" id="{2A649FCA-2925-9EA6-53B0-47F1EA4841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
        <p:nvSpPr>
          <p:cNvPr id="8" name="Title 3">
            <a:extLst>
              <a:ext uri="{FF2B5EF4-FFF2-40B4-BE49-F238E27FC236}">
                <a16:creationId xmlns:a16="http://schemas.microsoft.com/office/drawing/2014/main" id="{073A64C0-8181-4CB6-1736-A623C05EAFFC}"/>
              </a:ext>
            </a:extLst>
          </p:cNvPr>
          <p:cNvSpPr>
            <a:spLocks noGrp="1"/>
          </p:cNvSpPr>
          <p:nvPr>
            <p:ph type="title" hasCustomPrompt="1"/>
          </p:nvPr>
        </p:nvSpPr>
        <p:spPr>
          <a:xfrm>
            <a:off x="577700" y="535944"/>
            <a:ext cx="436822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F4F3F0"/>
                </a:solidFill>
                <a:latin typeface="+mn-lt"/>
                <a:ea typeface="+mj-ea"/>
                <a:cs typeface="+mj-cs"/>
              </a:defRPr>
            </a:lvl1pPr>
          </a:lstStyle>
          <a:p>
            <a:r>
              <a:rPr lang="en-US"/>
              <a:t>Click to Add Title</a:t>
            </a:r>
            <a:endParaRPr lang="en-IN"/>
          </a:p>
        </p:txBody>
      </p:sp>
      <p:sp>
        <p:nvSpPr>
          <p:cNvPr id="9" name="Text Placeholder 6">
            <a:extLst>
              <a:ext uri="{FF2B5EF4-FFF2-40B4-BE49-F238E27FC236}">
                <a16:creationId xmlns:a16="http://schemas.microsoft.com/office/drawing/2014/main" id="{46CBCA07-AB1A-5A40-AB3A-104998AA418E}"/>
              </a:ext>
            </a:extLst>
          </p:cNvPr>
          <p:cNvSpPr>
            <a:spLocks noGrp="1"/>
          </p:cNvSpPr>
          <p:nvPr>
            <p:ph type="body" sz="quarter" idx="14" hasCustomPrompt="1"/>
          </p:nvPr>
        </p:nvSpPr>
        <p:spPr>
          <a:xfrm>
            <a:off x="575116" y="2210357"/>
            <a:ext cx="4370813" cy="3841528"/>
          </a:xfrm>
          <a:prstGeom prst="rect">
            <a:avLst/>
          </a:prstGeom>
        </p:spPr>
        <p:txBody>
          <a:bodyPr lIns="0" tIns="0" rIns="0" bIns="0"/>
          <a:lstStyle>
            <a:lvl1pPr marL="0" indent="0">
              <a:lnSpc>
                <a:spcPct val="100000"/>
              </a:lnSpc>
              <a:buClr>
                <a:schemeClr val="accent1"/>
              </a:buClr>
              <a:buSzPct val="100000"/>
              <a:buNone/>
              <a:defRPr sz="2400" b="0" i="0">
                <a:solidFill>
                  <a:srgbClr val="F4F3F0"/>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12" name="Text Placeholder 6">
            <a:extLst>
              <a:ext uri="{FF2B5EF4-FFF2-40B4-BE49-F238E27FC236}">
                <a16:creationId xmlns:a16="http://schemas.microsoft.com/office/drawing/2014/main" id="{917409C7-3C48-D16B-16D2-D858175616F2}"/>
              </a:ext>
            </a:extLst>
          </p:cNvPr>
          <p:cNvSpPr>
            <a:spLocks noGrp="1"/>
          </p:cNvSpPr>
          <p:nvPr>
            <p:ph type="body" sz="quarter" idx="16" hasCustomPrompt="1"/>
          </p:nvPr>
        </p:nvSpPr>
        <p:spPr>
          <a:xfrm>
            <a:off x="6497373" y="535944"/>
            <a:ext cx="5116926"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Tree>
    <p:extLst>
      <p:ext uri="{BB962C8B-B14F-4D97-AF65-F5344CB8AC3E}">
        <p14:creationId xmlns:p14="http://schemas.microsoft.com/office/powerpoint/2010/main" val="25266290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5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tx2"/>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15" name="Graphic 14">
            <a:extLst>
              <a:ext uri="{FF2B5EF4-FFF2-40B4-BE49-F238E27FC236}">
                <a16:creationId xmlns:a16="http://schemas.microsoft.com/office/drawing/2014/main" id="{4457594D-D0AE-0789-5EF6-A9901C89AF4B}"/>
              </a:ext>
            </a:extLst>
          </p:cNvPr>
          <p:cNvPicPr>
            <a:picLocks noChangeAspect="1"/>
          </p:cNvPicPr>
          <p:nvPr userDrawn="1"/>
        </p:nvPicPr>
        <p:blipFill>
          <a:blip>
            <a:extLst>
              <a:ext uri="{96DAC541-7B7A-43D3-8B79-37D633B846F1}">
                <asvg:svgBlip xmlns:asvg="http://schemas.microsoft.com/office/drawing/2016/SVG/main" r:embed="rId2"/>
              </a:ext>
            </a:extLst>
          </a:blip>
          <a:srcRect l="35318" t="-13495" r="488" b="677"/>
          <a:stretch/>
        </p:blipFill>
        <p:spPr>
          <a:xfrm flipV="1">
            <a:off x="-2" y="2377440"/>
            <a:ext cx="4301475" cy="4480560"/>
          </a:xfrm>
          <a:prstGeom prst="rect">
            <a:avLst/>
          </a:prstGeom>
        </p:spPr>
      </p:pic>
    </p:spTree>
    <p:extLst>
      <p:ext uri="{BB962C8B-B14F-4D97-AF65-F5344CB8AC3E}">
        <p14:creationId xmlns:p14="http://schemas.microsoft.com/office/powerpoint/2010/main" val="2708863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6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3" name="Graphic 2">
            <a:extLst>
              <a:ext uri="{FF2B5EF4-FFF2-40B4-BE49-F238E27FC236}">
                <a16:creationId xmlns:a16="http://schemas.microsoft.com/office/drawing/2014/main" id="{13872BEF-0E86-6EB3-76CB-07BF9FCAA192}"/>
              </a:ext>
            </a:extLst>
          </p:cNvPr>
          <p:cNvPicPr>
            <a:picLocks noChangeAspect="1"/>
          </p:cNvPicPr>
          <p:nvPr userDrawn="1"/>
        </p:nvPicPr>
        <p:blipFill>
          <a:blip>
            <a:extLst>
              <a:ext uri="{96DAC541-7B7A-43D3-8B79-37D633B846F1}">
                <asvg:svgBlip xmlns:asvg="http://schemas.microsoft.com/office/drawing/2016/SVG/main" r:embed="rId2"/>
              </a:ext>
            </a:extLst>
          </a:blip>
          <a:srcRect l="35318" t="-13495" r="488" b="677"/>
          <a:stretch/>
        </p:blipFill>
        <p:spPr>
          <a:xfrm flipV="1">
            <a:off x="-2" y="2377440"/>
            <a:ext cx="4301475" cy="4480560"/>
          </a:xfrm>
          <a:prstGeom prst="rect">
            <a:avLst/>
          </a:prstGeom>
        </p:spPr>
      </p:pic>
    </p:spTree>
    <p:extLst>
      <p:ext uri="{BB962C8B-B14F-4D97-AF65-F5344CB8AC3E}">
        <p14:creationId xmlns:p14="http://schemas.microsoft.com/office/powerpoint/2010/main" val="35859179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7_Blank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A9580-AD46-6ABD-4EBA-1855354D254B}"/>
              </a:ext>
            </a:extLst>
          </p:cNvPr>
          <p:cNvSpPr/>
          <p:nvPr userDrawn="1"/>
        </p:nvSpPr>
        <p:spPr>
          <a:xfrm>
            <a:off x="11211972" y="6132226"/>
            <a:ext cx="980028" cy="7257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29" name="Rectangle 28">
            <a:extLst>
              <a:ext uri="{FF2B5EF4-FFF2-40B4-BE49-F238E27FC236}">
                <a16:creationId xmlns:a16="http://schemas.microsoft.com/office/drawing/2014/main" id="{73D1C971-4EEF-591C-15FF-C4CE8AC80259}"/>
              </a:ext>
            </a:extLst>
          </p:cNvPr>
          <p:cNvSpPr/>
          <p:nvPr userDrawn="1"/>
        </p:nvSpPr>
        <p:spPr>
          <a:xfrm>
            <a:off x="-1" y="0"/>
            <a:ext cx="4739154"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schemeClr val="bg1"/>
              </a:solidFill>
            </a:endParaRPr>
          </a:p>
        </p:txBody>
      </p:sp>
      <p:sp>
        <p:nvSpPr>
          <p:cNvPr id="5" name="Title 3">
            <a:extLst>
              <a:ext uri="{FF2B5EF4-FFF2-40B4-BE49-F238E27FC236}">
                <a16:creationId xmlns:a16="http://schemas.microsoft.com/office/drawing/2014/main" id="{FBA8B3D1-F495-06A8-8BC8-AB478298E033}"/>
              </a:ext>
            </a:extLst>
          </p:cNvPr>
          <p:cNvSpPr>
            <a:spLocks noGrp="1"/>
          </p:cNvSpPr>
          <p:nvPr>
            <p:ph type="title" hasCustomPrompt="1"/>
          </p:nvPr>
        </p:nvSpPr>
        <p:spPr>
          <a:xfrm>
            <a:off x="189282" y="535944"/>
            <a:ext cx="3982820"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rgbClr val="00EDED"/>
                </a:solidFill>
                <a:latin typeface="+mn-lt"/>
                <a:ea typeface="+mj-ea"/>
                <a:cs typeface="+mj-cs"/>
              </a:defRPr>
            </a:lvl1pPr>
          </a:lstStyle>
          <a:p>
            <a:r>
              <a:rPr lang="en-US"/>
              <a:t>Click to Add Title</a:t>
            </a:r>
            <a:endParaRPr lang="en-IN"/>
          </a:p>
        </p:txBody>
      </p:sp>
      <p:sp>
        <p:nvSpPr>
          <p:cNvPr id="7" name="Text Placeholder 6">
            <a:extLst>
              <a:ext uri="{FF2B5EF4-FFF2-40B4-BE49-F238E27FC236}">
                <a16:creationId xmlns:a16="http://schemas.microsoft.com/office/drawing/2014/main" id="{F71E1AB6-1328-F608-4EB4-1CF40A467C6E}"/>
              </a:ext>
            </a:extLst>
          </p:cNvPr>
          <p:cNvSpPr>
            <a:spLocks noGrp="1"/>
          </p:cNvSpPr>
          <p:nvPr>
            <p:ph type="body" sz="quarter" idx="16" hasCustomPrompt="1"/>
          </p:nvPr>
        </p:nvSpPr>
        <p:spPr>
          <a:xfrm>
            <a:off x="5093850" y="535944"/>
            <a:ext cx="6520449" cy="5515173"/>
          </a:xfrm>
          <a:prstGeom prst="rect">
            <a:avLst/>
          </a:prstGeom>
        </p:spPr>
        <p:txBody>
          <a:bodyPr lIns="0" tIns="0" rIns="0" bIns="0"/>
          <a:lstStyle>
            <a:lvl1pPr marL="0" indent="0">
              <a:lnSpc>
                <a:spcPct val="100000"/>
              </a:lnSpc>
              <a:buClr>
                <a:schemeClr val="accent1"/>
              </a:buClr>
              <a:buSzPct val="100000"/>
              <a:buNone/>
              <a:defRPr sz="2400" b="0" i="0">
                <a:solidFill>
                  <a:schemeClr val="tx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marL="0" marR="0" lvl="0" indent="0" algn="l" defTabSz="913974" rtl="0" eaLnBrk="1" fontAlgn="auto" latinLnBrk="0" hangingPunct="1">
              <a:lnSpc>
                <a:spcPct val="100000"/>
              </a:lnSpc>
              <a:spcBef>
                <a:spcPts val="1000"/>
              </a:spcBef>
              <a:spcAft>
                <a:spcPts val="0"/>
              </a:spcAft>
              <a:buClr>
                <a:schemeClr val="accent1"/>
              </a:buClr>
              <a:buSzPct val="100000"/>
              <a:buFont typeface="Arial" panose="020B0604020202020204" pitchFamily="34" charset="0"/>
              <a:buNone/>
              <a:tabLst/>
              <a:defRPr/>
            </a:pPr>
            <a:r>
              <a:rPr lang="en-US"/>
              <a:t>Click to Add Text</a:t>
            </a:r>
            <a:endParaRPr lang="en-IN"/>
          </a:p>
        </p:txBody>
      </p:sp>
      <p:sp>
        <p:nvSpPr>
          <p:cNvPr id="10" name="Slide Number Placeholder 13">
            <a:extLst>
              <a:ext uri="{FF2B5EF4-FFF2-40B4-BE49-F238E27FC236}">
                <a16:creationId xmlns:a16="http://schemas.microsoft.com/office/drawing/2014/main" id="{4D6F097A-81A0-214F-AEEC-EAA6F64BCEC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2"/>
                </a:solidFill>
                <a:latin typeface="Montserrat" pitchFamily="2" charset="77"/>
              </a:rPr>
              <a:pPr/>
              <a:t>‹#›</a:t>
            </a:fld>
            <a:endParaRPr lang="en-US" sz="800">
              <a:solidFill>
                <a:schemeClr val="tx2"/>
              </a:solidFill>
              <a:latin typeface="Montserrat" pitchFamily="2" charset="77"/>
            </a:endParaRPr>
          </a:p>
        </p:txBody>
      </p:sp>
      <p:sp>
        <p:nvSpPr>
          <p:cNvPr id="11" name="TextBox 10">
            <a:extLst>
              <a:ext uri="{FF2B5EF4-FFF2-40B4-BE49-F238E27FC236}">
                <a16:creationId xmlns:a16="http://schemas.microsoft.com/office/drawing/2014/main" id="{5AEECD24-80F8-4DCF-15B4-71F0DD56B15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2"/>
                </a:solidFill>
                <a:effectLst/>
                <a:uLnTx/>
                <a:uFillTx/>
                <a:latin typeface="Montserrat" pitchFamily="2" charset="77"/>
              </a:rPr>
              <a:t>Private and Confidential</a:t>
            </a:r>
          </a:p>
        </p:txBody>
      </p:sp>
      <p:pic>
        <p:nvPicPr>
          <p:cNvPr id="8" name="Graphic 7">
            <a:extLst>
              <a:ext uri="{FF2B5EF4-FFF2-40B4-BE49-F238E27FC236}">
                <a16:creationId xmlns:a16="http://schemas.microsoft.com/office/drawing/2014/main" id="{FE744D56-A27B-9A75-A311-8417919185C0}"/>
              </a:ext>
            </a:extLst>
          </p:cNvPr>
          <p:cNvPicPr>
            <a:picLocks noChangeAspect="1"/>
          </p:cNvPicPr>
          <p:nvPr userDrawn="1"/>
        </p:nvPicPr>
        <p:blipFill>
          <a:blip>
            <a:extLst>
              <a:ext uri="{96DAC541-7B7A-43D3-8B79-37D633B846F1}">
                <asvg:svgBlip xmlns:asvg="http://schemas.microsoft.com/office/drawing/2016/SVG/main" r:embed="rId2"/>
              </a:ext>
            </a:extLst>
          </a:blip>
          <a:srcRect l="35318" t="-13495" r="488" b="677"/>
          <a:stretch/>
        </p:blipFill>
        <p:spPr>
          <a:xfrm flipV="1">
            <a:off x="-2" y="2377440"/>
            <a:ext cx="4301475" cy="4480560"/>
          </a:xfrm>
          <a:prstGeom prst="rect">
            <a:avLst/>
          </a:prstGeom>
        </p:spPr>
      </p:pic>
    </p:spTree>
    <p:extLst>
      <p:ext uri="{BB962C8B-B14F-4D97-AF65-F5344CB8AC3E}">
        <p14:creationId xmlns:p14="http://schemas.microsoft.com/office/powerpoint/2010/main" val="9995331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1_Page Breaker">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4F979DE-254D-D24D-5E6E-0341C0A814D2}"/>
              </a:ext>
            </a:extLst>
          </p:cNvPr>
          <p:cNvPicPr>
            <a:picLocks noChangeAspect="1"/>
          </p:cNvPicPr>
          <p:nvPr userDrawn="1"/>
        </p:nvPicPr>
        <p:blipFill>
          <a:blip>
            <a:extLst>
              <a:ext uri="{96DAC541-7B7A-43D3-8B79-37D633B846F1}">
                <asvg:svgBlip xmlns:asvg="http://schemas.microsoft.com/office/drawing/2016/SVG/main" r:embed="rId2"/>
              </a:ext>
            </a:extLst>
          </a:blip>
          <a:srcRect t="2935" r="49854" b="2935"/>
          <a:stretch>
            <a:fillRect/>
          </a:stretch>
        </p:blipFill>
        <p:spPr>
          <a:xfrm>
            <a:off x="6027552" y="0"/>
            <a:ext cx="6164448" cy="6858000"/>
          </a:xfrm>
          <a:custGeom>
            <a:avLst/>
            <a:gdLst>
              <a:gd name="connsiteX0" fmla="*/ 0 w 6165251"/>
              <a:gd name="connsiteY0" fmla="*/ 0 h 6858000"/>
              <a:gd name="connsiteX1" fmla="*/ 6165251 w 6165251"/>
              <a:gd name="connsiteY1" fmla="*/ 0 h 6858000"/>
              <a:gd name="connsiteX2" fmla="*/ 6165251 w 6165251"/>
              <a:gd name="connsiteY2" fmla="*/ 6858000 h 6858000"/>
              <a:gd name="connsiteX3" fmla="*/ 0 w 61652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65251" h="6858000">
                <a:moveTo>
                  <a:pt x="0" y="0"/>
                </a:moveTo>
                <a:lnTo>
                  <a:pt x="6165251" y="0"/>
                </a:lnTo>
                <a:lnTo>
                  <a:pt x="6165251" y="6858000"/>
                </a:lnTo>
                <a:lnTo>
                  <a:pt x="0" y="6858000"/>
                </a:lnTo>
                <a:close/>
              </a:path>
            </a:pathLst>
          </a:custGeom>
        </p:spPr>
      </p:pic>
      <p:sp>
        <p:nvSpPr>
          <p:cNvPr id="6" name="Title 5">
            <a:extLst>
              <a:ext uri="{FF2B5EF4-FFF2-40B4-BE49-F238E27FC236}">
                <a16:creationId xmlns:a16="http://schemas.microsoft.com/office/drawing/2014/main" id="{75929ED8-10F1-8065-458C-FE1AE4A172F8}"/>
              </a:ext>
            </a:extLst>
          </p:cNvPr>
          <p:cNvSpPr>
            <a:spLocks noGrp="1"/>
          </p:cNvSpPr>
          <p:nvPr>
            <p:ph type="title" hasCustomPrompt="1"/>
          </p:nvPr>
        </p:nvSpPr>
        <p:spPr>
          <a:xfrm>
            <a:off x="689784" y="2766220"/>
            <a:ext cx="5258297" cy="1325563"/>
          </a:xfrm>
        </p:spPr>
        <p:txBody>
          <a:bodyPr>
            <a:noAutofit/>
          </a:bodyPr>
          <a:lstStyle>
            <a:lvl1pPr>
              <a:defRPr sz="4400" b="0" i="0">
                <a:solidFill>
                  <a:schemeClr val="tx1"/>
                </a:solidFill>
                <a:latin typeface="+mj-lt"/>
              </a:defRPr>
            </a:lvl1pPr>
          </a:lstStyle>
          <a:p>
            <a:r>
              <a:rPr lang="en-US"/>
              <a:t>Click to Add Title</a:t>
            </a:r>
          </a:p>
        </p:txBody>
      </p:sp>
      <p:pic>
        <p:nvPicPr>
          <p:cNvPr id="7" name="Graphic 6">
            <a:extLst>
              <a:ext uri="{FF2B5EF4-FFF2-40B4-BE49-F238E27FC236}">
                <a16:creationId xmlns:a16="http://schemas.microsoft.com/office/drawing/2014/main" id="{5A8EB7C9-2349-0C5B-E393-A94E1A77C7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8" name="Slide Number Placeholder 13">
            <a:extLst>
              <a:ext uri="{FF2B5EF4-FFF2-40B4-BE49-F238E27FC236}">
                <a16:creationId xmlns:a16="http://schemas.microsoft.com/office/drawing/2014/main" id="{2CE62664-3379-F72A-07A5-5F6C87BE9C44}"/>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0" name="TextBox 9">
            <a:extLst>
              <a:ext uri="{FF2B5EF4-FFF2-40B4-BE49-F238E27FC236}">
                <a16:creationId xmlns:a16="http://schemas.microsoft.com/office/drawing/2014/main" id="{6E8972BD-CF4B-DCB9-D417-2EA39C6906D2}"/>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spTree>
    <p:extLst>
      <p:ext uri="{BB962C8B-B14F-4D97-AF65-F5344CB8AC3E}">
        <p14:creationId xmlns:p14="http://schemas.microsoft.com/office/powerpoint/2010/main" val="353347002"/>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03436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7" y="1363289"/>
            <a:ext cx="10857999" cy="4743001"/>
          </a:xfrm>
          <a:prstGeom prst="rect">
            <a:avLst/>
          </a:prstGeom>
        </p:spPr>
        <p:txBody>
          <a:bodyPr lIns="0" tIns="0" rIns="0" bIns="0"/>
          <a:lstStyle>
            <a:lvl1pPr marL="0" indent="0">
              <a:lnSpc>
                <a:spcPct val="100000"/>
              </a:lnSpc>
              <a:buClr>
                <a:schemeClr val="accent1"/>
              </a:buClr>
              <a:buSzPct val="100000"/>
              <a:buNone/>
              <a:defRPr sz="2086" b="0" i="0">
                <a:solidFill>
                  <a:schemeClr val="bg2"/>
                </a:solidFill>
                <a:latin typeface="+mn-lt"/>
              </a:defRPr>
            </a:lvl1pPr>
            <a:lvl2pPr marL="397255" indent="0">
              <a:lnSpc>
                <a:spcPct val="100000"/>
              </a:lnSpc>
              <a:buClr>
                <a:schemeClr val="accent1"/>
              </a:buClr>
              <a:buSzPct val="100000"/>
              <a:buNone/>
              <a:defRPr sz="1739" b="0" i="0">
                <a:solidFill>
                  <a:schemeClr val="bg2"/>
                </a:solidFill>
                <a:latin typeface="Montserrat" pitchFamily="2" charset="77"/>
              </a:defRPr>
            </a:lvl2pPr>
            <a:lvl3pPr marL="794524" indent="0">
              <a:lnSpc>
                <a:spcPct val="100000"/>
              </a:lnSpc>
              <a:buClr>
                <a:schemeClr val="accent1"/>
              </a:buClr>
              <a:buSzPct val="100000"/>
              <a:buNone/>
              <a:defRPr sz="1565" b="0" i="0">
                <a:solidFill>
                  <a:schemeClr val="bg2"/>
                </a:solidFill>
                <a:latin typeface="Montserrat" pitchFamily="2" charset="77"/>
              </a:defRPr>
            </a:lvl3pPr>
            <a:lvl4pPr marL="1191791" indent="0">
              <a:lnSpc>
                <a:spcPct val="100000"/>
              </a:lnSpc>
              <a:buClr>
                <a:schemeClr val="accent1"/>
              </a:buClr>
              <a:buSzPct val="100000"/>
              <a:buNone/>
              <a:defRPr sz="1391" b="0" i="0">
                <a:solidFill>
                  <a:schemeClr val="bg2"/>
                </a:solidFill>
                <a:latin typeface="Montserrat" pitchFamily="2" charset="77"/>
              </a:defRPr>
            </a:lvl4pPr>
            <a:lvl5pPr marL="1589047" indent="0">
              <a:lnSpc>
                <a:spcPct val="100000"/>
              </a:lnSpc>
              <a:buClr>
                <a:schemeClr val="accent1"/>
              </a:buClr>
              <a:buSzPct val="100000"/>
              <a:buNone/>
              <a:defRPr sz="1391" b="0" i="0">
                <a:solidFill>
                  <a:schemeClr val="bg2"/>
                </a:solidFill>
                <a:latin typeface="Montserrat" pitchFamily="2" charset="77"/>
              </a:defRPr>
            </a:lvl5pPr>
          </a:lstStyle>
          <a:p>
            <a:pPr lvl="0"/>
            <a:r>
              <a:rPr lang="en-US"/>
              <a:t>Click to Add Text</a:t>
            </a:r>
            <a:endParaRPr lang="en-IN"/>
          </a:p>
        </p:txBody>
      </p:sp>
      <p:sp>
        <p:nvSpPr>
          <p:cNvPr id="13" name="Title 3">
            <a:extLst>
              <a:ext uri="{FF2B5EF4-FFF2-40B4-BE49-F238E27FC236}">
                <a16:creationId xmlns:a16="http://schemas.microsoft.com/office/drawing/2014/main" id="{6AFA6A86-5F2A-DFD3-7EAE-FC438CB909A9}"/>
              </a:ext>
            </a:extLst>
          </p:cNvPr>
          <p:cNvSpPr>
            <a:spLocks noGrp="1"/>
          </p:cNvSpPr>
          <p:nvPr>
            <p:ph type="title" hasCustomPrompt="1"/>
          </p:nvPr>
        </p:nvSpPr>
        <p:spPr>
          <a:xfrm>
            <a:off x="570467" y="453195"/>
            <a:ext cx="10857999" cy="481600"/>
          </a:xfrm>
          <a:prstGeom prst="rect">
            <a:avLst/>
          </a:prstGeom>
        </p:spPr>
        <p:txBody>
          <a:bodyPr wrap="square" lIns="0" tIns="0" rIns="0" bIns="0" anchor="t">
            <a:spAutoFit/>
          </a:bodyPr>
          <a:lstStyle>
            <a:lvl1pPr marL="0" algn="l" defTabSz="794513" rtl="0" eaLnBrk="1" latinLnBrk="0" hangingPunct="1">
              <a:lnSpc>
                <a:spcPct val="100000"/>
              </a:lnSpc>
              <a:spcBef>
                <a:spcPct val="0"/>
              </a:spcBef>
              <a:buNone/>
              <a:defRPr lang="en-IN" sz="3129" b="0" i="0" kern="1200" dirty="0">
                <a:solidFill>
                  <a:schemeClr val="bg2"/>
                </a:solidFill>
                <a:latin typeface="+mn-lt"/>
                <a:ea typeface="+mj-ea"/>
                <a:cs typeface="+mj-cs"/>
              </a:defRPr>
            </a:lvl1pPr>
          </a:lstStyle>
          <a:p>
            <a:r>
              <a:rPr lang="en-US"/>
              <a:t>Click to Add Title</a:t>
            </a:r>
            <a:endParaRPr lang="en-IN"/>
          </a:p>
        </p:txBody>
      </p:sp>
      <p:sp>
        <p:nvSpPr>
          <p:cNvPr id="3" name="Slide Number Placeholder 13">
            <a:extLst>
              <a:ext uri="{FF2B5EF4-FFF2-40B4-BE49-F238E27FC236}">
                <a16:creationId xmlns:a16="http://schemas.microsoft.com/office/drawing/2014/main" id="{A5931942-4E4F-1287-DEDC-1B1F0009EE4B}"/>
              </a:ext>
            </a:extLst>
          </p:cNvPr>
          <p:cNvSpPr txBox="1">
            <a:spLocks/>
          </p:cNvSpPr>
          <p:nvPr userDrawn="1"/>
        </p:nvSpPr>
        <p:spPr>
          <a:xfrm>
            <a:off x="11428466" y="6411769"/>
            <a:ext cx="342926" cy="365125"/>
          </a:xfrm>
          <a:prstGeom prst="rect">
            <a:avLst/>
          </a:prstGeom>
        </p:spPr>
        <p:txBody>
          <a:bodyPr vert="horz" lIns="79480" tIns="39740" rIns="0" bIns="3974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609" smtClean="0">
                <a:solidFill>
                  <a:schemeClr val="bg2"/>
                </a:solidFill>
                <a:latin typeface="Montserrat" pitchFamily="2" charset="77"/>
              </a:rPr>
              <a:pPr/>
              <a:t>‹#›</a:t>
            </a:fld>
            <a:endParaRPr lang="en-US" sz="695">
              <a:solidFill>
                <a:schemeClr val="bg2"/>
              </a:solidFill>
              <a:latin typeface="Montserrat" pitchFamily="2" charset="77"/>
            </a:endParaRPr>
          </a:p>
        </p:txBody>
      </p:sp>
      <p:sp>
        <p:nvSpPr>
          <p:cNvPr id="4" name="TextBox 3">
            <a:extLst>
              <a:ext uri="{FF2B5EF4-FFF2-40B4-BE49-F238E27FC236}">
                <a16:creationId xmlns:a16="http://schemas.microsoft.com/office/drawing/2014/main" id="{2A364326-0508-82DF-EAC6-B2CBFD88EA66}"/>
              </a:ext>
            </a:extLst>
          </p:cNvPr>
          <p:cNvSpPr txBox="1"/>
          <p:nvPr userDrawn="1"/>
        </p:nvSpPr>
        <p:spPr>
          <a:xfrm>
            <a:off x="10412778" y="6506881"/>
            <a:ext cx="1173040" cy="124778"/>
          </a:xfrm>
          <a:prstGeom prst="rect">
            <a:avLst/>
          </a:prstGeom>
          <a:noFill/>
        </p:spPr>
        <p:txBody>
          <a:bodyPr wrap="square" lIns="0" tIns="0" rIns="0" bIns="0" rtlCol="0">
            <a:spAutoFit/>
          </a:bodyPr>
          <a:lstStyle/>
          <a:p>
            <a:pPr marL="0" marR="0" lvl="0" indent="0" algn="r" defTabSz="794804" eaLnBrk="1" fontAlgn="auto" latinLnBrk="0" hangingPunct="1">
              <a:lnSpc>
                <a:spcPct val="150000"/>
              </a:lnSpc>
              <a:spcBef>
                <a:spcPts val="0"/>
              </a:spcBef>
              <a:spcAft>
                <a:spcPts val="0"/>
              </a:spcAft>
              <a:buClrTx/>
              <a:buSzTx/>
              <a:buFontTx/>
              <a:buNone/>
              <a:tabLst/>
              <a:defRPr/>
            </a:pPr>
            <a:r>
              <a:rPr kumimoji="0" lang="en-US" sz="609"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9" name="Graphic 8">
            <a:extLst>
              <a:ext uri="{FF2B5EF4-FFF2-40B4-BE49-F238E27FC236}">
                <a16:creationId xmlns:a16="http://schemas.microsoft.com/office/drawing/2014/main" id="{A9B0D719-90E6-1EFB-11AF-723AA9E6349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3"/>
            <a:ext cx="365724" cy="194762"/>
          </a:xfrm>
          <a:prstGeom prst="rect">
            <a:avLst/>
          </a:prstGeom>
        </p:spPr>
      </p:pic>
    </p:spTree>
    <p:extLst>
      <p:ext uri="{BB962C8B-B14F-4D97-AF65-F5344CB8AC3E}">
        <p14:creationId xmlns:p14="http://schemas.microsoft.com/office/powerpoint/2010/main" val="154914801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_Agenda">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3D3C8C8-FECB-72DE-F578-BCF57C71F9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81434" y="-387514"/>
            <a:ext cx="4349396" cy="7648285"/>
          </a:xfrm>
          <a:prstGeom prst="rect">
            <a:avLst/>
          </a:prstGeom>
        </p:spPr>
      </p:pic>
      <p:pic>
        <p:nvPicPr>
          <p:cNvPr id="6" name="Graphic 5">
            <a:extLst>
              <a:ext uri="{FF2B5EF4-FFF2-40B4-BE49-F238E27FC236}">
                <a16:creationId xmlns:a16="http://schemas.microsoft.com/office/drawing/2014/main" id="{4977049C-1A0C-EB44-9043-F0D0A48A9A9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282" y="6496842"/>
            <a:ext cx="365724" cy="194762"/>
          </a:xfrm>
          <a:prstGeom prst="rect">
            <a:avLst/>
          </a:prstGeom>
        </p:spPr>
      </p:pic>
      <p:sp>
        <p:nvSpPr>
          <p:cNvPr id="7" name="Title 16">
            <a:extLst>
              <a:ext uri="{FF2B5EF4-FFF2-40B4-BE49-F238E27FC236}">
                <a16:creationId xmlns:a16="http://schemas.microsoft.com/office/drawing/2014/main" id="{9454C451-BC89-F5C8-9E09-0B8A282A2169}"/>
              </a:ext>
            </a:extLst>
          </p:cNvPr>
          <p:cNvSpPr>
            <a:spLocks noGrp="1"/>
          </p:cNvSpPr>
          <p:nvPr>
            <p:ph type="title" hasCustomPrompt="1"/>
          </p:nvPr>
        </p:nvSpPr>
        <p:spPr>
          <a:xfrm>
            <a:off x="961170" y="1709878"/>
            <a:ext cx="9043990" cy="662998"/>
          </a:xfrm>
        </p:spPr>
        <p:txBody>
          <a:bodyPr>
            <a:normAutofit/>
          </a:bodyPr>
          <a:lstStyle>
            <a:lvl1pPr>
              <a:defRPr sz="3600" b="0" i="0">
                <a:solidFill>
                  <a:schemeClr val="accent2"/>
                </a:solidFill>
                <a:latin typeface="+mn-lt"/>
              </a:defRPr>
            </a:lvl1pPr>
          </a:lstStyle>
          <a:p>
            <a:r>
              <a:rPr lang="en-US"/>
              <a:t>Click to Add Title</a:t>
            </a:r>
          </a:p>
        </p:txBody>
      </p:sp>
      <p:sp>
        <p:nvSpPr>
          <p:cNvPr id="12" name="Slide Number Placeholder 13">
            <a:extLst>
              <a:ext uri="{FF2B5EF4-FFF2-40B4-BE49-F238E27FC236}">
                <a16:creationId xmlns:a16="http://schemas.microsoft.com/office/drawing/2014/main" id="{2E13FECC-BBAB-48EC-C0CD-5955A555E8E1}"/>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EFEFEF"/>
                </a:solidFill>
                <a:latin typeface="Montserrat" pitchFamily="2" charset="77"/>
              </a:rPr>
              <a:pPr/>
              <a:t>‹#›</a:t>
            </a:fld>
            <a:endParaRPr lang="en-US" sz="800">
              <a:solidFill>
                <a:srgbClr val="EFEFEF"/>
              </a:solidFill>
              <a:latin typeface="Montserrat" pitchFamily="2" charset="77"/>
            </a:endParaRPr>
          </a:p>
        </p:txBody>
      </p:sp>
      <p:sp>
        <p:nvSpPr>
          <p:cNvPr id="13" name="TextBox 12">
            <a:extLst>
              <a:ext uri="{FF2B5EF4-FFF2-40B4-BE49-F238E27FC236}">
                <a16:creationId xmlns:a16="http://schemas.microsoft.com/office/drawing/2014/main" id="{21DC6328-B0EB-05CF-AE19-7852F17088C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EFEFEF"/>
                </a:solidFill>
                <a:effectLst/>
                <a:uLnTx/>
                <a:uFillTx/>
                <a:latin typeface="Montserrat" pitchFamily="2" charset="77"/>
              </a:rPr>
              <a:t>Private and Confidential</a:t>
            </a:r>
          </a:p>
        </p:txBody>
      </p:sp>
      <p:sp>
        <p:nvSpPr>
          <p:cNvPr id="14" name="Text Placeholder 26">
            <a:extLst>
              <a:ext uri="{FF2B5EF4-FFF2-40B4-BE49-F238E27FC236}">
                <a16:creationId xmlns:a16="http://schemas.microsoft.com/office/drawing/2014/main" id="{3717CAA2-F6E9-2944-FEF0-0AC5B78B52BB}"/>
              </a:ext>
            </a:extLst>
          </p:cNvPr>
          <p:cNvSpPr>
            <a:spLocks noGrp="1"/>
          </p:cNvSpPr>
          <p:nvPr>
            <p:ph type="body" sz="quarter" idx="10" hasCustomPrompt="1"/>
          </p:nvPr>
        </p:nvSpPr>
        <p:spPr>
          <a:xfrm>
            <a:off x="1517672"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5" name="Text Placeholder 26">
            <a:extLst>
              <a:ext uri="{FF2B5EF4-FFF2-40B4-BE49-F238E27FC236}">
                <a16:creationId xmlns:a16="http://schemas.microsoft.com/office/drawing/2014/main" id="{4B192409-E23E-38D9-7FF6-48CA9303DAD8}"/>
              </a:ext>
            </a:extLst>
          </p:cNvPr>
          <p:cNvSpPr>
            <a:spLocks noGrp="1"/>
          </p:cNvSpPr>
          <p:nvPr>
            <p:ph type="body" sz="quarter" idx="11" hasCustomPrompt="1"/>
          </p:nvPr>
        </p:nvSpPr>
        <p:spPr>
          <a:xfrm>
            <a:off x="6153874" y="2789242"/>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6" name="Text Placeholder 26">
            <a:extLst>
              <a:ext uri="{FF2B5EF4-FFF2-40B4-BE49-F238E27FC236}">
                <a16:creationId xmlns:a16="http://schemas.microsoft.com/office/drawing/2014/main" id="{35E92378-0A35-30F2-F088-98E510A9ABD4}"/>
              </a:ext>
            </a:extLst>
          </p:cNvPr>
          <p:cNvSpPr>
            <a:spLocks noGrp="1"/>
          </p:cNvSpPr>
          <p:nvPr>
            <p:ph type="body" sz="quarter" idx="12" hasCustomPrompt="1"/>
          </p:nvPr>
        </p:nvSpPr>
        <p:spPr>
          <a:xfrm>
            <a:off x="1517672"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17" name="Text Placeholder 26">
            <a:extLst>
              <a:ext uri="{FF2B5EF4-FFF2-40B4-BE49-F238E27FC236}">
                <a16:creationId xmlns:a16="http://schemas.microsoft.com/office/drawing/2014/main" id="{024AE8F5-DCAA-5558-5BB8-C9AB1D2638CD}"/>
              </a:ext>
            </a:extLst>
          </p:cNvPr>
          <p:cNvSpPr>
            <a:spLocks noGrp="1"/>
          </p:cNvSpPr>
          <p:nvPr>
            <p:ph type="body" sz="quarter" idx="13" hasCustomPrompt="1"/>
          </p:nvPr>
        </p:nvSpPr>
        <p:spPr>
          <a:xfrm>
            <a:off x="6153874" y="3854975"/>
            <a:ext cx="3851285" cy="764935"/>
          </a:xfrm>
        </p:spPr>
        <p:txBody>
          <a:bodyPr anchor="ctr">
            <a:noAutofit/>
          </a:bodyPr>
          <a:lstStyle>
            <a:lvl1pPr marL="0" indent="0">
              <a:buNone/>
              <a:defRPr sz="1600" b="0" i="0">
                <a:solidFill>
                  <a:schemeClr val="tx1"/>
                </a:solidFill>
                <a:latin typeface="+mn-lt"/>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Click to Add Text</a:t>
            </a:r>
          </a:p>
        </p:txBody>
      </p:sp>
      <p:sp>
        <p:nvSpPr>
          <p:cNvPr id="27" name="Text Placeholder 26">
            <a:extLst>
              <a:ext uri="{FF2B5EF4-FFF2-40B4-BE49-F238E27FC236}">
                <a16:creationId xmlns:a16="http://schemas.microsoft.com/office/drawing/2014/main" id="{201BA461-B168-1D28-B367-AFDF78BD56D1}"/>
              </a:ext>
            </a:extLst>
          </p:cNvPr>
          <p:cNvSpPr>
            <a:spLocks noGrp="1"/>
          </p:cNvSpPr>
          <p:nvPr>
            <p:ph type="body" sz="quarter" idx="14" hasCustomPrompt="1"/>
          </p:nvPr>
        </p:nvSpPr>
        <p:spPr>
          <a:xfrm>
            <a:off x="5589579"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03</a:t>
            </a:r>
          </a:p>
        </p:txBody>
      </p:sp>
      <p:sp>
        <p:nvSpPr>
          <p:cNvPr id="28" name="Text Placeholder 26">
            <a:extLst>
              <a:ext uri="{FF2B5EF4-FFF2-40B4-BE49-F238E27FC236}">
                <a16:creationId xmlns:a16="http://schemas.microsoft.com/office/drawing/2014/main" id="{981D0613-DDB6-55E2-7F29-377A323B1B71}"/>
              </a:ext>
            </a:extLst>
          </p:cNvPr>
          <p:cNvSpPr>
            <a:spLocks noGrp="1"/>
          </p:cNvSpPr>
          <p:nvPr>
            <p:ph type="body" sz="quarter" idx="15" hasCustomPrompt="1"/>
          </p:nvPr>
        </p:nvSpPr>
        <p:spPr>
          <a:xfrm>
            <a:off x="5589578"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04</a:t>
            </a:r>
          </a:p>
        </p:txBody>
      </p:sp>
      <p:sp>
        <p:nvSpPr>
          <p:cNvPr id="29" name="Text Placeholder 26">
            <a:extLst>
              <a:ext uri="{FF2B5EF4-FFF2-40B4-BE49-F238E27FC236}">
                <a16:creationId xmlns:a16="http://schemas.microsoft.com/office/drawing/2014/main" id="{6A52C8DF-3903-4D37-1043-B46F2171C78B}"/>
              </a:ext>
            </a:extLst>
          </p:cNvPr>
          <p:cNvSpPr>
            <a:spLocks noGrp="1"/>
          </p:cNvSpPr>
          <p:nvPr>
            <p:ph type="body" sz="quarter" idx="16" hasCustomPrompt="1"/>
          </p:nvPr>
        </p:nvSpPr>
        <p:spPr>
          <a:xfrm>
            <a:off x="961170" y="2789242"/>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01</a:t>
            </a:r>
          </a:p>
        </p:txBody>
      </p:sp>
      <p:sp>
        <p:nvSpPr>
          <p:cNvPr id="30" name="Text Placeholder 26">
            <a:extLst>
              <a:ext uri="{FF2B5EF4-FFF2-40B4-BE49-F238E27FC236}">
                <a16:creationId xmlns:a16="http://schemas.microsoft.com/office/drawing/2014/main" id="{D96C6EA5-BD3A-40B9-E370-25C066EAB07B}"/>
              </a:ext>
            </a:extLst>
          </p:cNvPr>
          <p:cNvSpPr>
            <a:spLocks noGrp="1"/>
          </p:cNvSpPr>
          <p:nvPr>
            <p:ph type="body" sz="quarter" idx="17" hasCustomPrompt="1"/>
          </p:nvPr>
        </p:nvSpPr>
        <p:spPr>
          <a:xfrm>
            <a:off x="961169" y="3854975"/>
            <a:ext cx="506421" cy="764935"/>
          </a:xfrm>
        </p:spPr>
        <p:txBody>
          <a:bodyPr anchor="ctr">
            <a:noAutofit/>
          </a:bodyPr>
          <a:lstStyle>
            <a:lvl1pPr marL="0" indent="0">
              <a:buNone/>
              <a:defRPr sz="1600" b="1" i="0">
                <a:solidFill>
                  <a:schemeClr val="tx1"/>
                </a:solidFill>
                <a:latin typeface="Montserrat" pitchFamily="2" charset="77"/>
              </a:defRPr>
            </a:lvl1pPr>
            <a:lvl2pPr marL="456985" indent="0">
              <a:buNone/>
              <a:defRPr sz="1600">
                <a:solidFill>
                  <a:schemeClr val="bg2"/>
                </a:solidFill>
              </a:defRPr>
            </a:lvl2pPr>
            <a:lvl3pPr marL="913987" indent="0">
              <a:buNone/>
              <a:defRPr sz="1600">
                <a:solidFill>
                  <a:schemeClr val="bg2"/>
                </a:solidFill>
              </a:defRPr>
            </a:lvl3pPr>
            <a:lvl4pPr marL="1370986" indent="0">
              <a:buNone/>
              <a:defRPr sz="1600">
                <a:solidFill>
                  <a:schemeClr val="bg2"/>
                </a:solidFill>
              </a:defRPr>
            </a:lvl4pPr>
            <a:lvl5pPr marL="1827972" indent="0">
              <a:buNone/>
              <a:defRPr sz="1600">
                <a:solidFill>
                  <a:schemeClr val="bg2"/>
                </a:solidFill>
              </a:defRPr>
            </a:lvl5pPr>
          </a:lstStyle>
          <a:p>
            <a:pPr lvl="0"/>
            <a:r>
              <a:rPr lang="en-US"/>
              <a:t>02</a:t>
            </a:r>
          </a:p>
        </p:txBody>
      </p:sp>
    </p:spTree>
    <p:extLst>
      <p:ext uri="{BB962C8B-B14F-4D97-AF65-F5344CB8AC3E}">
        <p14:creationId xmlns:p14="http://schemas.microsoft.com/office/powerpoint/2010/main" val="2228707675"/>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ext 1">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BB40BA-547D-7680-FC27-FF078696F862}"/>
              </a:ext>
            </a:extLst>
          </p:cNvPr>
          <p:cNvSpPr>
            <a:spLocks noGrp="1"/>
          </p:cNvSpPr>
          <p:nvPr>
            <p:ph type="body" sz="quarter" idx="10"/>
          </p:nvPr>
        </p:nvSpPr>
        <p:spPr>
          <a:xfrm>
            <a:off x="308919" y="1572249"/>
            <a:ext cx="10691591" cy="2252171"/>
          </a:xfrm>
          <a:prstGeom prst="rect">
            <a:avLst/>
          </a:prstGeom>
        </p:spPr>
        <p:txBody>
          <a:bodyPr/>
          <a:lstStyle>
            <a:lvl1pPr>
              <a:lnSpc>
                <a:spcPct val="100000"/>
              </a:lnSpc>
              <a:spcBef>
                <a:spcPts val="0"/>
              </a:spcBef>
              <a:spcAft>
                <a:spcPts val="600"/>
              </a:spcAft>
              <a:defRPr sz="1600">
                <a:solidFill>
                  <a:schemeClr val="tx1"/>
                </a:solidFill>
              </a:defRPr>
            </a:lvl1pPr>
            <a:lvl2pPr>
              <a:lnSpc>
                <a:spcPct val="100000"/>
              </a:lnSpc>
              <a:spcBef>
                <a:spcPts val="0"/>
              </a:spcBef>
              <a:spcAft>
                <a:spcPts val="600"/>
              </a:spcAft>
              <a:defRPr sz="16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600">
                <a:solidFill>
                  <a:schemeClr val="tx1"/>
                </a:solidFill>
              </a:defRPr>
            </a:lvl4pPr>
            <a:lvl5pPr>
              <a:lnSpc>
                <a:spcPct val="100000"/>
              </a:lnSpc>
              <a:spcBef>
                <a:spcPts val="0"/>
              </a:spcBef>
              <a:spcAft>
                <a:spcPts val="600"/>
              </a:spcAft>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a:p>
            <a:pPr lvl="6"/>
            <a:endParaRPr lang="en-US"/>
          </a:p>
          <a:p>
            <a:pPr lvl="7"/>
            <a:endParaRPr lang="en-US"/>
          </a:p>
          <a:p>
            <a:pPr lvl="8"/>
            <a:endParaRPr lang="en-US"/>
          </a:p>
          <a:p>
            <a:pPr lvl="8"/>
            <a:endParaRPr lang="en-US"/>
          </a:p>
          <a:p>
            <a:pPr lvl="8"/>
            <a:endParaRPr lang="en-US"/>
          </a:p>
        </p:txBody>
      </p:sp>
      <p:sp>
        <p:nvSpPr>
          <p:cNvPr id="14" name="Title 13">
            <a:extLst>
              <a:ext uri="{FF2B5EF4-FFF2-40B4-BE49-F238E27FC236}">
                <a16:creationId xmlns:a16="http://schemas.microsoft.com/office/drawing/2014/main" id="{42CCDAEF-8BF8-53FD-A001-2AD62143C883}"/>
              </a:ext>
            </a:extLst>
          </p:cNvPr>
          <p:cNvSpPr>
            <a:spLocks noGrp="1"/>
          </p:cNvSpPr>
          <p:nvPr>
            <p:ph type="title"/>
          </p:nvPr>
        </p:nvSpPr>
        <p:spPr>
          <a:xfrm>
            <a:off x="308921" y="405219"/>
            <a:ext cx="8933935" cy="513967"/>
          </a:xfrm>
          <a:prstGeom prst="rect">
            <a:avLst/>
          </a:prstGeom>
        </p:spPr>
        <p:txBody>
          <a:bodyPr anchor="t"/>
          <a:lstStyle>
            <a:lvl1pPr>
              <a:defRPr lang="en-US" sz="2000" b="0" dirty="0">
                <a:solidFill>
                  <a:schemeClr val="tx1"/>
                </a:solidFill>
              </a:defRPr>
            </a:lvl1pPr>
          </a:lstStyle>
          <a:p>
            <a:pPr lvl="0"/>
            <a:r>
              <a:rPr lang="en-US"/>
              <a:t>Click to edit Master title style</a:t>
            </a:r>
          </a:p>
        </p:txBody>
      </p:sp>
      <p:sp>
        <p:nvSpPr>
          <p:cNvPr id="3" name="TextBox 2">
            <a:extLst>
              <a:ext uri="{FF2B5EF4-FFF2-40B4-BE49-F238E27FC236}">
                <a16:creationId xmlns:a16="http://schemas.microsoft.com/office/drawing/2014/main" id="{C2199723-99CE-C90F-DDA1-0403D30631DC}"/>
              </a:ext>
            </a:extLst>
          </p:cNvPr>
          <p:cNvSpPr txBox="1"/>
          <p:nvPr userDrawn="1"/>
        </p:nvSpPr>
        <p:spPr>
          <a:xfrm>
            <a:off x="6120384" y="6535431"/>
            <a:ext cx="6096000" cy="230832"/>
          </a:xfrm>
          <a:prstGeom prst="rect">
            <a:avLst/>
          </a:prstGeom>
          <a:noFill/>
        </p:spPr>
        <p:txBody>
          <a:bodyPr wrap="square">
            <a:spAutoFit/>
          </a:bodyPr>
          <a:lstStyle/>
          <a:p>
            <a:pPr algn="r"/>
            <a:r>
              <a:rPr lang="en-US" sz="900" b="0" i="0">
                <a:solidFill>
                  <a:schemeClr val="bg1">
                    <a:lumMod val="50000"/>
                  </a:schemeClr>
                </a:solidFill>
                <a:effectLst/>
                <a:latin typeface="Arial" panose="020B0604020202020204" pitchFamily="34" charset="0"/>
              </a:rPr>
              <a:t>Confidential and Proprietary</a:t>
            </a:r>
            <a:endParaRPr lang="en-US" sz="900">
              <a:solidFill>
                <a:schemeClr val="bg1">
                  <a:lumMod val="50000"/>
                </a:schemeClr>
              </a:solidFill>
            </a:endParaRPr>
          </a:p>
        </p:txBody>
      </p:sp>
    </p:spTree>
    <p:extLst>
      <p:ext uri="{BB962C8B-B14F-4D97-AF65-F5344CB8AC3E}">
        <p14:creationId xmlns:p14="http://schemas.microsoft.com/office/powerpoint/2010/main" val="7092805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8_Callout or Quotes">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836803" y="312035"/>
            <a:ext cx="10518394" cy="6233933"/>
          </a:xfrm>
          <a:prstGeom prst="rect">
            <a:avLst/>
          </a:prstGeom>
        </p:spPr>
      </p:pic>
      <p:sp>
        <p:nvSpPr>
          <p:cNvPr id="12" name="Slide Number Placeholder 13">
            <a:extLst>
              <a:ext uri="{FF2B5EF4-FFF2-40B4-BE49-F238E27FC236}">
                <a16:creationId xmlns:a16="http://schemas.microsoft.com/office/drawing/2014/main" id="{C68CB7A0-4AF5-282B-B634-D3FCF8E10152}"/>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13" name="TextBox 12">
            <a:extLst>
              <a:ext uri="{FF2B5EF4-FFF2-40B4-BE49-F238E27FC236}">
                <a16:creationId xmlns:a16="http://schemas.microsoft.com/office/drawing/2014/main" id="{34E477CF-3776-EA59-C763-CA62E8EF9C17}"/>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84166" y="1811780"/>
            <a:ext cx="822417" cy="822524"/>
          </a:xfrm>
          <a:prstGeom prst="rect">
            <a:avLst/>
          </a:prstGeom>
        </p:spPr>
      </p:pic>
      <p:sp>
        <p:nvSpPr>
          <p:cNvPr id="3" name="Text Placeholder 6">
            <a:extLst>
              <a:ext uri="{FF2B5EF4-FFF2-40B4-BE49-F238E27FC236}">
                <a16:creationId xmlns:a16="http://schemas.microsoft.com/office/drawing/2014/main" id="{DBEC13E4-D7F9-FAFE-CCD1-D4E006A20636}"/>
              </a:ext>
            </a:extLst>
          </p:cNvPr>
          <p:cNvSpPr>
            <a:spLocks noGrp="1"/>
          </p:cNvSpPr>
          <p:nvPr>
            <p:ph type="body" sz="quarter" idx="15" hasCustomPrompt="1"/>
          </p:nvPr>
        </p:nvSpPr>
        <p:spPr>
          <a:xfrm>
            <a:off x="7418328" y="4841908"/>
            <a:ext cx="2895401"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rgbClr val="003059"/>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4" name="Text Placeholder 6">
            <a:extLst>
              <a:ext uri="{FF2B5EF4-FFF2-40B4-BE49-F238E27FC236}">
                <a16:creationId xmlns:a16="http://schemas.microsoft.com/office/drawing/2014/main" id="{CEB33F29-1057-CCF5-5084-7A29B795E0DD}"/>
              </a:ext>
            </a:extLst>
          </p:cNvPr>
          <p:cNvSpPr>
            <a:spLocks noGrp="1"/>
          </p:cNvSpPr>
          <p:nvPr>
            <p:ph type="body" sz="quarter" idx="14" hasCustomPrompt="1"/>
          </p:nvPr>
        </p:nvSpPr>
        <p:spPr>
          <a:xfrm>
            <a:off x="1716245" y="2874711"/>
            <a:ext cx="859748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rgbClr val="003059"/>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5" name="Graphic 4">
            <a:extLst>
              <a:ext uri="{FF2B5EF4-FFF2-40B4-BE49-F238E27FC236}">
                <a16:creationId xmlns:a16="http://schemas.microsoft.com/office/drawing/2014/main" id="{828BD3A7-5061-194D-6A1D-08057C1B86F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347972021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9_Callout or Quotes">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836803" y="312033"/>
            <a:ext cx="10518394" cy="6233933"/>
          </a:xfrm>
          <a:prstGeom prst="rect">
            <a:avLst/>
          </a:prstGeom>
        </p:spPr>
      </p:pic>
      <p:sp>
        <p:nvSpPr>
          <p:cNvPr id="3" name="Slide Number Placeholder 13">
            <a:extLst>
              <a:ext uri="{FF2B5EF4-FFF2-40B4-BE49-F238E27FC236}">
                <a16:creationId xmlns:a16="http://schemas.microsoft.com/office/drawing/2014/main" id="{D8C632EA-3AD9-2603-9AED-7C97CBADC523}"/>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itchFamily="2" charset="77"/>
              </a:rPr>
              <a:pPr/>
              <a:t>‹#›</a:t>
            </a:fld>
            <a:endParaRPr lang="en-US" sz="800">
              <a:solidFill>
                <a:srgbClr val="00EDED"/>
              </a:solidFill>
              <a:latin typeface="Montserrat" pitchFamily="2" charset="77"/>
            </a:endParaRPr>
          </a:p>
        </p:txBody>
      </p:sp>
      <p:sp>
        <p:nvSpPr>
          <p:cNvPr id="9" name="TextBox 8">
            <a:extLst>
              <a:ext uri="{FF2B5EF4-FFF2-40B4-BE49-F238E27FC236}">
                <a16:creationId xmlns:a16="http://schemas.microsoft.com/office/drawing/2014/main" id="{A43D2512-3FD7-EF22-735E-E65508912CF7}"/>
              </a:ext>
            </a:extLst>
          </p:cNvPr>
          <p:cNvSpPr txBox="1"/>
          <p:nvPr userDrawn="1"/>
        </p:nvSpPr>
        <p:spPr>
          <a:xfrm>
            <a:off x="10414134" y="6506878"/>
            <a:ext cx="1173193"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itchFamily="2" charset="77"/>
              </a:rPr>
              <a:t>Private and Confidential</a:t>
            </a:r>
          </a:p>
        </p:txBody>
      </p:sp>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84166" y="1811780"/>
            <a:ext cx="822417" cy="822524"/>
          </a:xfrm>
          <a:prstGeom prst="rect">
            <a:avLst/>
          </a:prstGeom>
        </p:spPr>
      </p:pic>
      <p:sp>
        <p:nvSpPr>
          <p:cNvPr id="10" name="Text Placeholder 6">
            <a:extLst>
              <a:ext uri="{FF2B5EF4-FFF2-40B4-BE49-F238E27FC236}">
                <a16:creationId xmlns:a16="http://schemas.microsoft.com/office/drawing/2014/main" id="{45193A17-F8C5-D146-3A5A-5E485B9ED46B}"/>
              </a:ext>
            </a:extLst>
          </p:cNvPr>
          <p:cNvSpPr>
            <a:spLocks noGrp="1"/>
          </p:cNvSpPr>
          <p:nvPr>
            <p:ph type="body" sz="quarter" idx="15" hasCustomPrompt="1"/>
          </p:nvPr>
        </p:nvSpPr>
        <p:spPr>
          <a:xfrm>
            <a:off x="7418328" y="4841908"/>
            <a:ext cx="2895401"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rgbClr val="00EDED"/>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11" name="Text Placeholder 6">
            <a:extLst>
              <a:ext uri="{FF2B5EF4-FFF2-40B4-BE49-F238E27FC236}">
                <a16:creationId xmlns:a16="http://schemas.microsoft.com/office/drawing/2014/main" id="{CE603B27-C0EE-8449-B50B-96312C647081}"/>
              </a:ext>
            </a:extLst>
          </p:cNvPr>
          <p:cNvSpPr>
            <a:spLocks noGrp="1"/>
          </p:cNvSpPr>
          <p:nvPr>
            <p:ph type="body" sz="quarter" idx="14" hasCustomPrompt="1"/>
          </p:nvPr>
        </p:nvSpPr>
        <p:spPr>
          <a:xfrm>
            <a:off x="1716245" y="2874711"/>
            <a:ext cx="859748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rgbClr val="00EDED"/>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17" name="Graphic 16">
            <a:extLst>
              <a:ext uri="{FF2B5EF4-FFF2-40B4-BE49-F238E27FC236}">
                <a16:creationId xmlns:a16="http://schemas.microsoft.com/office/drawing/2014/main" id="{61D8CD9A-9672-B87A-D132-8EFA6A2426C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1198626568"/>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0_Callout or Quotes">
    <p:bg>
      <p:bgPr>
        <a:solidFill>
          <a:schemeClr val="accent4"/>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F63E89E-77A2-EAAF-8A92-81D2CC989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836803" y="312035"/>
            <a:ext cx="10518394" cy="6233933"/>
          </a:xfrm>
          <a:prstGeom prst="rect">
            <a:avLst/>
          </a:prstGeom>
        </p:spPr>
      </p:pic>
      <p:pic>
        <p:nvPicPr>
          <p:cNvPr id="14" name="Graphic 13">
            <a:extLst>
              <a:ext uri="{FF2B5EF4-FFF2-40B4-BE49-F238E27FC236}">
                <a16:creationId xmlns:a16="http://schemas.microsoft.com/office/drawing/2014/main" id="{180548EB-D89C-2304-090C-D59B43E656F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84166" y="1811780"/>
            <a:ext cx="822417" cy="822524"/>
          </a:xfrm>
          <a:prstGeom prst="rect">
            <a:avLst/>
          </a:prstGeom>
        </p:spPr>
      </p:pic>
      <p:sp>
        <p:nvSpPr>
          <p:cNvPr id="3" name="Text Placeholder 6">
            <a:extLst>
              <a:ext uri="{FF2B5EF4-FFF2-40B4-BE49-F238E27FC236}">
                <a16:creationId xmlns:a16="http://schemas.microsoft.com/office/drawing/2014/main" id="{4C1257D1-8739-D5FA-206E-DED8DBB05C1B}"/>
              </a:ext>
            </a:extLst>
          </p:cNvPr>
          <p:cNvSpPr>
            <a:spLocks noGrp="1"/>
          </p:cNvSpPr>
          <p:nvPr>
            <p:ph type="body" sz="quarter" idx="15" hasCustomPrompt="1"/>
          </p:nvPr>
        </p:nvSpPr>
        <p:spPr>
          <a:xfrm>
            <a:off x="7418328" y="4841908"/>
            <a:ext cx="2895401" cy="298129"/>
          </a:xfrm>
          <a:prstGeom prst="rect">
            <a:avLst/>
          </a:prstGeom>
        </p:spPr>
        <p:txBody>
          <a:bodyPr lIns="0" tIns="0" rIns="0" bIns="0">
            <a:normAutofit/>
          </a:bodyPr>
          <a:lstStyle>
            <a:lvl1pPr marL="0" indent="0" algn="r">
              <a:lnSpc>
                <a:spcPct val="100000"/>
              </a:lnSpc>
              <a:buClr>
                <a:schemeClr val="accent1"/>
              </a:buClr>
              <a:buSzPct val="100000"/>
              <a:buNone/>
              <a:defRPr sz="1800" b="1" i="0">
                <a:solidFill>
                  <a:schemeClr val="tx1"/>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4" name="Text Placeholder 6">
            <a:extLst>
              <a:ext uri="{FF2B5EF4-FFF2-40B4-BE49-F238E27FC236}">
                <a16:creationId xmlns:a16="http://schemas.microsoft.com/office/drawing/2014/main" id="{FEE2BC6C-4C59-D012-A713-3AE20B34D183}"/>
              </a:ext>
            </a:extLst>
          </p:cNvPr>
          <p:cNvSpPr>
            <a:spLocks noGrp="1"/>
          </p:cNvSpPr>
          <p:nvPr>
            <p:ph type="body" sz="quarter" idx="14" hasCustomPrompt="1"/>
          </p:nvPr>
        </p:nvSpPr>
        <p:spPr>
          <a:xfrm>
            <a:off x="1716245" y="2874711"/>
            <a:ext cx="8597484" cy="1733223"/>
          </a:xfrm>
          <a:prstGeom prst="rect">
            <a:avLst/>
          </a:prstGeom>
        </p:spPr>
        <p:txBody>
          <a:bodyPr lIns="0" tIns="0" rIns="0" bIns="0">
            <a:normAutofit/>
          </a:bodyPr>
          <a:lstStyle>
            <a:lvl1pPr marL="0" indent="0">
              <a:lnSpc>
                <a:spcPct val="100000"/>
              </a:lnSpc>
              <a:buClr>
                <a:schemeClr val="accent1"/>
              </a:buClr>
              <a:buSzPct val="100000"/>
              <a:buNone/>
              <a:defRPr sz="28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5" name="Slide Number Placeholder 13">
            <a:extLst>
              <a:ext uri="{FF2B5EF4-FFF2-40B4-BE49-F238E27FC236}">
                <a16:creationId xmlns:a16="http://schemas.microsoft.com/office/drawing/2014/main" id="{7E90A6B1-8A15-0EC2-2BC3-503EC458FA91}"/>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tx1"/>
                </a:solidFill>
                <a:latin typeface="Montserrat" pitchFamily="2" charset="77"/>
              </a:rPr>
              <a:pPr/>
              <a:t>‹#›</a:t>
            </a:fld>
            <a:endParaRPr lang="en-US" sz="800">
              <a:solidFill>
                <a:schemeClr val="tx1"/>
              </a:solidFill>
              <a:latin typeface="Montserrat" pitchFamily="2" charset="77"/>
            </a:endParaRPr>
          </a:p>
        </p:txBody>
      </p:sp>
      <p:sp>
        <p:nvSpPr>
          <p:cNvPr id="9" name="TextBox 8">
            <a:extLst>
              <a:ext uri="{FF2B5EF4-FFF2-40B4-BE49-F238E27FC236}">
                <a16:creationId xmlns:a16="http://schemas.microsoft.com/office/drawing/2014/main" id="{82F8C5CB-B15F-2528-A16C-4EB8A42C5D39}"/>
              </a:ext>
            </a:extLst>
          </p:cNvPr>
          <p:cNvSpPr txBox="1"/>
          <p:nvPr userDrawn="1"/>
        </p:nvSpPr>
        <p:spPr>
          <a:xfrm>
            <a:off x="10414134" y="6506878"/>
            <a:ext cx="1173193"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tx1"/>
                </a:solidFill>
                <a:effectLst/>
                <a:uLnTx/>
                <a:uFillTx/>
                <a:latin typeface="Montserrat" pitchFamily="2" charset="77"/>
              </a:rPr>
              <a:t>Private and Confidential</a:t>
            </a:r>
          </a:p>
        </p:txBody>
      </p:sp>
      <p:pic>
        <p:nvPicPr>
          <p:cNvPr id="10" name="Graphic 9">
            <a:extLst>
              <a:ext uri="{FF2B5EF4-FFF2-40B4-BE49-F238E27FC236}">
                <a16:creationId xmlns:a16="http://schemas.microsoft.com/office/drawing/2014/main" id="{AB06B372-A6BF-E435-375F-18314CD4E6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89306" y="6496842"/>
            <a:ext cx="365772" cy="194762"/>
          </a:xfrm>
          <a:prstGeom prst="rect">
            <a:avLst/>
          </a:prstGeom>
        </p:spPr>
      </p:pic>
    </p:spTree>
    <p:extLst>
      <p:ext uri="{BB962C8B-B14F-4D97-AF65-F5344CB8AC3E}">
        <p14:creationId xmlns:p14="http://schemas.microsoft.com/office/powerpoint/2010/main" val="645282091"/>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1_Callout or Quotes">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DFD6C4B-BCE0-A2EB-6894-FC573EFF53B2}"/>
              </a:ext>
            </a:extLst>
          </p:cNvPr>
          <p:cNvPicPr>
            <a:picLocks noChangeAspect="1"/>
          </p:cNvPicPr>
          <p:nvPr userDrawn="1"/>
        </p:nvPicPr>
        <p:blipFill>
          <a:blip>
            <a:extLst>
              <a:ext uri="{96DAC541-7B7A-43D3-8B79-37D633B846F1}">
                <asvg:svgBlip xmlns:asvg="http://schemas.microsoft.com/office/drawing/2016/SVG/main" r:embed="rId2"/>
              </a:ext>
            </a:extLst>
          </a:blip>
          <a:srcRect l="34054"/>
          <a:stretch>
            <a:fillRect/>
          </a:stretch>
        </p:blipFill>
        <p:spPr>
          <a:xfrm rot="13554979">
            <a:off x="9540428" y="4524161"/>
            <a:ext cx="3029282" cy="2657356"/>
          </a:xfrm>
          <a:custGeom>
            <a:avLst/>
            <a:gdLst>
              <a:gd name="connsiteX0" fmla="*/ 3029282 w 3029282"/>
              <a:gd name="connsiteY0" fmla="*/ 2657702 h 2657702"/>
              <a:gd name="connsiteX1" fmla="*/ 1253408 w 3029282"/>
              <a:gd name="connsiteY1" fmla="*/ 2657702 h 2657702"/>
              <a:gd name="connsiteX2" fmla="*/ 0 w 3029282"/>
              <a:gd name="connsiteY2" fmla="*/ 1443758 h 2657702"/>
              <a:gd name="connsiteX3" fmla="*/ 1398302 w 3029282"/>
              <a:gd name="connsiteY3" fmla="*/ 0 h 2657702"/>
              <a:gd name="connsiteX4" fmla="*/ 2824216 w 3029282"/>
              <a:gd name="connsiteY4" fmla="*/ 1 h 2657702"/>
              <a:gd name="connsiteX5" fmla="*/ 3029282 w 3029282"/>
              <a:gd name="connsiteY5" fmla="*/ 198610 h 2657702"/>
              <a:gd name="connsiteX6" fmla="*/ 3029282 w 3029282"/>
              <a:gd name="connsiteY6" fmla="*/ 2657702 h 2657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9282" h="2657702">
                <a:moveTo>
                  <a:pt x="3029282" y="2657702"/>
                </a:moveTo>
                <a:lnTo>
                  <a:pt x="1253408" y="2657702"/>
                </a:lnTo>
                <a:lnTo>
                  <a:pt x="0" y="1443758"/>
                </a:lnTo>
                <a:lnTo>
                  <a:pt x="1398302" y="0"/>
                </a:lnTo>
                <a:lnTo>
                  <a:pt x="2824216" y="1"/>
                </a:lnTo>
                <a:lnTo>
                  <a:pt x="3029282" y="198610"/>
                </a:lnTo>
                <a:lnTo>
                  <a:pt x="3029282" y="2657702"/>
                </a:lnTo>
                <a:close/>
              </a:path>
            </a:pathLst>
          </a:custGeom>
        </p:spPr>
      </p:pic>
      <p:pic>
        <p:nvPicPr>
          <p:cNvPr id="4" name="Graphic 3">
            <a:extLst>
              <a:ext uri="{FF2B5EF4-FFF2-40B4-BE49-F238E27FC236}">
                <a16:creationId xmlns:a16="http://schemas.microsoft.com/office/drawing/2014/main" id="{2A565561-DF9E-B5F9-E607-D1B69768251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1854" y="1238205"/>
            <a:ext cx="822417" cy="822524"/>
          </a:xfrm>
          <a:prstGeom prst="rect">
            <a:avLst/>
          </a:prstGeom>
        </p:spPr>
      </p:pic>
      <p:sp>
        <p:nvSpPr>
          <p:cNvPr id="6" name="Text Placeholder 6">
            <a:extLst>
              <a:ext uri="{FF2B5EF4-FFF2-40B4-BE49-F238E27FC236}">
                <a16:creationId xmlns:a16="http://schemas.microsoft.com/office/drawing/2014/main" id="{DF1253A1-7AC5-EAC3-B952-20C217BE9605}"/>
              </a:ext>
            </a:extLst>
          </p:cNvPr>
          <p:cNvSpPr>
            <a:spLocks noGrp="1"/>
          </p:cNvSpPr>
          <p:nvPr>
            <p:ph type="body" sz="quarter" idx="14" hasCustomPrompt="1"/>
          </p:nvPr>
        </p:nvSpPr>
        <p:spPr>
          <a:xfrm>
            <a:off x="5589944" y="2381732"/>
            <a:ext cx="4723785" cy="2148747"/>
          </a:xfrm>
          <a:prstGeom prst="rect">
            <a:avLst/>
          </a:prstGeom>
        </p:spPr>
        <p:txBody>
          <a:bodyPr lIns="0" tIns="0" rIns="0" bIns="0">
            <a:normAutofit/>
          </a:bodyPr>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7" name="Text Placeholder 6">
            <a:extLst>
              <a:ext uri="{FF2B5EF4-FFF2-40B4-BE49-F238E27FC236}">
                <a16:creationId xmlns:a16="http://schemas.microsoft.com/office/drawing/2014/main" id="{6BC84313-5797-D465-5BD4-87AB4B0A3631}"/>
              </a:ext>
            </a:extLst>
          </p:cNvPr>
          <p:cNvSpPr>
            <a:spLocks noGrp="1"/>
          </p:cNvSpPr>
          <p:nvPr>
            <p:ph type="body" sz="quarter" idx="15" hasCustomPrompt="1"/>
          </p:nvPr>
        </p:nvSpPr>
        <p:spPr>
          <a:xfrm>
            <a:off x="5589943" y="4781512"/>
            <a:ext cx="4723784" cy="298129"/>
          </a:xfrm>
          <a:prstGeom prst="rect">
            <a:avLst/>
          </a:prstGeom>
        </p:spPr>
        <p:txBody>
          <a:bodyPr lIns="0" tIns="0" rIns="0" bIns="0">
            <a:normAutofit/>
          </a:bodyPr>
          <a:lstStyle>
            <a:lvl1pPr marL="0" indent="0" algn="l">
              <a:lnSpc>
                <a:spcPct val="100000"/>
              </a:lnSpc>
              <a:buClr>
                <a:schemeClr val="accent1"/>
              </a:buClr>
              <a:buSzPct val="100000"/>
              <a:buNone/>
              <a:defRPr sz="1600" b="1" i="0">
                <a:solidFill>
                  <a:schemeClr val="bg2"/>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
        <p:nvSpPr>
          <p:cNvPr id="8" name="Slide Number Placeholder 13">
            <a:extLst>
              <a:ext uri="{FF2B5EF4-FFF2-40B4-BE49-F238E27FC236}">
                <a16:creationId xmlns:a16="http://schemas.microsoft.com/office/drawing/2014/main" id="{5F879334-3A3E-914A-DED8-B5F5976B9CF7}"/>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3059"/>
                </a:solidFill>
                <a:latin typeface="Montserrat" pitchFamily="2" charset="77"/>
              </a:rPr>
              <a:pPr/>
              <a:t>‹#›</a:t>
            </a:fld>
            <a:endParaRPr lang="en-US" sz="800">
              <a:solidFill>
                <a:srgbClr val="003059"/>
              </a:solidFill>
              <a:latin typeface="Montserrat" pitchFamily="2" charset="77"/>
            </a:endParaRPr>
          </a:p>
        </p:txBody>
      </p:sp>
      <p:sp>
        <p:nvSpPr>
          <p:cNvPr id="11" name="TextBox 10">
            <a:extLst>
              <a:ext uri="{FF2B5EF4-FFF2-40B4-BE49-F238E27FC236}">
                <a16:creationId xmlns:a16="http://schemas.microsoft.com/office/drawing/2014/main" id="{45F1F3C5-C878-D257-4A60-F2415EC4C3A8}"/>
              </a:ext>
            </a:extLst>
          </p:cNvPr>
          <p:cNvSpPr txBox="1"/>
          <p:nvPr userDrawn="1"/>
        </p:nvSpPr>
        <p:spPr>
          <a:xfrm>
            <a:off x="10414134" y="6506878"/>
            <a:ext cx="1173193"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3059"/>
                </a:solidFill>
                <a:effectLst/>
                <a:uLnTx/>
                <a:uFillTx/>
                <a:latin typeface="Montserrat" pitchFamily="2" charset="77"/>
              </a:rPr>
              <a:t>Private and Confidential</a:t>
            </a:r>
          </a:p>
        </p:txBody>
      </p:sp>
      <p:pic>
        <p:nvPicPr>
          <p:cNvPr id="3" name="Picture 2">
            <a:extLst>
              <a:ext uri="{FF2B5EF4-FFF2-40B4-BE49-F238E27FC236}">
                <a16:creationId xmlns:a16="http://schemas.microsoft.com/office/drawing/2014/main" id="{56A66948-0CD6-7C1A-9B66-4445E4579808}"/>
              </a:ext>
            </a:extLst>
          </p:cNvPr>
          <p:cNvPicPr>
            <a:picLocks noChangeAspect="1"/>
          </p:cNvPicPr>
          <p:nvPr userDrawn="1"/>
        </p:nvPicPr>
        <p:blipFill>
          <a:blip r:embed="rId4"/>
          <a:srcRect r="18333"/>
          <a:stretch/>
        </p:blipFill>
        <p:spPr>
          <a:xfrm>
            <a:off x="127177" y="168672"/>
            <a:ext cx="4975034" cy="6520656"/>
          </a:xfrm>
          <a:prstGeom prst="rect">
            <a:avLst/>
          </a:prstGeom>
        </p:spPr>
      </p:pic>
      <p:sp>
        <p:nvSpPr>
          <p:cNvPr id="12" name="Picture Placeholder 6">
            <a:extLst>
              <a:ext uri="{FF2B5EF4-FFF2-40B4-BE49-F238E27FC236}">
                <a16:creationId xmlns:a16="http://schemas.microsoft.com/office/drawing/2014/main" id="{D584CB52-6D12-83A0-41EA-7151707A4730}"/>
              </a:ext>
            </a:extLst>
          </p:cNvPr>
          <p:cNvSpPr>
            <a:spLocks noGrp="1"/>
          </p:cNvSpPr>
          <p:nvPr>
            <p:ph type="pic" idx="1" hasCustomPrompt="1"/>
          </p:nvPr>
        </p:nvSpPr>
        <p:spPr>
          <a:xfrm>
            <a:off x="127178" y="168672"/>
            <a:ext cx="4975034" cy="6520656"/>
          </a:xfrm>
          <a:solidFill>
            <a:srgbClr val="F4F3F0">
              <a:alpha val="68000"/>
            </a:srgbClr>
          </a:solidFill>
        </p:spPr>
        <p:txBody>
          <a:bodyPr/>
          <a:lstStyle>
            <a:lvl1pPr marL="0" indent="0">
              <a:buNone/>
              <a:defRPr b="0" cap="none" spc="0">
                <a:ln w="0"/>
                <a:solidFill>
                  <a:schemeClr val="bg2"/>
                </a:solidFill>
                <a:effectLst/>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003059"/>
                </a:solidFill>
                <a:latin typeface="Montserrat" pitchFamily="2" charset="77"/>
              </a:rPr>
              <a:t>Click Icon to Change Image</a:t>
            </a:r>
          </a:p>
        </p:txBody>
      </p:sp>
    </p:spTree>
    <p:extLst>
      <p:ext uri="{BB962C8B-B14F-4D97-AF65-F5344CB8AC3E}">
        <p14:creationId xmlns:p14="http://schemas.microsoft.com/office/powerpoint/2010/main" val="250778258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2_Callout or Quotes">
    <p:bg>
      <p:bgPr>
        <a:solidFill>
          <a:srgbClr val="003059"/>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689B5DE-AF3A-EBC0-5F6E-93B4CDD0F534}"/>
              </a:ext>
            </a:extLst>
          </p:cNvPr>
          <p:cNvPicPr>
            <a:picLocks noChangeAspect="1"/>
          </p:cNvPicPr>
          <p:nvPr userDrawn="1"/>
        </p:nvPicPr>
        <p:blipFill>
          <a:blip>
            <a:extLst>
              <a:ext uri="{96DAC541-7B7A-43D3-8B79-37D633B846F1}">
                <asvg:svgBlip xmlns:asvg="http://schemas.microsoft.com/office/drawing/2016/SVG/main" r:embed="rId2"/>
              </a:ext>
            </a:extLst>
          </a:blip>
          <a:srcRect l="34054"/>
          <a:stretch>
            <a:fillRect/>
          </a:stretch>
        </p:blipFill>
        <p:spPr>
          <a:xfrm rot="13554979">
            <a:off x="9540428" y="4524161"/>
            <a:ext cx="3029282" cy="2657356"/>
          </a:xfrm>
          <a:custGeom>
            <a:avLst/>
            <a:gdLst>
              <a:gd name="connsiteX0" fmla="*/ 3029282 w 3029282"/>
              <a:gd name="connsiteY0" fmla="*/ 2657702 h 2657702"/>
              <a:gd name="connsiteX1" fmla="*/ 1253408 w 3029282"/>
              <a:gd name="connsiteY1" fmla="*/ 2657702 h 2657702"/>
              <a:gd name="connsiteX2" fmla="*/ 0 w 3029282"/>
              <a:gd name="connsiteY2" fmla="*/ 1443758 h 2657702"/>
              <a:gd name="connsiteX3" fmla="*/ 1398302 w 3029282"/>
              <a:gd name="connsiteY3" fmla="*/ 0 h 2657702"/>
              <a:gd name="connsiteX4" fmla="*/ 2824216 w 3029282"/>
              <a:gd name="connsiteY4" fmla="*/ 1 h 2657702"/>
              <a:gd name="connsiteX5" fmla="*/ 3029282 w 3029282"/>
              <a:gd name="connsiteY5" fmla="*/ 198610 h 2657702"/>
              <a:gd name="connsiteX6" fmla="*/ 3029282 w 3029282"/>
              <a:gd name="connsiteY6" fmla="*/ 2657702 h 2657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9282" h="2657702">
                <a:moveTo>
                  <a:pt x="3029282" y="2657702"/>
                </a:moveTo>
                <a:lnTo>
                  <a:pt x="1253408" y="2657702"/>
                </a:lnTo>
                <a:lnTo>
                  <a:pt x="0" y="1443758"/>
                </a:lnTo>
                <a:lnTo>
                  <a:pt x="1398302" y="0"/>
                </a:lnTo>
                <a:lnTo>
                  <a:pt x="2824216" y="1"/>
                </a:lnTo>
                <a:lnTo>
                  <a:pt x="3029282" y="198610"/>
                </a:lnTo>
                <a:lnTo>
                  <a:pt x="3029282" y="2657702"/>
                </a:lnTo>
                <a:close/>
              </a:path>
            </a:pathLst>
          </a:custGeom>
        </p:spPr>
      </p:pic>
      <p:pic>
        <p:nvPicPr>
          <p:cNvPr id="5" name="Picture 4">
            <a:extLst>
              <a:ext uri="{FF2B5EF4-FFF2-40B4-BE49-F238E27FC236}">
                <a16:creationId xmlns:a16="http://schemas.microsoft.com/office/drawing/2014/main" id="{CED86289-0FED-37C1-A8CE-E9FA5873CDA1}"/>
              </a:ext>
            </a:extLst>
          </p:cNvPr>
          <p:cNvPicPr>
            <a:picLocks noChangeAspect="1"/>
          </p:cNvPicPr>
          <p:nvPr userDrawn="1"/>
        </p:nvPicPr>
        <p:blipFill>
          <a:blip r:embed="rId3"/>
          <a:srcRect r="18333"/>
          <a:stretch/>
        </p:blipFill>
        <p:spPr>
          <a:xfrm>
            <a:off x="127177" y="168672"/>
            <a:ext cx="4975034" cy="6520656"/>
          </a:xfrm>
          <a:prstGeom prst="rect">
            <a:avLst/>
          </a:prstGeom>
        </p:spPr>
      </p:pic>
      <p:sp>
        <p:nvSpPr>
          <p:cNvPr id="6" name="Picture Placeholder 6">
            <a:extLst>
              <a:ext uri="{FF2B5EF4-FFF2-40B4-BE49-F238E27FC236}">
                <a16:creationId xmlns:a16="http://schemas.microsoft.com/office/drawing/2014/main" id="{D4E98118-7927-0C93-15A5-409606D9BACB}"/>
              </a:ext>
            </a:extLst>
          </p:cNvPr>
          <p:cNvSpPr>
            <a:spLocks noGrp="1"/>
          </p:cNvSpPr>
          <p:nvPr>
            <p:ph type="pic" idx="1" hasCustomPrompt="1"/>
          </p:nvPr>
        </p:nvSpPr>
        <p:spPr>
          <a:xfrm>
            <a:off x="127178" y="168672"/>
            <a:ext cx="4975034" cy="6520656"/>
          </a:xfrm>
          <a:solidFill>
            <a:schemeClr val="accent1">
              <a:lumMod val="90000"/>
              <a:lumOff val="10000"/>
              <a:alpha val="48833"/>
            </a:schemeClr>
          </a:solidFill>
        </p:spPr>
        <p:txBody>
          <a:bodyPr/>
          <a:lstStyle>
            <a:lvl1pPr marL="0" indent="0">
              <a:buNone/>
              <a:defRPr b="0" cap="none" spc="0">
                <a:ln w="0"/>
                <a:solidFill>
                  <a:schemeClr val="accent2"/>
                </a:solidFill>
                <a:effectLst/>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003059"/>
                </a:solidFill>
                <a:latin typeface="Montserrat" pitchFamily="2" charset="77"/>
              </a:rPr>
              <a:t>Click Icon to Change Image</a:t>
            </a:r>
            <a:endParaRPr lang="en-US"/>
          </a:p>
          <a:p>
            <a:endParaRPr lang="en-US">
              <a:solidFill>
                <a:srgbClr val="003059"/>
              </a:solidFill>
              <a:latin typeface="Montserrat" pitchFamily="2" charset="77"/>
            </a:endParaRPr>
          </a:p>
        </p:txBody>
      </p:sp>
      <p:sp>
        <p:nvSpPr>
          <p:cNvPr id="3" name="Text Placeholder 6">
            <a:extLst>
              <a:ext uri="{FF2B5EF4-FFF2-40B4-BE49-F238E27FC236}">
                <a16:creationId xmlns:a16="http://schemas.microsoft.com/office/drawing/2014/main" id="{B3229B87-B763-2DE8-C69C-D311B4A109AA}"/>
              </a:ext>
            </a:extLst>
          </p:cNvPr>
          <p:cNvSpPr>
            <a:spLocks noGrp="1"/>
          </p:cNvSpPr>
          <p:nvPr>
            <p:ph type="body" sz="quarter" idx="14" hasCustomPrompt="1"/>
          </p:nvPr>
        </p:nvSpPr>
        <p:spPr>
          <a:xfrm>
            <a:off x="5589944" y="2381732"/>
            <a:ext cx="4723785" cy="2148747"/>
          </a:xfrm>
          <a:prstGeom prst="rect">
            <a:avLst/>
          </a:prstGeom>
        </p:spPr>
        <p:txBody>
          <a:bodyPr lIns="0" tIns="0" rIns="0" bIns="0">
            <a:normAutofit/>
          </a:bodyPr>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7" name="Graphic 6">
            <a:extLst>
              <a:ext uri="{FF2B5EF4-FFF2-40B4-BE49-F238E27FC236}">
                <a16:creationId xmlns:a16="http://schemas.microsoft.com/office/drawing/2014/main" id="{9085A0B6-AA25-4697-6A36-1737AB8D676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2578" y="1238205"/>
            <a:ext cx="822524" cy="822524"/>
          </a:xfrm>
          <a:prstGeom prst="rect">
            <a:avLst/>
          </a:prstGeom>
        </p:spPr>
      </p:pic>
      <p:sp>
        <p:nvSpPr>
          <p:cNvPr id="9" name="Slide Number Placeholder 13">
            <a:extLst>
              <a:ext uri="{FF2B5EF4-FFF2-40B4-BE49-F238E27FC236}">
                <a16:creationId xmlns:a16="http://schemas.microsoft.com/office/drawing/2014/main" id="{C9ABB122-33F4-9175-34B8-B981AF988F33}"/>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itchFamily="2" charset="77"/>
              </a:rPr>
              <a:pPr/>
              <a:t>‹#›</a:t>
            </a:fld>
            <a:endParaRPr lang="en-US" sz="800">
              <a:solidFill>
                <a:srgbClr val="00EDED"/>
              </a:solidFill>
              <a:latin typeface="Montserrat" pitchFamily="2" charset="77"/>
            </a:endParaRPr>
          </a:p>
        </p:txBody>
      </p:sp>
      <p:sp>
        <p:nvSpPr>
          <p:cNvPr id="10" name="TextBox 9">
            <a:extLst>
              <a:ext uri="{FF2B5EF4-FFF2-40B4-BE49-F238E27FC236}">
                <a16:creationId xmlns:a16="http://schemas.microsoft.com/office/drawing/2014/main" id="{CF0459AF-ADF7-2458-D605-03437BAF06AD}"/>
              </a:ext>
            </a:extLst>
          </p:cNvPr>
          <p:cNvSpPr txBox="1"/>
          <p:nvPr userDrawn="1"/>
        </p:nvSpPr>
        <p:spPr>
          <a:xfrm>
            <a:off x="10414134" y="6506878"/>
            <a:ext cx="1173193"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itchFamily="2" charset="77"/>
              </a:rPr>
              <a:t>Private and Confidential</a:t>
            </a:r>
          </a:p>
        </p:txBody>
      </p:sp>
      <p:sp>
        <p:nvSpPr>
          <p:cNvPr id="12" name="Text Placeholder 6">
            <a:extLst>
              <a:ext uri="{FF2B5EF4-FFF2-40B4-BE49-F238E27FC236}">
                <a16:creationId xmlns:a16="http://schemas.microsoft.com/office/drawing/2014/main" id="{1290CAC6-2370-B471-1A17-759694F73F32}"/>
              </a:ext>
            </a:extLst>
          </p:cNvPr>
          <p:cNvSpPr>
            <a:spLocks noGrp="1"/>
          </p:cNvSpPr>
          <p:nvPr>
            <p:ph type="body" sz="quarter" idx="15" hasCustomPrompt="1"/>
          </p:nvPr>
        </p:nvSpPr>
        <p:spPr>
          <a:xfrm>
            <a:off x="5589943" y="4781512"/>
            <a:ext cx="4723784" cy="298129"/>
          </a:xfrm>
          <a:prstGeom prst="rect">
            <a:avLst/>
          </a:prstGeom>
        </p:spPr>
        <p:txBody>
          <a:bodyPr lIns="0" tIns="0" rIns="0" bIns="0">
            <a:normAutofit/>
          </a:bodyPr>
          <a:lstStyle>
            <a:lvl1pPr marL="0" indent="0" algn="l">
              <a:lnSpc>
                <a:spcPct val="100000"/>
              </a:lnSpc>
              <a:buClr>
                <a:schemeClr val="accent1"/>
              </a:buClr>
              <a:buSzPct val="100000"/>
              <a:buNone/>
              <a:defRPr sz="1600" b="1" i="0">
                <a:solidFill>
                  <a:schemeClr val="tx1"/>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Tree>
    <p:extLst>
      <p:ext uri="{BB962C8B-B14F-4D97-AF65-F5344CB8AC3E}">
        <p14:creationId xmlns:p14="http://schemas.microsoft.com/office/powerpoint/2010/main" val="277506435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3_Callout or Quotes">
    <p:bg>
      <p:bgPr>
        <a:solidFill>
          <a:schemeClr val="accent4"/>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0A61C2-14C6-EBDA-4ADE-3B289DE6521A}"/>
              </a:ext>
            </a:extLst>
          </p:cNvPr>
          <p:cNvPicPr>
            <a:picLocks noChangeAspect="1"/>
          </p:cNvPicPr>
          <p:nvPr userDrawn="1"/>
        </p:nvPicPr>
        <p:blipFill>
          <a:blip>
            <a:extLst>
              <a:ext uri="{96DAC541-7B7A-43D3-8B79-37D633B846F1}">
                <asvg:svgBlip xmlns:asvg="http://schemas.microsoft.com/office/drawing/2016/SVG/main" r:embed="rId2"/>
              </a:ext>
            </a:extLst>
          </a:blip>
          <a:srcRect l="34054"/>
          <a:stretch>
            <a:fillRect/>
          </a:stretch>
        </p:blipFill>
        <p:spPr>
          <a:xfrm rot="13554979">
            <a:off x="9540428" y="4524161"/>
            <a:ext cx="3029282" cy="2657356"/>
          </a:xfrm>
          <a:custGeom>
            <a:avLst/>
            <a:gdLst>
              <a:gd name="connsiteX0" fmla="*/ 3029282 w 3029282"/>
              <a:gd name="connsiteY0" fmla="*/ 2657702 h 2657702"/>
              <a:gd name="connsiteX1" fmla="*/ 1253408 w 3029282"/>
              <a:gd name="connsiteY1" fmla="*/ 2657702 h 2657702"/>
              <a:gd name="connsiteX2" fmla="*/ 0 w 3029282"/>
              <a:gd name="connsiteY2" fmla="*/ 1443758 h 2657702"/>
              <a:gd name="connsiteX3" fmla="*/ 1398302 w 3029282"/>
              <a:gd name="connsiteY3" fmla="*/ 0 h 2657702"/>
              <a:gd name="connsiteX4" fmla="*/ 2824216 w 3029282"/>
              <a:gd name="connsiteY4" fmla="*/ 1 h 2657702"/>
              <a:gd name="connsiteX5" fmla="*/ 3029282 w 3029282"/>
              <a:gd name="connsiteY5" fmla="*/ 198610 h 2657702"/>
              <a:gd name="connsiteX6" fmla="*/ 3029282 w 3029282"/>
              <a:gd name="connsiteY6" fmla="*/ 2657702 h 2657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9282" h="2657702">
                <a:moveTo>
                  <a:pt x="3029282" y="2657702"/>
                </a:moveTo>
                <a:lnTo>
                  <a:pt x="1253408" y="2657702"/>
                </a:lnTo>
                <a:lnTo>
                  <a:pt x="0" y="1443758"/>
                </a:lnTo>
                <a:lnTo>
                  <a:pt x="1398302" y="0"/>
                </a:lnTo>
                <a:lnTo>
                  <a:pt x="2824216" y="1"/>
                </a:lnTo>
                <a:lnTo>
                  <a:pt x="3029282" y="198610"/>
                </a:lnTo>
                <a:lnTo>
                  <a:pt x="3029282" y="2657702"/>
                </a:lnTo>
                <a:close/>
              </a:path>
            </a:pathLst>
          </a:custGeom>
        </p:spPr>
      </p:pic>
      <p:pic>
        <p:nvPicPr>
          <p:cNvPr id="11" name="Picture 10">
            <a:extLst>
              <a:ext uri="{FF2B5EF4-FFF2-40B4-BE49-F238E27FC236}">
                <a16:creationId xmlns:a16="http://schemas.microsoft.com/office/drawing/2014/main" id="{9F40D53D-116C-B30B-B10B-BEB28E2C5DA0}"/>
              </a:ext>
            </a:extLst>
          </p:cNvPr>
          <p:cNvPicPr>
            <a:picLocks noChangeAspect="1"/>
          </p:cNvPicPr>
          <p:nvPr userDrawn="1"/>
        </p:nvPicPr>
        <p:blipFill>
          <a:blip r:embed="rId3"/>
          <a:srcRect r="18333"/>
          <a:stretch/>
        </p:blipFill>
        <p:spPr>
          <a:xfrm>
            <a:off x="127177" y="168672"/>
            <a:ext cx="4975034" cy="6520656"/>
          </a:xfrm>
          <a:prstGeom prst="rect">
            <a:avLst/>
          </a:prstGeom>
        </p:spPr>
      </p:pic>
      <p:sp>
        <p:nvSpPr>
          <p:cNvPr id="12" name="Picture Placeholder 6">
            <a:extLst>
              <a:ext uri="{FF2B5EF4-FFF2-40B4-BE49-F238E27FC236}">
                <a16:creationId xmlns:a16="http://schemas.microsoft.com/office/drawing/2014/main" id="{E8B37993-590E-87B7-B967-09E6C50AD834}"/>
              </a:ext>
            </a:extLst>
          </p:cNvPr>
          <p:cNvSpPr>
            <a:spLocks noGrp="1"/>
          </p:cNvSpPr>
          <p:nvPr>
            <p:ph type="pic" idx="1" hasCustomPrompt="1"/>
          </p:nvPr>
        </p:nvSpPr>
        <p:spPr>
          <a:xfrm>
            <a:off x="127178" y="168672"/>
            <a:ext cx="4975034" cy="6520656"/>
          </a:xfrm>
          <a:solidFill>
            <a:srgbClr val="314550">
              <a:alpha val="48833"/>
            </a:srgbClr>
          </a:solidFill>
        </p:spPr>
        <p:txBody>
          <a:bodyPr/>
          <a:lstStyle>
            <a:lvl1pPr marL="0" indent="0">
              <a:buNone/>
              <a:defRPr b="0" cap="none" spc="0">
                <a:ln w="0"/>
                <a:solidFill>
                  <a:srgbClr val="00EDED"/>
                </a:solidFill>
                <a:effectLst/>
                <a:latin typeface="+mn-lt"/>
              </a:defRPr>
            </a:lvl1pPr>
          </a:lstStyle>
          <a:p>
            <a:pPr marL="0" marR="0" lvl="0" indent="0" algn="l" defTabSz="91397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rgbClr val="003059"/>
                </a:solidFill>
                <a:latin typeface="Montserrat" pitchFamily="2" charset="77"/>
              </a:rPr>
              <a:t>Click Icon to Change Image</a:t>
            </a:r>
          </a:p>
        </p:txBody>
      </p:sp>
      <p:sp>
        <p:nvSpPr>
          <p:cNvPr id="2" name="Text Placeholder 6">
            <a:extLst>
              <a:ext uri="{FF2B5EF4-FFF2-40B4-BE49-F238E27FC236}">
                <a16:creationId xmlns:a16="http://schemas.microsoft.com/office/drawing/2014/main" id="{14F0480B-4D30-2578-4030-1B894858E9B4}"/>
              </a:ext>
            </a:extLst>
          </p:cNvPr>
          <p:cNvSpPr>
            <a:spLocks noGrp="1"/>
          </p:cNvSpPr>
          <p:nvPr>
            <p:ph type="body" sz="quarter" idx="14" hasCustomPrompt="1"/>
          </p:nvPr>
        </p:nvSpPr>
        <p:spPr>
          <a:xfrm>
            <a:off x="5589944" y="2381732"/>
            <a:ext cx="4723785" cy="2148747"/>
          </a:xfrm>
          <a:prstGeom prst="rect">
            <a:avLst/>
          </a:prstGeom>
        </p:spPr>
        <p:txBody>
          <a:bodyPr lIns="0" tIns="0" rIns="0" bIns="0">
            <a:normAutofit/>
          </a:bodyPr>
          <a:lstStyle>
            <a:lvl1pPr marL="0" indent="0">
              <a:lnSpc>
                <a:spcPct val="100000"/>
              </a:lnSpc>
              <a:buClr>
                <a:schemeClr val="accent1"/>
              </a:buClr>
              <a:buSzPct val="100000"/>
              <a:buNone/>
              <a:defRPr sz="2400" b="0" i="0">
                <a:solidFill>
                  <a:schemeClr val="tx1"/>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pic>
        <p:nvPicPr>
          <p:cNvPr id="3" name="Graphic 2">
            <a:extLst>
              <a:ext uri="{FF2B5EF4-FFF2-40B4-BE49-F238E27FC236}">
                <a16:creationId xmlns:a16="http://schemas.microsoft.com/office/drawing/2014/main" id="{CE91F0E4-BF97-D4BE-8D7C-DBD1327D827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2578" y="1238205"/>
            <a:ext cx="822524" cy="822524"/>
          </a:xfrm>
          <a:prstGeom prst="rect">
            <a:avLst/>
          </a:prstGeom>
        </p:spPr>
      </p:pic>
      <p:sp>
        <p:nvSpPr>
          <p:cNvPr id="4" name="Slide Number Placeholder 13">
            <a:extLst>
              <a:ext uri="{FF2B5EF4-FFF2-40B4-BE49-F238E27FC236}">
                <a16:creationId xmlns:a16="http://schemas.microsoft.com/office/drawing/2014/main" id="{FC24D83C-651C-0EB5-F1DC-2F9D0B22A76C}"/>
              </a:ext>
            </a:extLst>
          </p:cNvPr>
          <p:cNvSpPr txBox="1">
            <a:spLocks/>
          </p:cNvSpPr>
          <p:nvPr userDrawn="1"/>
        </p:nvSpPr>
        <p:spPr>
          <a:xfrm>
            <a:off x="11429954" y="6411766"/>
            <a:ext cx="342971" cy="365125"/>
          </a:xfrm>
          <a:prstGeom prst="rect">
            <a:avLst/>
          </a:prstGeom>
        </p:spPr>
        <p:txBody>
          <a:bodyPr vert="horz" lIns="91440" tIns="45720" rIns="0" bIns="45720"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rgbClr val="00EDED"/>
                </a:solidFill>
                <a:latin typeface="Montserrat" pitchFamily="2" charset="77"/>
              </a:rPr>
              <a:pPr/>
              <a:t>‹#›</a:t>
            </a:fld>
            <a:endParaRPr lang="en-US" sz="800">
              <a:solidFill>
                <a:srgbClr val="00EDED"/>
              </a:solidFill>
              <a:latin typeface="Montserrat" pitchFamily="2" charset="77"/>
            </a:endParaRPr>
          </a:p>
        </p:txBody>
      </p:sp>
      <p:sp>
        <p:nvSpPr>
          <p:cNvPr id="5" name="TextBox 4">
            <a:extLst>
              <a:ext uri="{FF2B5EF4-FFF2-40B4-BE49-F238E27FC236}">
                <a16:creationId xmlns:a16="http://schemas.microsoft.com/office/drawing/2014/main" id="{91C18925-8ED8-334D-5724-74AFF57FE1AC}"/>
              </a:ext>
            </a:extLst>
          </p:cNvPr>
          <p:cNvSpPr txBox="1"/>
          <p:nvPr userDrawn="1"/>
        </p:nvSpPr>
        <p:spPr>
          <a:xfrm>
            <a:off x="10414134" y="6506878"/>
            <a:ext cx="1173193" cy="144911"/>
          </a:xfrm>
          <a:prstGeom prst="rect">
            <a:avLst/>
          </a:prstGeom>
          <a:noFill/>
        </p:spPr>
        <p:txBody>
          <a:bodyPr wrap="square" lIns="0" tIns="0" rIns="0" bIns="0" rtlCol="0">
            <a:spAutoFit/>
          </a:bodyPr>
          <a:lstStyle/>
          <a:p>
            <a:pPr marL="0" marR="0" lvl="0" indent="0" algn="r" defTabSz="914400"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rgbClr val="00EDED"/>
                </a:solidFill>
                <a:effectLst/>
                <a:uLnTx/>
                <a:uFillTx/>
                <a:latin typeface="Montserrat" pitchFamily="2" charset="77"/>
              </a:rPr>
              <a:t>Private and Confidential</a:t>
            </a:r>
          </a:p>
        </p:txBody>
      </p:sp>
      <p:sp>
        <p:nvSpPr>
          <p:cNvPr id="7" name="Text Placeholder 6">
            <a:extLst>
              <a:ext uri="{FF2B5EF4-FFF2-40B4-BE49-F238E27FC236}">
                <a16:creationId xmlns:a16="http://schemas.microsoft.com/office/drawing/2014/main" id="{62DF941B-E5FC-268E-96EF-0F1C66D63211}"/>
              </a:ext>
            </a:extLst>
          </p:cNvPr>
          <p:cNvSpPr>
            <a:spLocks noGrp="1"/>
          </p:cNvSpPr>
          <p:nvPr>
            <p:ph type="body" sz="quarter" idx="15" hasCustomPrompt="1"/>
          </p:nvPr>
        </p:nvSpPr>
        <p:spPr>
          <a:xfrm>
            <a:off x="5589943" y="4781512"/>
            <a:ext cx="4723784" cy="298129"/>
          </a:xfrm>
          <a:prstGeom prst="rect">
            <a:avLst/>
          </a:prstGeom>
        </p:spPr>
        <p:txBody>
          <a:bodyPr lIns="0" tIns="0" rIns="0" bIns="0">
            <a:normAutofit/>
          </a:bodyPr>
          <a:lstStyle>
            <a:lvl1pPr marL="0" indent="0" algn="l">
              <a:lnSpc>
                <a:spcPct val="100000"/>
              </a:lnSpc>
              <a:buClr>
                <a:schemeClr val="accent1"/>
              </a:buClr>
              <a:buSzPct val="100000"/>
              <a:buNone/>
              <a:defRPr sz="1600" b="1" i="0">
                <a:solidFill>
                  <a:schemeClr val="tx1"/>
                </a:solidFill>
                <a:latin typeface="Montserrat" pitchFamily="2" charset="77"/>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 Click to Add Name</a:t>
            </a:r>
            <a:endParaRPr lang="en-IN"/>
          </a:p>
        </p:txBody>
      </p:sp>
    </p:spTree>
    <p:extLst>
      <p:ext uri="{BB962C8B-B14F-4D97-AF65-F5344CB8AC3E}">
        <p14:creationId xmlns:p14="http://schemas.microsoft.com/office/powerpoint/2010/main" val="214281507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BB40BA-547D-7680-FC27-FF078696F862}"/>
              </a:ext>
            </a:extLst>
          </p:cNvPr>
          <p:cNvSpPr>
            <a:spLocks noGrp="1"/>
          </p:cNvSpPr>
          <p:nvPr>
            <p:ph type="body" sz="quarter" idx="10"/>
          </p:nvPr>
        </p:nvSpPr>
        <p:spPr>
          <a:xfrm>
            <a:off x="308919" y="1572249"/>
            <a:ext cx="10691591" cy="2252171"/>
          </a:xfrm>
          <a:prstGeom prst="rect">
            <a:avLst/>
          </a:prstGeom>
        </p:spPr>
        <p:txBody>
          <a:bodyPr/>
          <a:lstStyle>
            <a:lvl1pPr>
              <a:lnSpc>
                <a:spcPct val="100000"/>
              </a:lnSpc>
              <a:spcBef>
                <a:spcPts val="0"/>
              </a:spcBef>
              <a:spcAft>
                <a:spcPts val="600"/>
              </a:spcAft>
              <a:defRPr sz="1600">
                <a:solidFill>
                  <a:schemeClr val="tx1"/>
                </a:solidFill>
              </a:defRPr>
            </a:lvl1pPr>
            <a:lvl2pPr>
              <a:lnSpc>
                <a:spcPct val="100000"/>
              </a:lnSpc>
              <a:spcBef>
                <a:spcPts val="0"/>
              </a:spcBef>
              <a:spcAft>
                <a:spcPts val="600"/>
              </a:spcAft>
              <a:defRPr sz="16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600">
                <a:solidFill>
                  <a:schemeClr val="tx1"/>
                </a:solidFill>
              </a:defRPr>
            </a:lvl4pPr>
            <a:lvl5pPr>
              <a:lnSpc>
                <a:spcPct val="100000"/>
              </a:lnSpc>
              <a:spcBef>
                <a:spcPts val="0"/>
              </a:spcBef>
              <a:spcAft>
                <a:spcPts val="600"/>
              </a:spcAft>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endParaRPr lang="en-US"/>
          </a:p>
          <a:p>
            <a:pPr lvl="6"/>
            <a:endParaRPr lang="en-US"/>
          </a:p>
          <a:p>
            <a:pPr lvl="7"/>
            <a:endParaRPr lang="en-US"/>
          </a:p>
          <a:p>
            <a:pPr lvl="8"/>
            <a:endParaRPr lang="en-US"/>
          </a:p>
          <a:p>
            <a:pPr lvl="8"/>
            <a:endParaRPr lang="en-US"/>
          </a:p>
          <a:p>
            <a:pPr lvl="8"/>
            <a:endParaRPr lang="en-US"/>
          </a:p>
        </p:txBody>
      </p:sp>
      <p:sp>
        <p:nvSpPr>
          <p:cNvPr id="14" name="Title 13">
            <a:extLst>
              <a:ext uri="{FF2B5EF4-FFF2-40B4-BE49-F238E27FC236}">
                <a16:creationId xmlns:a16="http://schemas.microsoft.com/office/drawing/2014/main" id="{42CCDAEF-8BF8-53FD-A001-2AD62143C883}"/>
              </a:ext>
            </a:extLst>
          </p:cNvPr>
          <p:cNvSpPr>
            <a:spLocks noGrp="1"/>
          </p:cNvSpPr>
          <p:nvPr>
            <p:ph type="title"/>
          </p:nvPr>
        </p:nvSpPr>
        <p:spPr>
          <a:xfrm>
            <a:off x="308921" y="405219"/>
            <a:ext cx="8933935" cy="513967"/>
          </a:xfrm>
          <a:prstGeom prst="rect">
            <a:avLst/>
          </a:prstGeom>
        </p:spPr>
        <p:txBody>
          <a:bodyPr anchor="t"/>
          <a:lstStyle>
            <a:lvl1pPr>
              <a:defRPr lang="en-US" sz="2000" b="0" dirty="0">
                <a:solidFill>
                  <a:schemeClr val="tx1"/>
                </a:solidFill>
              </a:defRPr>
            </a:lvl1pPr>
          </a:lstStyle>
          <a:p>
            <a:pPr lvl="0"/>
            <a:r>
              <a:rPr lang="en-US"/>
              <a:t>Click to edit Master title style</a:t>
            </a:r>
          </a:p>
        </p:txBody>
      </p:sp>
      <p:sp>
        <p:nvSpPr>
          <p:cNvPr id="3" name="TextBox 2">
            <a:extLst>
              <a:ext uri="{FF2B5EF4-FFF2-40B4-BE49-F238E27FC236}">
                <a16:creationId xmlns:a16="http://schemas.microsoft.com/office/drawing/2014/main" id="{C2199723-99CE-C90F-DDA1-0403D30631DC}"/>
              </a:ext>
            </a:extLst>
          </p:cNvPr>
          <p:cNvSpPr txBox="1"/>
          <p:nvPr userDrawn="1"/>
        </p:nvSpPr>
        <p:spPr>
          <a:xfrm>
            <a:off x="6120384" y="6535431"/>
            <a:ext cx="6096000" cy="230832"/>
          </a:xfrm>
          <a:prstGeom prst="rect">
            <a:avLst/>
          </a:prstGeom>
          <a:noFill/>
        </p:spPr>
        <p:txBody>
          <a:bodyPr wrap="square">
            <a:spAutoFit/>
          </a:bodyPr>
          <a:lstStyle/>
          <a:p>
            <a:pPr algn="r"/>
            <a:r>
              <a:rPr lang="en-US" sz="900" b="0" i="0">
                <a:solidFill>
                  <a:schemeClr val="bg1">
                    <a:lumMod val="50000"/>
                  </a:schemeClr>
                </a:solidFill>
                <a:effectLst/>
                <a:latin typeface="Arial" panose="020B0604020202020204" pitchFamily="34" charset="0"/>
              </a:rPr>
              <a:t>Confidential and Proprietary</a:t>
            </a:r>
            <a:endParaRPr lang="en-US" sz="900">
              <a:solidFill>
                <a:schemeClr val="bg1">
                  <a:lumMod val="50000"/>
                </a:schemeClr>
              </a:solidFill>
            </a:endParaRPr>
          </a:p>
        </p:txBody>
      </p:sp>
    </p:spTree>
    <p:extLst>
      <p:ext uri="{BB962C8B-B14F-4D97-AF65-F5344CB8AC3E}">
        <p14:creationId xmlns:p14="http://schemas.microsoft.com/office/powerpoint/2010/main" val="17640937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BD6C0-AEEC-BDF0-4C4C-692CE1E50F2B}"/>
              </a:ext>
            </a:extLst>
          </p:cNvPr>
          <p:cNvSpPr>
            <a:spLocks noGrp="1"/>
          </p:cNvSpPr>
          <p:nvPr>
            <p:ph type="ctrTitle"/>
          </p:nvPr>
        </p:nvSpPr>
        <p:spPr>
          <a:xfrm>
            <a:off x="550369" y="3816927"/>
            <a:ext cx="8267553" cy="1153951"/>
          </a:xfrm>
          <a:prstGeom prst="rect">
            <a:avLst/>
          </a:prstGeom>
        </p:spPr>
        <p:txBody>
          <a:bodyPr anchor="b"/>
          <a:lstStyle>
            <a:lvl1pPr algn="l">
              <a:defRPr sz="4000">
                <a:solidFill>
                  <a:schemeClr val="tx1"/>
                </a:solidFill>
              </a:defRPr>
            </a:lvl1pPr>
          </a:lstStyle>
          <a:p>
            <a:r>
              <a:rPr lang="en-US"/>
              <a:t>Click to edit Master title style</a:t>
            </a:r>
          </a:p>
        </p:txBody>
      </p:sp>
      <p:sp>
        <p:nvSpPr>
          <p:cNvPr id="5" name="Text Placeholder 2">
            <a:extLst>
              <a:ext uri="{FF2B5EF4-FFF2-40B4-BE49-F238E27FC236}">
                <a16:creationId xmlns:a16="http://schemas.microsoft.com/office/drawing/2014/main" id="{CACC8AE4-12CC-BCC5-58C5-BD8FFB438C5A}"/>
              </a:ext>
            </a:extLst>
          </p:cNvPr>
          <p:cNvSpPr>
            <a:spLocks noGrp="1"/>
          </p:cNvSpPr>
          <p:nvPr>
            <p:ph type="body" idx="1" hasCustomPrompt="1"/>
          </p:nvPr>
        </p:nvSpPr>
        <p:spPr>
          <a:xfrm>
            <a:off x="550369" y="4998587"/>
            <a:ext cx="8267552" cy="509331"/>
          </a:xfrm>
          <a:prstGeom prst="rect">
            <a:avLst/>
          </a:prstGeom>
        </p:spPr>
        <p:txBody>
          <a:bodyPr/>
          <a:lstStyle>
            <a:lvl1pPr marL="0" indent="0">
              <a:buNone/>
              <a:defRPr sz="1600" b="1" cap="none" spc="120" baseline="0">
                <a:solidFill>
                  <a:schemeClr val="tx1"/>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ADA71145-0078-FE03-F5C8-36CC8A8BDE55}"/>
              </a:ext>
            </a:extLst>
          </p:cNvPr>
          <p:cNvSpPr/>
          <p:nvPr userDrawn="1"/>
        </p:nvSpPr>
        <p:spPr>
          <a:xfrm>
            <a:off x="0" y="6821373"/>
            <a:ext cx="12192000"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6" name="Picture 5" descr="A black and white logo  AI-generated content may be incorrect.">
            <a:extLst>
              <a:ext uri="{FF2B5EF4-FFF2-40B4-BE49-F238E27FC236}">
                <a16:creationId xmlns:a16="http://schemas.microsoft.com/office/drawing/2014/main" id="{D496C863-D7D5-2358-D439-4DAEB9572CB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0369" y="397509"/>
            <a:ext cx="2245161" cy="730251"/>
          </a:xfrm>
          <a:prstGeom prst="rect">
            <a:avLst/>
          </a:prstGeom>
        </p:spPr>
      </p:pic>
    </p:spTree>
    <p:extLst>
      <p:ext uri="{BB962C8B-B14F-4D97-AF65-F5344CB8AC3E}">
        <p14:creationId xmlns:p14="http://schemas.microsoft.com/office/powerpoint/2010/main" val="32996337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2"/>
        <p:cNvGrpSpPr/>
        <p:nvPr/>
      </p:nvGrpSpPr>
      <p:grpSpPr>
        <a:xfrm>
          <a:off x="0" y="0"/>
          <a:ext cx="0" cy="0"/>
          <a:chOff x="0" y="0"/>
          <a:chExt cx="0" cy="0"/>
        </a:xfrm>
      </p:grpSpPr>
    </p:spTree>
    <p:extLst>
      <p:ext uri="{BB962C8B-B14F-4D97-AF65-F5344CB8AC3E}">
        <p14:creationId xmlns:p14="http://schemas.microsoft.com/office/powerpoint/2010/main" val="4325009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DEFAULT">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55776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82426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8_Blank Layout">
    <p:bg>
      <p:bgPr>
        <a:solidFill>
          <a:schemeClr val="tx1"/>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A90F2B48-692F-3C45-545F-7BC18B7BD45F}"/>
              </a:ext>
            </a:extLst>
          </p:cNvPr>
          <p:cNvSpPr>
            <a:spLocks noGrp="1"/>
          </p:cNvSpPr>
          <p:nvPr>
            <p:ph type="body" sz="quarter" idx="14" hasCustomPrompt="1"/>
          </p:nvPr>
        </p:nvSpPr>
        <p:spPr>
          <a:xfrm>
            <a:off x="570466" y="1363287"/>
            <a:ext cx="5171546"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3" name="Text Placeholder 6">
            <a:extLst>
              <a:ext uri="{FF2B5EF4-FFF2-40B4-BE49-F238E27FC236}">
                <a16:creationId xmlns:a16="http://schemas.microsoft.com/office/drawing/2014/main" id="{18A54718-890F-FD38-FFA0-0B0E1A5F4CE8}"/>
              </a:ext>
            </a:extLst>
          </p:cNvPr>
          <p:cNvSpPr>
            <a:spLocks noGrp="1"/>
          </p:cNvSpPr>
          <p:nvPr>
            <p:ph type="body" sz="quarter" idx="15" hasCustomPrompt="1"/>
          </p:nvPr>
        </p:nvSpPr>
        <p:spPr>
          <a:xfrm>
            <a:off x="6256919" y="1363287"/>
            <a:ext cx="5171545" cy="4743001"/>
          </a:xfrm>
          <a:prstGeom prst="rect">
            <a:avLst/>
          </a:prstGeom>
        </p:spPr>
        <p:txBody>
          <a:bodyPr lIns="0" tIns="0" rIns="0" bIns="0"/>
          <a:lstStyle>
            <a:lvl1pPr marL="0" indent="0">
              <a:lnSpc>
                <a:spcPct val="100000"/>
              </a:lnSpc>
              <a:buClr>
                <a:schemeClr val="accent1"/>
              </a:buClr>
              <a:buSzPct val="100000"/>
              <a:buNone/>
              <a:defRPr sz="2400" b="0" i="0">
                <a:solidFill>
                  <a:schemeClr val="bg2"/>
                </a:solidFill>
                <a:latin typeface="+mn-lt"/>
              </a:defRPr>
            </a:lvl1pPr>
            <a:lvl2pPr marL="456985" indent="0">
              <a:lnSpc>
                <a:spcPct val="100000"/>
              </a:lnSpc>
              <a:buClr>
                <a:schemeClr val="accent1"/>
              </a:buClr>
              <a:buSzPct val="100000"/>
              <a:buNone/>
              <a:defRPr sz="2000" b="0" i="0">
                <a:solidFill>
                  <a:schemeClr val="bg2"/>
                </a:solidFill>
                <a:latin typeface="Montserrat" pitchFamily="2" charset="77"/>
              </a:defRPr>
            </a:lvl2pPr>
            <a:lvl3pPr marL="913987" indent="0">
              <a:lnSpc>
                <a:spcPct val="100000"/>
              </a:lnSpc>
              <a:buClr>
                <a:schemeClr val="accent1"/>
              </a:buClr>
              <a:buSzPct val="100000"/>
              <a:buNone/>
              <a:defRPr sz="1800" b="0" i="0">
                <a:solidFill>
                  <a:schemeClr val="bg2"/>
                </a:solidFill>
                <a:latin typeface="Montserrat" pitchFamily="2" charset="77"/>
              </a:defRPr>
            </a:lvl3pPr>
            <a:lvl4pPr marL="1370986" indent="0">
              <a:lnSpc>
                <a:spcPct val="100000"/>
              </a:lnSpc>
              <a:buClr>
                <a:schemeClr val="accent1"/>
              </a:buClr>
              <a:buSzPct val="100000"/>
              <a:buNone/>
              <a:defRPr sz="1600" b="0" i="0">
                <a:solidFill>
                  <a:schemeClr val="bg2"/>
                </a:solidFill>
                <a:latin typeface="Montserrat" pitchFamily="2" charset="77"/>
              </a:defRPr>
            </a:lvl4pPr>
            <a:lvl5pPr marL="1827972" indent="0">
              <a:lnSpc>
                <a:spcPct val="100000"/>
              </a:lnSpc>
              <a:buClr>
                <a:schemeClr val="accent1"/>
              </a:buClr>
              <a:buSzPct val="100000"/>
              <a:buNone/>
              <a:defRPr sz="1600" b="0" i="0">
                <a:solidFill>
                  <a:schemeClr val="bg2"/>
                </a:solidFill>
                <a:latin typeface="Montserrat" pitchFamily="2" charset="77"/>
              </a:defRPr>
            </a:lvl5pPr>
          </a:lstStyle>
          <a:p>
            <a:pPr lvl="0"/>
            <a:r>
              <a:rPr lang="en-US"/>
              <a:t>Click to Add Text</a:t>
            </a:r>
            <a:endParaRPr lang="en-IN"/>
          </a:p>
        </p:txBody>
      </p:sp>
      <p:sp>
        <p:nvSpPr>
          <p:cNvPr id="4" name="Slide Number Placeholder 13">
            <a:extLst>
              <a:ext uri="{FF2B5EF4-FFF2-40B4-BE49-F238E27FC236}">
                <a16:creationId xmlns:a16="http://schemas.microsoft.com/office/drawing/2014/main" id="{6D811E7E-0320-0AFF-7C45-84C50B79307F}"/>
              </a:ext>
            </a:extLst>
          </p:cNvPr>
          <p:cNvSpPr txBox="1">
            <a:spLocks/>
          </p:cNvSpPr>
          <p:nvPr userDrawn="1"/>
        </p:nvSpPr>
        <p:spPr>
          <a:xfrm>
            <a:off x="11428466" y="6411767"/>
            <a:ext cx="342926" cy="365125"/>
          </a:xfrm>
          <a:prstGeom prst="rect">
            <a:avLst/>
          </a:prstGeom>
        </p:spPr>
        <p:txBody>
          <a:bodyPr vert="horz" lIns="91428" tIns="45714" rIns="0" bIns="45714" rtlCol="0" anchor="ctr"/>
          <a:lstStyle>
            <a:defPPr>
              <a:defRPr lang="en-US"/>
            </a:defPPr>
            <a:lvl1pPr marL="0" algn="r" defTabSz="914400" rtl="0" eaLnBrk="1" latinLnBrk="0" hangingPunct="1">
              <a:defRPr sz="1000" b="0" i="0" kern="1200">
                <a:solidFill>
                  <a:schemeClr val="accent3"/>
                </a:solidFill>
                <a:latin typeface="Museo Sans 500" panose="02000000000000000000" pitchFamily="2" charset="77"/>
                <a:ea typeface="Roboto" panose="02000000000000000000" pitchFamily="2" charset="0"/>
                <a:cs typeface="Roboto" panose="0200000000000000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A7863D-0A19-BB43-ACC2-96E9F0489906}" type="slidenum">
              <a:rPr lang="en-US" sz="700" smtClean="0">
                <a:solidFill>
                  <a:schemeClr val="bg2"/>
                </a:solidFill>
                <a:latin typeface="Montserrat" pitchFamily="2" charset="77"/>
              </a:rPr>
              <a:pPr/>
              <a:t>‹#›</a:t>
            </a:fld>
            <a:endParaRPr lang="en-US" sz="800">
              <a:solidFill>
                <a:schemeClr val="bg2"/>
              </a:solidFill>
              <a:latin typeface="Montserrat" pitchFamily="2" charset="77"/>
            </a:endParaRPr>
          </a:p>
        </p:txBody>
      </p:sp>
      <p:sp>
        <p:nvSpPr>
          <p:cNvPr id="6" name="TextBox 5">
            <a:extLst>
              <a:ext uri="{FF2B5EF4-FFF2-40B4-BE49-F238E27FC236}">
                <a16:creationId xmlns:a16="http://schemas.microsoft.com/office/drawing/2014/main" id="{D49F4155-C2E2-5E81-170B-D95B69F3071C}"/>
              </a:ext>
            </a:extLst>
          </p:cNvPr>
          <p:cNvSpPr txBox="1"/>
          <p:nvPr userDrawn="1"/>
        </p:nvSpPr>
        <p:spPr>
          <a:xfrm>
            <a:off x="10412778" y="6506879"/>
            <a:ext cx="1173040" cy="144911"/>
          </a:xfrm>
          <a:prstGeom prst="rect">
            <a:avLst/>
          </a:prstGeom>
          <a:noFill/>
        </p:spPr>
        <p:txBody>
          <a:bodyPr wrap="square" lIns="0" tIns="0" rIns="0" bIns="0" rtlCol="0">
            <a:spAutoFit/>
          </a:bodyPr>
          <a:lstStyle/>
          <a:p>
            <a:pPr marL="0" marR="0" lvl="0" indent="0" algn="r" defTabSz="914309" eaLnBrk="1" fontAlgn="auto" latinLnBrk="0" hangingPunct="1">
              <a:lnSpc>
                <a:spcPct val="150000"/>
              </a:lnSpc>
              <a:spcBef>
                <a:spcPts val="0"/>
              </a:spcBef>
              <a:spcAft>
                <a:spcPts val="0"/>
              </a:spcAft>
              <a:buClrTx/>
              <a:buSzTx/>
              <a:buFontTx/>
              <a:buNone/>
              <a:tabLst/>
              <a:defRPr/>
            </a:pPr>
            <a:r>
              <a:rPr kumimoji="0" lang="en-US" sz="700" b="0" i="0" u="none" strike="noStrike" kern="0" cap="none" spc="0" normalizeH="0" baseline="0" noProof="0">
                <a:ln>
                  <a:noFill/>
                </a:ln>
                <a:solidFill>
                  <a:schemeClr val="bg2"/>
                </a:solidFill>
                <a:effectLst/>
                <a:uLnTx/>
                <a:uFillTx/>
                <a:latin typeface="Montserrat" pitchFamily="2" charset="77"/>
              </a:rPr>
              <a:t>Private and Confidential</a:t>
            </a:r>
          </a:p>
        </p:txBody>
      </p:sp>
      <p:sp>
        <p:nvSpPr>
          <p:cNvPr id="9" name="Title 3">
            <a:extLst>
              <a:ext uri="{FF2B5EF4-FFF2-40B4-BE49-F238E27FC236}">
                <a16:creationId xmlns:a16="http://schemas.microsoft.com/office/drawing/2014/main" id="{4795FEF7-BB3C-F8B5-093A-B8BCD3A7DF70}"/>
              </a:ext>
            </a:extLst>
          </p:cNvPr>
          <p:cNvSpPr>
            <a:spLocks noGrp="1"/>
          </p:cNvSpPr>
          <p:nvPr>
            <p:ph type="title" hasCustomPrompt="1"/>
          </p:nvPr>
        </p:nvSpPr>
        <p:spPr>
          <a:xfrm>
            <a:off x="570465" y="453195"/>
            <a:ext cx="10857999" cy="553998"/>
          </a:xfrm>
          <a:prstGeom prst="rect">
            <a:avLst/>
          </a:prstGeom>
        </p:spPr>
        <p:txBody>
          <a:bodyPr wrap="square" lIns="0" tIns="0" rIns="0" bIns="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a:t>Click to Add Title</a:t>
            </a:r>
            <a:endParaRPr lang="en-IN"/>
          </a:p>
        </p:txBody>
      </p:sp>
      <p:pic>
        <p:nvPicPr>
          <p:cNvPr id="10" name="Graphic 9">
            <a:extLst>
              <a:ext uri="{FF2B5EF4-FFF2-40B4-BE49-F238E27FC236}">
                <a16:creationId xmlns:a16="http://schemas.microsoft.com/office/drawing/2014/main" id="{E3F2AEA5-BB33-FDFF-CE1E-7F805E6A15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282" y="6496842"/>
            <a:ext cx="365724" cy="194762"/>
          </a:xfrm>
          <a:prstGeom prst="rect">
            <a:avLst/>
          </a:prstGeom>
        </p:spPr>
      </p:pic>
    </p:spTree>
    <p:extLst>
      <p:ext uri="{BB962C8B-B14F-4D97-AF65-F5344CB8AC3E}">
        <p14:creationId xmlns:p14="http://schemas.microsoft.com/office/powerpoint/2010/main" val="347594874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3.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theme" Target="../theme/theme4.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9.xml"/><Relationship Id="rId7" Type="http://schemas.openxmlformats.org/officeDocument/2006/relationships/theme" Target="../theme/theme5.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slideLayout" Target="../slideLayouts/slideLayout45.xml"/><Relationship Id="rId7" Type="http://schemas.openxmlformats.org/officeDocument/2006/relationships/theme" Target="../theme/theme6.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7/15/2026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1952481807"/>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7/15/2026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2567964713"/>
      </p:ext>
    </p:extLst>
  </p:cSld>
  <p:clrMap bg1="lt1" tx1="dk1" bg2="lt2" tx2="dk2" accent1="accent1" accent2="accent2" accent3="accent3" accent4="accent4" accent5="accent5" accent6="accent6" hlink="hlink" folHlink="folHlink"/>
  <p:sldLayoutIdLst>
    <p:sldLayoutId id="2147484066" r:id="rId1"/>
    <p:sldLayoutId id="2147484067" r:id="rId2"/>
    <p:sldLayoutId id="2147484068" r:id="rId3"/>
    <p:sldLayoutId id="2147484069" r:id="rId4"/>
    <p:sldLayoutId id="2147484070" r:id="rId5"/>
    <p:sldLayoutId id="2147484071" r:id="rId6"/>
    <p:sldLayoutId id="2147484382" r:id="rId7"/>
    <p:sldLayoutId id="2147484383" r:id="rId8"/>
    <p:sldLayoutId id="2147484388" r:id="rId9"/>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7/15/2026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3436838183"/>
      </p:ext>
    </p:extLst>
  </p:cSld>
  <p:clrMap bg1="lt1" tx1="dk1" bg2="lt2" tx2="dk2" accent1="accent1" accent2="accent2" accent3="accent3" accent4="accent4" accent5="accent5" accent6="accent6" hlink="hlink" folHlink="folHlink"/>
  <p:sldLayoutIdLst>
    <p:sldLayoutId id="2147484116" r:id="rId1"/>
    <p:sldLayoutId id="2147484118" r:id="rId2"/>
    <p:sldLayoutId id="2147484119" r:id="rId3"/>
    <p:sldLayoutId id="2147484120" r:id="rId4"/>
    <p:sldLayoutId id="2147484381" r:id="rId5"/>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7/15/2026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137354410"/>
      </p:ext>
    </p:extLst>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 id="2147484176" r:id="rId12"/>
    <p:sldLayoutId id="2147484177" r:id="rId13"/>
    <p:sldLayoutId id="2147484178" r:id="rId14"/>
    <p:sldLayoutId id="2147484384" r:id="rId15"/>
    <p:sldLayoutId id="2147484385" r:id="rId16"/>
    <p:sldLayoutId id="2147484386" r:id="rId17"/>
    <p:sldLayoutId id="2147484387" r:id="rId18"/>
    <p:sldLayoutId id="2147484389" r:id="rId19"/>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497E0C-1A2A-3799-8C13-068FEDF3C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08FCF-5ED2-A5FC-0237-F50D6BEDF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D0541-AF9A-CAEB-482E-70D324455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n-lt"/>
              </a:defRPr>
            </a:lvl1pPr>
          </a:lstStyle>
          <a:p>
            <a:fld id="{4232C545-7EB3-F641-A3CF-599386811F03}" type="datetimeFigureOut">
              <a:rPr lang="en-US" smtClean="0"/>
              <a:pPr/>
              <a:t>7/15/2026</a:t>
            </a:fld>
            <a:endParaRPr lang="en-US"/>
          </a:p>
        </p:txBody>
      </p:sp>
      <p:sp>
        <p:nvSpPr>
          <p:cNvPr id="5" name="Footer Placeholder 4">
            <a:extLst>
              <a:ext uri="{FF2B5EF4-FFF2-40B4-BE49-F238E27FC236}">
                <a16:creationId xmlns:a16="http://schemas.microsoft.com/office/drawing/2014/main" id="{3C5AE006-BC14-9DBE-3B76-8EB3B5C75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9F8BCFC9-732B-E4E5-0CFC-2275A931A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n-lt"/>
              </a:defRPr>
            </a:lvl1pPr>
          </a:lstStyle>
          <a:p>
            <a:fld id="{EBD8787E-A45C-CA4B-804C-4B1807D7BA78}" type="slidenum">
              <a:rPr lang="en-US" smtClean="0"/>
              <a:pPr/>
              <a:t>‹#›</a:t>
            </a:fld>
            <a:endParaRPr lang="en-US"/>
          </a:p>
        </p:txBody>
      </p:sp>
    </p:spTree>
    <p:extLst>
      <p:ext uri="{BB962C8B-B14F-4D97-AF65-F5344CB8AC3E}">
        <p14:creationId xmlns:p14="http://schemas.microsoft.com/office/powerpoint/2010/main" val="244588258"/>
      </p:ext>
    </p:extLst>
  </p:cSld>
  <p:clrMap bg1="lt1" tx1="dk1" bg2="lt2" tx2="dk2" accent1="accent1" accent2="accent2" accent3="accent3" accent4="accent4" accent5="accent5" accent6="accent6" hlink="hlink" folHlink="folHlink"/>
  <p:sldLayoutIdLst>
    <p:sldLayoutId id="2147484223" r:id="rId1"/>
    <p:sldLayoutId id="2147484224" r:id="rId2"/>
    <p:sldLayoutId id="2147484225" r:id="rId3"/>
    <p:sldLayoutId id="2147484226" r:id="rId4"/>
    <p:sldLayoutId id="2147484227" r:id="rId5"/>
    <p:sldLayoutId id="2147484228" r:id="rId6"/>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7D2874-569B-35CE-3D03-C0ACE0AC3D14}"/>
              </a:ext>
            </a:extLst>
          </p:cNvPr>
          <p:cNvSpPr/>
          <p:nvPr userDrawn="1"/>
        </p:nvSpPr>
        <p:spPr>
          <a:xfrm>
            <a:off x="11489385" y="6233759"/>
            <a:ext cx="702617" cy="28980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91440" rIns="182880" bIns="91440" rtlCol="0" anchor="ctr"/>
          <a:lstStyle/>
          <a:p>
            <a:pPr algn="l"/>
            <a:fld id="{D7F5B210-CEB2-A746-856D-E90E8136B2BA}" type="slidenum">
              <a:rPr lang="en-US" sz="1200" b="1" smtClean="0">
                <a:solidFill>
                  <a:schemeClr val="bg1"/>
                </a:solidFill>
              </a:rPr>
              <a:t>‹#›</a:t>
            </a:fld>
            <a:endParaRPr lang="en-US" sz="1200" b="1">
              <a:solidFill>
                <a:schemeClr val="bg1"/>
              </a:solidFill>
            </a:endParaRPr>
          </a:p>
        </p:txBody>
      </p:sp>
      <p:pic>
        <p:nvPicPr>
          <p:cNvPr id="3" name="Picture 2" descr="A black and white logo  AI-generated content may be incorrect.">
            <a:extLst>
              <a:ext uri="{FF2B5EF4-FFF2-40B4-BE49-F238E27FC236}">
                <a16:creationId xmlns:a16="http://schemas.microsoft.com/office/drawing/2014/main" id="{9F7CFB4A-750D-450E-2246-EE45FC3DFF98}"/>
              </a:ext>
            </a:extLst>
          </p:cNvPr>
          <p:cNvPicPr>
            <a:picLocks noChangeAspect="1"/>
          </p:cNvPicPr>
          <p:nvPr userDrawn="1"/>
        </p:nvPicPr>
        <p:blipFill>
          <a:blip r:embed="rId8" cstate="hqprint">
            <a:extLst>
              <a:ext uri="{28A0092B-C50C-407E-A947-70E740481C1C}">
                <a14:useLocalDpi xmlns:a14="http://schemas.microsoft.com/office/drawing/2010/main"/>
              </a:ext>
            </a:extLst>
          </a:blip>
          <a:stretch>
            <a:fillRect/>
          </a:stretch>
        </p:blipFill>
        <p:spPr>
          <a:xfrm>
            <a:off x="10357636" y="334438"/>
            <a:ext cx="1511843" cy="491735"/>
          </a:xfrm>
          <a:prstGeom prst="rect">
            <a:avLst/>
          </a:prstGeom>
        </p:spPr>
      </p:pic>
      <p:sp>
        <p:nvSpPr>
          <p:cNvPr id="4" name="Rectangle 3">
            <a:extLst>
              <a:ext uri="{FF2B5EF4-FFF2-40B4-BE49-F238E27FC236}">
                <a16:creationId xmlns:a16="http://schemas.microsoft.com/office/drawing/2014/main" id="{77BBE7FF-1A79-DECE-B947-5ABCD2F57AF4}"/>
              </a:ext>
            </a:extLst>
          </p:cNvPr>
          <p:cNvSpPr/>
          <p:nvPr userDrawn="1"/>
        </p:nvSpPr>
        <p:spPr>
          <a:xfrm>
            <a:off x="0" y="6821373"/>
            <a:ext cx="12192000"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Tree>
    <p:extLst>
      <p:ext uri="{BB962C8B-B14F-4D97-AF65-F5344CB8AC3E}">
        <p14:creationId xmlns:p14="http://schemas.microsoft.com/office/powerpoint/2010/main" val="2231404878"/>
      </p:ext>
    </p:extLst>
  </p:cSld>
  <p:clrMap bg1="lt1" tx1="dk1" bg2="lt2" tx2="dk2" accent1="accent1" accent2="accent2" accent3="accent3" accent4="accent4" accent5="accent5" accent6="accent6" hlink="hlink" folHlink="folHlink"/>
  <p:sldLayoutIdLst>
    <p:sldLayoutId id="2147484391" r:id="rId1"/>
    <p:sldLayoutId id="2147484392" r:id="rId2"/>
    <p:sldLayoutId id="2147484393" r:id="rId3"/>
    <p:sldLayoutId id="2147484394" r:id="rId4"/>
    <p:sldLayoutId id="2147484395" r:id="rId5"/>
    <p:sldLayoutId id="2147484396" r:id="rId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FFCD_6ABB1D5E.xml"/><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hyperlink" Target="https://wgcp.sharepoint.com/:p:/s/AIEngineeringandScience/IQDYZKax52SIR4ePt19vKAhyAX9-09sJ5TWV51z2U1ZUESQ?e=IDc8rA" TargetMode="Externa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7FFFFFED_9605AE31.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8.xml"/><Relationship Id="rId1" Type="http://schemas.openxmlformats.org/officeDocument/2006/relationships/slideLayout" Target="../slideLayouts/slideLayout22.xml"/><Relationship Id="rId5" Type="http://schemas.openxmlformats.org/officeDocument/2006/relationships/image" Target="../media/image44.svg"/><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hyperlink" Target="https://engage.cloud.microsoft/main/org/blend360.com/threads/eyJfdHlwZSI6IlRocmVhZCIsImlkIjoiMzg3NDAxOTU0OTc5ODQwMCJ9?trk_copy_link=V2_HTML" TargetMode="External"/><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7FFFFFD5_D2D11F0.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48.svg"/><Relationship Id="rId11" Type="http://schemas.openxmlformats.org/officeDocument/2006/relationships/image" Target="../media/image53.svg"/><Relationship Id="rId5" Type="http://schemas.openxmlformats.org/officeDocument/2006/relationships/image" Target="../media/image47.sv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svg"/></Relationships>
</file>

<file path=ppt/slides/_rels/slide21.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57.sv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56.svg"/><Relationship Id="rId5" Type="http://schemas.openxmlformats.org/officeDocument/2006/relationships/image" Target="../media/image55.svg"/><Relationship Id="rId4" Type="http://schemas.openxmlformats.org/officeDocument/2006/relationships/image" Target="../media/image54.svg"/></Relationships>
</file>

<file path=ppt/slides/_rels/slide2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22.xml"/><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19.xml"/><Relationship Id="rId1" Type="http://schemas.openxmlformats.org/officeDocument/2006/relationships/slideLayout" Target="../slideLayouts/slideLayout22.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26.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svg"/><Relationship Id="rId7" Type="http://schemas.openxmlformats.org/officeDocument/2006/relationships/image" Target="../media/image73.sv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72.svg"/><Relationship Id="rId11" Type="http://schemas.openxmlformats.org/officeDocument/2006/relationships/image" Target="../media/image76.png"/><Relationship Id="rId5" Type="http://schemas.openxmlformats.org/officeDocument/2006/relationships/image" Target="../media/image71.svg"/><Relationship Id="rId10" Type="http://schemas.openxmlformats.org/officeDocument/2006/relationships/image" Target="../media/image75.png"/><Relationship Id="rId4" Type="http://schemas.openxmlformats.org/officeDocument/2006/relationships/image" Target="../media/image70.svg"/><Relationship Id="rId9" Type="http://schemas.openxmlformats.org/officeDocument/2006/relationships/image" Target="../media/image52.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3" Type="http://schemas.openxmlformats.org/officeDocument/2006/relationships/image" Target="../media/image77.gif"/><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77.gif"/><Relationship Id="rId2" Type="http://schemas.openxmlformats.org/officeDocument/2006/relationships/notesSlide" Target="../notesSlides/notesSlide26.xml"/><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48.xml"/><Relationship Id="rId5" Type="http://schemas.openxmlformats.org/officeDocument/2006/relationships/image" Target="../media/image80.png"/><Relationship Id="rId4" Type="http://schemas.openxmlformats.org/officeDocument/2006/relationships/image" Target="../media/image7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8DC2104-A0D3-7074-7019-B7C01930BC1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8161CC1-DD0A-FACE-0EDD-040B5B556687}"/>
              </a:ext>
            </a:extLst>
          </p:cNvPr>
          <p:cNvSpPr>
            <a:spLocks noGrp="1"/>
          </p:cNvSpPr>
          <p:nvPr>
            <p:ph type="title"/>
          </p:nvPr>
        </p:nvSpPr>
        <p:spPr>
          <a:xfrm>
            <a:off x="661562" y="3064254"/>
            <a:ext cx="3892505" cy="1325563"/>
          </a:xfrm>
        </p:spPr>
        <p:txBody>
          <a:bodyPr/>
          <a:lstStyle/>
          <a:p>
            <a:r>
              <a:rPr lang="en-US" sz="2800">
                <a:solidFill>
                  <a:srgbClr val="053057"/>
                </a:solidFill>
              </a:rPr>
              <a:t>AI Engineering </a:t>
            </a:r>
            <a:br>
              <a:rPr lang="en-US" sz="2800">
                <a:solidFill>
                  <a:srgbClr val="053057"/>
                </a:solidFill>
              </a:rPr>
            </a:br>
            <a:r>
              <a:rPr lang="en-US" sz="2800">
                <a:solidFill>
                  <a:srgbClr val="053057"/>
                </a:solidFill>
              </a:rPr>
              <a:t>Data Science </a:t>
            </a:r>
            <a:br>
              <a:rPr lang="en-US" sz="2800">
                <a:solidFill>
                  <a:srgbClr val="053057"/>
                </a:solidFill>
              </a:rPr>
            </a:br>
            <a:r>
              <a:rPr lang="en-US" sz="2800">
                <a:solidFill>
                  <a:srgbClr val="053057"/>
                </a:solidFill>
              </a:rPr>
              <a:t>Joint</a:t>
            </a:r>
            <a:br>
              <a:rPr lang="en-US" sz="2800">
                <a:solidFill>
                  <a:srgbClr val="053057"/>
                </a:solidFill>
              </a:rPr>
            </a:br>
            <a:r>
              <a:rPr lang="en-US" sz="2800">
                <a:solidFill>
                  <a:srgbClr val="053057"/>
                </a:solidFill>
              </a:rPr>
              <a:t>Function Monthly Meeting </a:t>
            </a:r>
          </a:p>
        </p:txBody>
      </p:sp>
      <p:sp>
        <p:nvSpPr>
          <p:cNvPr id="12" name="Text Placeholder 11">
            <a:extLst>
              <a:ext uri="{FF2B5EF4-FFF2-40B4-BE49-F238E27FC236}">
                <a16:creationId xmlns:a16="http://schemas.microsoft.com/office/drawing/2014/main" id="{17CE4C39-93CA-27D4-5ADC-14B2B2061488}"/>
              </a:ext>
            </a:extLst>
          </p:cNvPr>
          <p:cNvSpPr>
            <a:spLocks noGrp="1"/>
          </p:cNvSpPr>
          <p:nvPr>
            <p:ph type="body" sz="quarter" idx="10"/>
          </p:nvPr>
        </p:nvSpPr>
        <p:spPr>
          <a:xfrm>
            <a:off x="662252" y="4852792"/>
            <a:ext cx="3892580" cy="712787"/>
          </a:xfrm>
        </p:spPr>
        <p:txBody>
          <a:bodyPr vert="horz" lIns="91440" tIns="45720" rIns="91440" bIns="45720" rtlCol="0" anchor="t">
            <a:noAutofit/>
          </a:bodyPr>
          <a:lstStyle/>
          <a:p>
            <a:pPr marL="0" indent="0">
              <a:buNone/>
            </a:pPr>
            <a:r>
              <a:rPr lang="en-US">
                <a:solidFill>
                  <a:srgbClr val="053057"/>
                </a:solidFill>
              </a:rPr>
              <a:t>Jul 17, 2026</a:t>
            </a:r>
          </a:p>
        </p:txBody>
      </p:sp>
      <p:sp>
        <p:nvSpPr>
          <p:cNvPr id="16" name="Rectangle 15">
            <a:extLst>
              <a:ext uri="{FF2B5EF4-FFF2-40B4-BE49-F238E27FC236}">
                <a16:creationId xmlns:a16="http://schemas.microsoft.com/office/drawing/2014/main" id="{5A2E7A48-1CB1-4FE6-F7A8-C268F5F56294}"/>
              </a:ext>
            </a:extLst>
          </p:cNvPr>
          <p:cNvSpPr/>
          <p:nvPr/>
        </p:nvSpPr>
        <p:spPr>
          <a:xfrm>
            <a:off x="804132" y="5972428"/>
            <a:ext cx="1522535"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d-ID" sz="1000" b="0" i="0" u="none" strike="noStrike" kern="1200" cap="none" spc="0" normalizeH="0" baseline="0" noProof="0">
                <a:ln>
                  <a:noFill/>
                </a:ln>
                <a:solidFill>
                  <a:srgbClr val="00EDED"/>
                </a:solidFill>
                <a:effectLst/>
                <a:uLnTx/>
                <a:uFillTx/>
                <a:latin typeface="Montserrat" pitchFamily="2" charset="77"/>
                <a:ea typeface="+mn-ea"/>
                <a:cs typeface="Calibri"/>
              </a:rPr>
              <a:t>Blend360.com</a:t>
            </a:r>
          </a:p>
        </p:txBody>
      </p:sp>
      <p:pic>
        <p:nvPicPr>
          <p:cNvPr id="3" name="Picture 2" descr="A blue and white text on a black background&#10;&#10;AI-generated content may be incorrect.">
            <a:extLst>
              <a:ext uri="{FF2B5EF4-FFF2-40B4-BE49-F238E27FC236}">
                <a16:creationId xmlns:a16="http://schemas.microsoft.com/office/drawing/2014/main" id="{4E1DABD7-AD1E-FE33-1B15-7569D50F1C74}"/>
              </a:ext>
            </a:extLst>
          </p:cNvPr>
          <p:cNvPicPr>
            <a:picLocks noChangeAspect="1"/>
          </p:cNvPicPr>
          <p:nvPr/>
        </p:nvPicPr>
        <p:blipFill>
          <a:blip r:embed="rId3"/>
          <a:stretch>
            <a:fillRect/>
          </a:stretch>
        </p:blipFill>
        <p:spPr>
          <a:xfrm>
            <a:off x="7021690" y="4126089"/>
            <a:ext cx="5168901" cy="2733324"/>
          </a:xfrm>
          <a:prstGeom prst="rect">
            <a:avLst/>
          </a:prstGeom>
        </p:spPr>
      </p:pic>
    </p:spTree>
    <p:extLst>
      <p:ext uri="{BB962C8B-B14F-4D97-AF65-F5344CB8AC3E}">
        <p14:creationId xmlns:p14="http://schemas.microsoft.com/office/powerpoint/2010/main" val="1799390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2B23E-E418-3708-F494-57DBCEC2F4B7}"/>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1DFE165-7B44-8049-515A-25B85AA4FD36}"/>
              </a:ext>
            </a:extLst>
          </p:cNvPr>
          <p:cNvSpPr>
            <a:spLocks noGrp="1"/>
          </p:cNvSpPr>
          <p:nvPr>
            <p:ph type="body" sz="quarter" idx="14"/>
          </p:nvPr>
        </p:nvSpPr>
        <p:spPr>
          <a:xfrm>
            <a:off x="7357844" y="1331199"/>
            <a:ext cx="4466860" cy="489559"/>
          </a:xfrm>
        </p:spPr>
        <p:txBody>
          <a:bodyPr/>
          <a:lstStyle/>
          <a:p>
            <a:r>
              <a:rPr lang="en-US" sz="2000"/>
              <a:t>Hackathon callout!</a:t>
            </a:r>
            <a:endParaRPr lang="en-US"/>
          </a:p>
        </p:txBody>
      </p:sp>
      <p:sp>
        <p:nvSpPr>
          <p:cNvPr id="14" name="Text Placeholder 13">
            <a:extLst>
              <a:ext uri="{FF2B5EF4-FFF2-40B4-BE49-F238E27FC236}">
                <a16:creationId xmlns:a16="http://schemas.microsoft.com/office/drawing/2014/main" id="{9CFC9C98-40D2-A256-B51E-A9B26106776A}"/>
              </a:ext>
            </a:extLst>
          </p:cNvPr>
          <p:cNvSpPr>
            <a:spLocks noGrp="1"/>
          </p:cNvSpPr>
          <p:nvPr>
            <p:ph type="body" sz="quarter" idx="15"/>
          </p:nvPr>
        </p:nvSpPr>
        <p:spPr>
          <a:xfrm>
            <a:off x="7354910" y="4347648"/>
            <a:ext cx="4466860" cy="489559"/>
          </a:xfrm>
        </p:spPr>
        <p:txBody>
          <a:bodyPr/>
          <a:lstStyle/>
          <a:p>
            <a:r>
              <a:rPr lang="en-US" sz="2000"/>
              <a:t>Better Together Delivery Story: Evals at </a:t>
            </a:r>
            <a:r>
              <a:rPr lang="en-US" sz="2000" err="1"/>
              <a:t>Vialto</a:t>
            </a:r>
            <a:r>
              <a:rPr lang="en-US" sz="2000"/>
              <a:t> (15 Minutes)</a:t>
            </a:r>
            <a:endParaRPr lang="en-US" sz="2000">
              <a:solidFill>
                <a:srgbClr val="000000"/>
              </a:solidFill>
            </a:endParaRPr>
          </a:p>
        </p:txBody>
      </p:sp>
      <p:sp>
        <p:nvSpPr>
          <p:cNvPr id="15" name="Text Placeholder 14">
            <a:extLst>
              <a:ext uri="{FF2B5EF4-FFF2-40B4-BE49-F238E27FC236}">
                <a16:creationId xmlns:a16="http://schemas.microsoft.com/office/drawing/2014/main" id="{5CF469E0-792F-3C37-653F-41CBBB19F596}"/>
              </a:ext>
            </a:extLst>
          </p:cNvPr>
          <p:cNvSpPr>
            <a:spLocks noGrp="1"/>
          </p:cNvSpPr>
          <p:nvPr>
            <p:ph type="body" sz="quarter" idx="16"/>
          </p:nvPr>
        </p:nvSpPr>
        <p:spPr>
          <a:xfrm>
            <a:off x="7354910" y="2832369"/>
            <a:ext cx="4466860" cy="489559"/>
          </a:xfrm>
        </p:spPr>
        <p:txBody>
          <a:bodyPr/>
          <a:lstStyle/>
          <a:p>
            <a:r>
              <a:rPr lang="en-US" sz="2000"/>
              <a:t>AI – DS Cross Upskilling (5 Minutes)</a:t>
            </a:r>
            <a:endParaRPr lang="en-US"/>
          </a:p>
        </p:txBody>
      </p:sp>
      <p:sp>
        <p:nvSpPr>
          <p:cNvPr id="16" name="Text Placeholder 15">
            <a:extLst>
              <a:ext uri="{FF2B5EF4-FFF2-40B4-BE49-F238E27FC236}">
                <a16:creationId xmlns:a16="http://schemas.microsoft.com/office/drawing/2014/main" id="{15A27037-C27A-755B-55C3-C243520CF3C4}"/>
              </a:ext>
            </a:extLst>
          </p:cNvPr>
          <p:cNvSpPr>
            <a:spLocks noGrp="1"/>
          </p:cNvSpPr>
          <p:nvPr>
            <p:ph type="body" sz="quarter" idx="17"/>
          </p:nvPr>
        </p:nvSpPr>
        <p:spPr>
          <a:xfrm>
            <a:off x="7354910" y="5098233"/>
            <a:ext cx="4174227" cy="489559"/>
          </a:xfrm>
        </p:spPr>
        <p:txBody>
          <a:bodyPr/>
          <a:lstStyle/>
          <a:p>
            <a:r>
              <a:rPr lang="en-US" sz="2000"/>
              <a:t>Better Together Delivery Story: Charter (15 Minutes)</a:t>
            </a:r>
            <a:endParaRPr lang="en-US" sz="2000">
              <a:solidFill>
                <a:srgbClr val="000000"/>
              </a:solidFill>
            </a:endParaRPr>
          </a:p>
        </p:txBody>
      </p:sp>
      <p:sp>
        <p:nvSpPr>
          <p:cNvPr id="5" name="Title 4">
            <a:extLst>
              <a:ext uri="{FF2B5EF4-FFF2-40B4-BE49-F238E27FC236}">
                <a16:creationId xmlns:a16="http://schemas.microsoft.com/office/drawing/2014/main" id="{066772DA-8977-E0A7-0B1C-A1277D489D06}"/>
              </a:ext>
            </a:extLst>
          </p:cNvPr>
          <p:cNvSpPr>
            <a:spLocks noGrp="1"/>
          </p:cNvSpPr>
          <p:nvPr>
            <p:ph type="title"/>
          </p:nvPr>
        </p:nvSpPr>
        <p:spPr>
          <a:xfrm>
            <a:off x="6682717" y="352777"/>
            <a:ext cx="5141987" cy="662998"/>
          </a:xfrm>
        </p:spPr>
        <p:txBody>
          <a:bodyPr/>
          <a:lstStyle/>
          <a:p>
            <a:r>
              <a:rPr lang="en-US"/>
              <a:t>Agenda</a:t>
            </a:r>
          </a:p>
        </p:txBody>
      </p:sp>
      <p:sp>
        <p:nvSpPr>
          <p:cNvPr id="2" name="Text Placeholder 13">
            <a:extLst>
              <a:ext uri="{FF2B5EF4-FFF2-40B4-BE49-F238E27FC236}">
                <a16:creationId xmlns:a16="http://schemas.microsoft.com/office/drawing/2014/main" id="{1F374034-96DF-15F8-2B47-D1654F750EEF}"/>
              </a:ext>
            </a:extLst>
          </p:cNvPr>
          <p:cNvSpPr txBox="1">
            <a:spLocks/>
          </p:cNvSpPr>
          <p:nvPr/>
        </p:nvSpPr>
        <p:spPr>
          <a:xfrm>
            <a:off x="7357844" y="3590008"/>
            <a:ext cx="4466860" cy="48955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accent1"/>
                </a:solidFill>
                <a:latin typeface="+mn-lt"/>
                <a:ea typeface="+mn-ea"/>
                <a:cs typeface="+mn-cs"/>
              </a:defRPr>
            </a:lvl1pPr>
            <a:lvl2pPr marL="456985"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2pPr>
            <a:lvl3pPr marL="913987"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3pPr>
            <a:lvl4pPr marL="1370986"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4pPr>
            <a:lvl5pPr marL="1827972"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OpenAI &amp; Codex (10 Minutes)</a:t>
            </a:r>
          </a:p>
        </p:txBody>
      </p:sp>
      <p:sp>
        <p:nvSpPr>
          <p:cNvPr id="3" name="Text Placeholder 6">
            <a:extLst>
              <a:ext uri="{FF2B5EF4-FFF2-40B4-BE49-F238E27FC236}">
                <a16:creationId xmlns:a16="http://schemas.microsoft.com/office/drawing/2014/main" id="{2832B6AA-9938-027C-E056-2C6CF8D97CD6}"/>
              </a:ext>
            </a:extLst>
          </p:cNvPr>
          <p:cNvSpPr txBox="1">
            <a:spLocks/>
          </p:cNvSpPr>
          <p:nvPr/>
        </p:nvSpPr>
        <p:spPr>
          <a:xfrm>
            <a:off x="7354910" y="2081784"/>
            <a:ext cx="4466860" cy="48955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accent1"/>
                </a:solidFill>
                <a:latin typeface="+mn-lt"/>
                <a:ea typeface="+mn-ea"/>
                <a:cs typeface="+mn-cs"/>
              </a:defRPr>
            </a:lvl1pPr>
            <a:lvl2pPr marL="456985"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2pPr>
            <a:lvl3pPr marL="913987"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3pPr>
            <a:lvl4pPr marL="1370986"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4pPr>
            <a:lvl5pPr marL="1827972" indent="0" algn="l" defTabSz="914400" rtl="0" eaLnBrk="1" latinLnBrk="0" hangingPunct="1">
              <a:lnSpc>
                <a:spcPct val="90000"/>
              </a:lnSpc>
              <a:spcBef>
                <a:spcPts val="500"/>
              </a:spcBef>
              <a:buFont typeface="Arial" panose="020B0604020202020204" pitchFamily="34" charset="0"/>
              <a:buNone/>
              <a:defRPr sz="1600" b="0" i="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Top Agenda Items for the Functions (10 Minutes)</a:t>
            </a:r>
          </a:p>
        </p:txBody>
      </p:sp>
      <p:sp>
        <p:nvSpPr>
          <p:cNvPr id="4" name="Oval 3">
            <a:extLst>
              <a:ext uri="{FF2B5EF4-FFF2-40B4-BE49-F238E27FC236}">
                <a16:creationId xmlns:a16="http://schemas.microsoft.com/office/drawing/2014/main" id="{2C8DA91A-AFC7-E5BB-E6CB-ED11CCB7255E}"/>
              </a:ext>
            </a:extLst>
          </p:cNvPr>
          <p:cNvSpPr/>
          <p:nvPr/>
        </p:nvSpPr>
        <p:spPr>
          <a:xfrm>
            <a:off x="6810733" y="1386854"/>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6" name="Oval 5">
            <a:extLst>
              <a:ext uri="{FF2B5EF4-FFF2-40B4-BE49-F238E27FC236}">
                <a16:creationId xmlns:a16="http://schemas.microsoft.com/office/drawing/2014/main" id="{DF0C9BC3-3D45-6409-71CC-98C7B75ED186}"/>
              </a:ext>
            </a:extLst>
          </p:cNvPr>
          <p:cNvSpPr/>
          <p:nvPr/>
        </p:nvSpPr>
        <p:spPr>
          <a:xfrm>
            <a:off x="6810733" y="2133363"/>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8" name="Oval 7">
            <a:extLst>
              <a:ext uri="{FF2B5EF4-FFF2-40B4-BE49-F238E27FC236}">
                <a16:creationId xmlns:a16="http://schemas.microsoft.com/office/drawing/2014/main" id="{F3D68FD5-9FEB-36F0-5EE7-7F1F97AEF6CB}"/>
              </a:ext>
            </a:extLst>
          </p:cNvPr>
          <p:cNvSpPr/>
          <p:nvPr/>
        </p:nvSpPr>
        <p:spPr>
          <a:xfrm>
            <a:off x="6810733" y="2886927"/>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9" name="Oval 8">
            <a:extLst>
              <a:ext uri="{FF2B5EF4-FFF2-40B4-BE49-F238E27FC236}">
                <a16:creationId xmlns:a16="http://schemas.microsoft.com/office/drawing/2014/main" id="{3EC7BE79-C744-F88D-34C1-9F1ABFB8F5CB}"/>
              </a:ext>
            </a:extLst>
          </p:cNvPr>
          <p:cNvSpPr/>
          <p:nvPr/>
        </p:nvSpPr>
        <p:spPr>
          <a:xfrm>
            <a:off x="6810733" y="3633437"/>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a:t>
            </a:r>
          </a:p>
        </p:txBody>
      </p:sp>
      <p:sp>
        <p:nvSpPr>
          <p:cNvPr id="10" name="Oval 9">
            <a:extLst>
              <a:ext uri="{FF2B5EF4-FFF2-40B4-BE49-F238E27FC236}">
                <a16:creationId xmlns:a16="http://schemas.microsoft.com/office/drawing/2014/main" id="{63BED961-026B-6571-62B2-4E88C6AA3369}"/>
              </a:ext>
            </a:extLst>
          </p:cNvPr>
          <p:cNvSpPr/>
          <p:nvPr/>
        </p:nvSpPr>
        <p:spPr>
          <a:xfrm>
            <a:off x="6810733" y="4387001"/>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5</a:t>
            </a:r>
          </a:p>
        </p:txBody>
      </p:sp>
      <p:sp>
        <p:nvSpPr>
          <p:cNvPr id="11" name="Oval 10">
            <a:extLst>
              <a:ext uri="{FF2B5EF4-FFF2-40B4-BE49-F238E27FC236}">
                <a16:creationId xmlns:a16="http://schemas.microsoft.com/office/drawing/2014/main" id="{DA3B5405-CDC9-5FB7-AFE5-3A84DCEC554A}"/>
              </a:ext>
            </a:extLst>
          </p:cNvPr>
          <p:cNvSpPr/>
          <p:nvPr/>
        </p:nvSpPr>
        <p:spPr>
          <a:xfrm>
            <a:off x="6810733" y="5140566"/>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6</a:t>
            </a:r>
          </a:p>
        </p:txBody>
      </p:sp>
      <p:sp>
        <p:nvSpPr>
          <p:cNvPr id="13" name="Text Placeholder 15">
            <a:extLst>
              <a:ext uri="{FF2B5EF4-FFF2-40B4-BE49-F238E27FC236}">
                <a16:creationId xmlns:a16="http://schemas.microsoft.com/office/drawing/2014/main" id="{5A798D7D-02ED-AAB5-3800-B119C624BEF8}"/>
              </a:ext>
            </a:extLst>
          </p:cNvPr>
          <p:cNvSpPr txBox="1">
            <a:spLocks/>
          </p:cNvSpPr>
          <p:nvPr/>
        </p:nvSpPr>
        <p:spPr>
          <a:xfrm>
            <a:off x="7391696" y="5728854"/>
            <a:ext cx="4174227" cy="489559"/>
          </a:xfrm>
          <a:prstGeom prst="rect">
            <a:avLst/>
          </a:prstGeom>
        </p:spPr>
        <p:txBody>
          <a:bodyPr vert="horz" lIns="91440" tIns="45720" rIns="91440" bIns="45720" rtlCol="0" anchor="ctr">
            <a:noAutofit/>
          </a:bodyPr>
          <a:lstStyle>
            <a:lvl1pPr indent="0">
              <a:lnSpc>
                <a:spcPct val="90000"/>
              </a:lnSpc>
              <a:spcBef>
                <a:spcPts val="1000"/>
              </a:spcBef>
              <a:buFont typeface="Arial" panose="020B0604020202020204" pitchFamily="34" charset="0"/>
              <a:buNone/>
              <a:defRPr sz="2000" b="0" i="0">
                <a:solidFill>
                  <a:schemeClr val="accent1"/>
                </a:solidFill>
              </a:defRPr>
            </a:lvl1pPr>
            <a:lvl2pPr marL="456985" indent="0">
              <a:lnSpc>
                <a:spcPct val="90000"/>
              </a:lnSpc>
              <a:spcBef>
                <a:spcPts val="500"/>
              </a:spcBef>
              <a:buFont typeface="Arial" panose="020B0604020202020204" pitchFamily="34" charset="0"/>
              <a:buNone/>
              <a:defRPr sz="1600" b="0" i="0">
                <a:solidFill>
                  <a:schemeClr val="bg2"/>
                </a:solidFill>
              </a:defRPr>
            </a:lvl2pPr>
            <a:lvl3pPr marL="913987" indent="0">
              <a:lnSpc>
                <a:spcPct val="90000"/>
              </a:lnSpc>
              <a:spcBef>
                <a:spcPts val="500"/>
              </a:spcBef>
              <a:buFont typeface="Arial" panose="020B0604020202020204" pitchFamily="34" charset="0"/>
              <a:buNone/>
              <a:defRPr sz="1600" b="0" i="0">
                <a:solidFill>
                  <a:schemeClr val="bg2"/>
                </a:solidFill>
              </a:defRPr>
            </a:lvl3pPr>
            <a:lvl4pPr marL="1370986" indent="0">
              <a:lnSpc>
                <a:spcPct val="90000"/>
              </a:lnSpc>
              <a:spcBef>
                <a:spcPts val="500"/>
              </a:spcBef>
              <a:buFont typeface="Arial" panose="020B0604020202020204" pitchFamily="34" charset="0"/>
              <a:buNone/>
              <a:defRPr sz="1600" b="0" i="0">
                <a:solidFill>
                  <a:schemeClr val="bg2"/>
                </a:solidFill>
              </a:defRPr>
            </a:lvl4pPr>
            <a:lvl5pPr marL="1827972" indent="0">
              <a:lnSpc>
                <a:spcPct val="90000"/>
              </a:lnSpc>
              <a:spcBef>
                <a:spcPts val="500"/>
              </a:spcBef>
              <a:buFont typeface="Arial" panose="020B0604020202020204" pitchFamily="34" charset="0"/>
              <a:buNone/>
              <a:defRPr sz="1600" b="0" i="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Ask Us Anything (5 Minutes)</a:t>
            </a:r>
          </a:p>
        </p:txBody>
      </p:sp>
      <p:sp>
        <p:nvSpPr>
          <p:cNvPr id="17" name="Oval 16">
            <a:extLst>
              <a:ext uri="{FF2B5EF4-FFF2-40B4-BE49-F238E27FC236}">
                <a16:creationId xmlns:a16="http://schemas.microsoft.com/office/drawing/2014/main" id="{E649E8EC-FE2B-1142-4ED7-AC871612B914}"/>
              </a:ext>
            </a:extLst>
          </p:cNvPr>
          <p:cNvSpPr/>
          <p:nvPr/>
        </p:nvSpPr>
        <p:spPr>
          <a:xfrm>
            <a:off x="6837008" y="5760676"/>
            <a:ext cx="337142" cy="357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7</a:t>
            </a:r>
          </a:p>
        </p:txBody>
      </p:sp>
    </p:spTree>
    <p:extLst>
      <p:ext uri="{BB962C8B-B14F-4D97-AF65-F5344CB8AC3E}">
        <p14:creationId xmlns:p14="http://schemas.microsoft.com/office/powerpoint/2010/main" val="65537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C7FFA-BC44-D17C-CCBB-7C5C60DA3C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7AD3F-AD7D-FA87-53E5-717B620F6B51}"/>
              </a:ext>
            </a:extLst>
          </p:cNvPr>
          <p:cNvSpPr>
            <a:spLocks noGrp="1"/>
          </p:cNvSpPr>
          <p:nvPr>
            <p:ph type="title"/>
          </p:nvPr>
        </p:nvSpPr>
        <p:spPr/>
        <p:txBody>
          <a:bodyPr/>
          <a:lstStyle/>
          <a:p>
            <a:r>
              <a:rPr lang="en-US"/>
              <a:t>Hackathon Callout</a:t>
            </a:r>
          </a:p>
        </p:txBody>
      </p:sp>
    </p:spTree>
    <p:extLst>
      <p:ext uri="{BB962C8B-B14F-4D97-AF65-F5344CB8AC3E}">
        <p14:creationId xmlns:p14="http://schemas.microsoft.com/office/powerpoint/2010/main" val="66445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8497B-6E34-1C4C-99EB-3CBAF008B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DD19A-1C3B-24AE-C1B2-34E34B400EC9}"/>
              </a:ext>
            </a:extLst>
          </p:cNvPr>
          <p:cNvSpPr>
            <a:spLocks noGrp="1"/>
          </p:cNvSpPr>
          <p:nvPr>
            <p:ph type="title"/>
          </p:nvPr>
        </p:nvSpPr>
        <p:spPr>
          <a:xfrm>
            <a:off x="570465" y="453195"/>
            <a:ext cx="10857999" cy="553998"/>
          </a:xfrm>
        </p:spPr>
        <p:txBody>
          <a:bodyPr/>
          <a:lstStyle/>
          <a:p>
            <a:r>
              <a:rPr lang="en-US"/>
              <a:t>The Project Intelligence Hub</a:t>
            </a:r>
          </a:p>
        </p:txBody>
      </p:sp>
      <p:sp>
        <p:nvSpPr>
          <p:cNvPr id="6" name="Text Placeholder 5">
            <a:extLst>
              <a:ext uri="{FF2B5EF4-FFF2-40B4-BE49-F238E27FC236}">
                <a16:creationId xmlns:a16="http://schemas.microsoft.com/office/drawing/2014/main" id="{44998DCA-09CA-EEAF-9677-59891BA1D6DB}"/>
              </a:ext>
            </a:extLst>
          </p:cNvPr>
          <p:cNvSpPr>
            <a:spLocks noGrp="1"/>
          </p:cNvSpPr>
          <p:nvPr>
            <p:ph type="body" sz="quarter" idx="15"/>
          </p:nvPr>
        </p:nvSpPr>
        <p:spPr>
          <a:xfrm>
            <a:off x="6256919" y="1363287"/>
            <a:ext cx="5712470" cy="4743001"/>
          </a:xfrm>
        </p:spPr>
        <p:txBody>
          <a:bodyPr vert="horz" lIns="0" tIns="0" rIns="0" bIns="0" rtlCol="0" anchor="t">
            <a:normAutofit fontScale="77500" lnSpcReduction="20000"/>
          </a:bodyPr>
          <a:lstStyle/>
          <a:p>
            <a:pPr>
              <a:lnSpc>
                <a:spcPct val="120000"/>
              </a:lnSpc>
            </a:pPr>
            <a:r>
              <a:rPr lang="en-US" b="1">
                <a:highlight>
                  <a:srgbClr val="FFFFFF"/>
                </a:highlight>
                <a:latin typeface="Montserrat"/>
              </a:rPr>
              <a:t>Logistics</a:t>
            </a:r>
            <a:br>
              <a:rPr lang="en-US">
                <a:highlight>
                  <a:srgbClr val="FFFFFF"/>
                </a:highlight>
                <a:latin typeface="Montserrat"/>
              </a:rPr>
            </a:br>
            <a:r>
              <a:rPr lang="en-US">
                <a:highlight>
                  <a:srgbClr val="FFFFFF"/>
                </a:highlight>
                <a:latin typeface="Montserrat"/>
              </a:rPr>
              <a:t>📍 Location: Regional offices &amp; remote teams  </a:t>
            </a:r>
            <a:br>
              <a:rPr lang="en-US">
                <a:highlight>
                  <a:srgbClr val="FFFFFF"/>
                </a:highlight>
                <a:latin typeface="Montserrat"/>
              </a:rPr>
            </a:br>
            <a:r>
              <a:rPr lang="en-US">
                <a:highlight>
                  <a:srgbClr val="FFFFFF"/>
                </a:highlight>
                <a:latin typeface="Montserrat"/>
              </a:rPr>
              <a:t>🕐 Time: 6:30 AM – 4:30 PM (ET) / 4:00 PM – 2:00 AM (IST)  </a:t>
            </a:r>
            <a:br>
              <a:rPr lang="en-US">
                <a:highlight>
                  <a:srgbClr val="FFFFFF"/>
                </a:highlight>
                <a:latin typeface="Montserrat"/>
              </a:rPr>
            </a:br>
            <a:r>
              <a:rPr lang="en-US">
                <a:highlight>
                  <a:srgbClr val="FFFFFF"/>
                </a:highlight>
                <a:latin typeface="Montserrat"/>
              </a:rPr>
              <a:t>🗓️  Date: July 24, 2026  </a:t>
            </a:r>
            <a:br>
              <a:rPr lang="en-US">
                <a:highlight>
                  <a:srgbClr val="FFFFFF"/>
                </a:highlight>
                <a:latin typeface="Montserrat"/>
              </a:rPr>
            </a:br>
            <a:r>
              <a:rPr lang="en-US">
                <a:highlight>
                  <a:srgbClr val="FFFFFF"/>
                </a:highlight>
                <a:latin typeface="Montserrat"/>
              </a:rPr>
              <a:t>👥 Team size: 3–5 members  </a:t>
            </a:r>
            <a:br>
              <a:rPr lang="en-US">
                <a:highlight>
                  <a:srgbClr val="FFFFFF"/>
                </a:highlight>
                <a:latin typeface="Montserrat"/>
              </a:rPr>
            </a:br>
            <a:r>
              <a:rPr lang="en-US">
                <a:highlight>
                  <a:srgbClr val="FFFFFF"/>
                </a:highlight>
                <a:latin typeface="Montserrat"/>
              </a:rPr>
              <a:t>🌍 Cross-regional teams strongly encouraged</a:t>
            </a:r>
            <a:endParaRPr lang="en-US"/>
          </a:p>
          <a:p>
            <a:endParaRPr lang="en-US">
              <a:highlight>
                <a:srgbClr val="FFFFFF"/>
              </a:highlight>
              <a:latin typeface="Montserrat"/>
            </a:endParaRPr>
          </a:p>
          <a:p>
            <a:pPr>
              <a:lnSpc>
                <a:spcPct val="120000"/>
              </a:lnSpc>
            </a:pPr>
            <a:r>
              <a:rPr lang="en-US" b="1">
                <a:highlight>
                  <a:srgbClr val="FFFFFF"/>
                </a:highlight>
                <a:ea typeface="+mn-lt"/>
                <a:cs typeface="+mn-lt"/>
              </a:rPr>
              <a:t>Deliverables</a:t>
            </a:r>
          </a:p>
          <a:p>
            <a:pPr>
              <a:lnSpc>
                <a:spcPct val="120000"/>
              </a:lnSpc>
            </a:pPr>
            <a:r>
              <a:rPr lang="en-US">
                <a:highlight>
                  <a:srgbClr val="FFFFFF"/>
                </a:highlight>
                <a:ea typeface="+mn-lt"/>
                <a:cs typeface="+mn-lt"/>
              </a:rPr>
              <a:t>📹 video demoing your solution</a:t>
            </a:r>
          </a:p>
          <a:p>
            <a:pPr>
              <a:lnSpc>
                <a:spcPct val="120000"/>
              </a:lnSpc>
            </a:pPr>
            <a:r>
              <a:rPr lang="en-US">
                <a:highlight>
                  <a:srgbClr val="FFFFFF"/>
                </a:highlight>
                <a:ea typeface="+mn-lt"/>
                <a:cs typeface="+mn-lt"/>
              </a:rPr>
              <a:t>📄 CSV document with a set of questions and answers for our automated evaluation</a:t>
            </a:r>
          </a:p>
          <a:p>
            <a:pPr>
              <a:lnSpc>
                <a:spcPct val="120000"/>
              </a:lnSpc>
            </a:pPr>
            <a:r>
              <a:rPr lang="en-US">
                <a:highlight>
                  <a:srgbClr val="FFFFFF"/>
                </a:highlight>
                <a:ea typeface="+mn-lt"/>
                <a:cs typeface="+mn-lt"/>
              </a:rPr>
              <a:t>🖼️ a project one-pager, generated with a given </a:t>
            </a:r>
            <a:r>
              <a:rPr lang="en-US" err="1">
                <a:highlight>
                  <a:srgbClr val="FFFFFF"/>
                </a:highlight>
                <a:ea typeface="+mn-lt"/>
                <a:cs typeface="+mn-lt"/>
              </a:rPr>
              <a:t>promp</a:t>
            </a:r>
            <a:r>
              <a:rPr lang="en-US">
                <a:highlight>
                  <a:srgbClr val="FFFFFF"/>
                </a:highlight>
                <a:ea typeface="+mn-lt"/>
                <a:cs typeface="+mn-lt"/>
              </a:rPr>
              <a:t>t</a:t>
            </a:r>
          </a:p>
          <a:p>
            <a:endParaRPr lang="en-US"/>
          </a:p>
          <a:p>
            <a:endParaRPr lang="en-US">
              <a:highlight>
                <a:srgbClr val="FFFFFF"/>
              </a:highlight>
            </a:endParaRPr>
          </a:p>
        </p:txBody>
      </p:sp>
      <p:sp>
        <p:nvSpPr>
          <p:cNvPr id="8" name="Text Placeholder 7">
            <a:extLst>
              <a:ext uri="{FF2B5EF4-FFF2-40B4-BE49-F238E27FC236}">
                <a16:creationId xmlns:a16="http://schemas.microsoft.com/office/drawing/2014/main" id="{A57B6D73-05F7-1A65-4CE3-802F50340E0F}"/>
              </a:ext>
            </a:extLst>
          </p:cNvPr>
          <p:cNvSpPr>
            <a:spLocks noGrp="1"/>
          </p:cNvSpPr>
          <p:nvPr>
            <p:ph type="body" sz="quarter" idx="14"/>
          </p:nvPr>
        </p:nvSpPr>
        <p:spPr>
          <a:xfrm>
            <a:off x="335281" y="1363287"/>
            <a:ext cx="5406731" cy="4743001"/>
          </a:xfrm>
        </p:spPr>
        <p:txBody>
          <a:bodyPr vert="horz" lIns="0" tIns="0" rIns="0" bIns="0" rtlCol="0" anchor="t">
            <a:normAutofit/>
          </a:bodyPr>
          <a:lstStyle/>
          <a:p>
            <a:r>
              <a:rPr lang="en-US" sz="2000" i="1"/>
              <a:t>Every project we deliver generates knowledge worth keeping; almost none of it lands somewhere a colleague can find later.</a:t>
            </a:r>
          </a:p>
          <a:p>
            <a:r>
              <a:rPr lang="en-US" sz="2000"/>
              <a:t>The goal of the hackathon </a:t>
            </a:r>
            <a:r>
              <a:rPr lang="en-US" sz="2000">
                <a:solidFill>
                  <a:srgbClr val="053057"/>
                </a:solidFill>
                <a:latin typeface="Montserrat"/>
                <a:ea typeface="Calibri"/>
                <a:cs typeface="Calibri"/>
              </a:rPr>
              <a:t>is a solution that can answer questions about our existing projects — and turn what it knows into shareable artifacts.</a:t>
            </a:r>
          </a:p>
          <a:p>
            <a:r>
              <a:rPr lang="en-US" sz="2000" b="1">
                <a:solidFill>
                  <a:srgbClr val="053057"/>
                </a:solidFill>
                <a:highlight>
                  <a:srgbClr val="FFFFFF"/>
                </a:highlight>
                <a:latin typeface="Montserrat"/>
              </a:rPr>
              <a:t>Prizes</a:t>
            </a:r>
            <a:endParaRPr lang="en-US" sz="2000" b="1">
              <a:solidFill>
                <a:srgbClr val="053057"/>
              </a:solidFill>
              <a:latin typeface="Montserrat"/>
            </a:endParaRPr>
          </a:p>
          <a:p>
            <a:r>
              <a:rPr lang="en-US" sz="2000">
                <a:solidFill>
                  <a:srgbClr val="053057"/>
                </a:solidFill>
                <a:highlight>
                  <a:srgbClr val="FFFFFF"/>
                </a:highlight>
                <a:ea typeface="+mn-lt"/>
                <a:cs typeface="+mn-lt"/>
              </a:rPr>
              <a:t>🥇</a:t>
            </a:r>
            <a:r>
              <a:rPr lang="en-US" sz="2000">
                <a:solidFill>
                  <a:srgbClr val="053057"/>
                </a:solidFill>
                <a:highlight>
                  <a:srgbClr val="FFFFFF"/>
                </a:highlight>
                <a:latin typeface="Montserrat"/>
              </a:rPr>
              <a:t> $300 gift card </a:t>
            </a:r>
            <a:r>
              <a:rPr lang="en-US" sz="2000">
                <a:highlight>
                  <a:srgbClr val="FFFFFF"/>
                </a:highlight>
                <a:ea typeface="+mn-lt"/>
                <a:cs typeface="+mn-lt"/>
              </a:rPr>
              <a:t>for each team member</a:t>
            </a:r>
            <a:endParaRPr lang="en-US" sz="2000">
              <a:ea typeface="+mn-lt"/>
              <a:cs typeface="+mn-lt"/>
            </a:endParaRPr>
          </a:p>
          <a:p>
            <a:r>
              <a:rPr lang="en-US" sz="2000">
                <a:highlight>
                  <a:srgbClr val="FFFFFF"/>
                </a:highlight>
                <a:ea typeface="+mn-lt"/>
                <a:cs typeface="+mn-lt"/>
              </a:rPr>
              <a:t>🥈 </a:t>
            </a:r>
            <a:r>
              <a:rPr lang="en-US" sz="2000">
                <a:solidFill>
                  <a:srgbClr val="053057"/>
                </a:solidFill>
                <a:highlight>
                  <a:srgbClr val="FFFFFF"/>
                </a:highlight>
                <a:latin typeface="Montserrat"/>
              </a:rPr>
              <a:t>$150 gift card for each team member</a:t>
            </a:r>
            <a:endParaRPr lang="en-US" sz="2000">
              <a:ea typeface="+mn-lt"/>
              <a:cs typeface="+mn-lt"/>
            </a:endParaRPr>
          </a:p>
          <a:p>
            <a:r>
              <a:rPr lang="en-US" sz="2000">
                <a:highlight>
                  <a:srgbClr val="FFFFFF"/>
                </a:highlight>
                <a:ea typeface="+mn-lt"/>
                <a:cs typeface="+mn-lt"/>
              </a:rPr>
              <a:t>🥉</a:t>
            </a:r>
            <a:r>
              <a:rPr lang="en-US" sz="2000">
                <a:solidFill>
                  <a:srgbClr val="053057"/>
                </a:solidFill>
                <a:highlight>
                  <a:srgbClr val="FFFFFF"/>
                </a:highlight>
                <a:latin typeface="Montserrat"/>
              </a:rPr>
              <a:t> $75 gift card for each team member</a:t>
            </a:r>
            <a:endParaRPr lang="en-US" sz="2000">
              <a:solidFill>
                <a:srgbClr val="000000"/>
              </a:solidFill>
              <a:highlight>
                <a:srgbClr val="FFFFFF"/>
              </a:highlight>
              <a:latin typeface="Montserrat"/>
            </a:endParaRPr>
          </a:p>
          <a:p>
            <a:endParaRPr lang="en-US" sz="2000">
              <a:highlight>
                <a:srgbClr val="FFFFFF"/>
              </a:highlight>
            </a:endParaRPr>
          </a:p>
        </p:txBody>
      </p:sp>
    </p:spTree>
    <p:extLst>
      <p:ext uri="{BB962C8B-B14F-4D97-AF65-F5344CB8AC3E}">
        <p14:creationId xmlns:p14="http://schemas.microsoft.com/office/powerpoint/2010/main" val="179064764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B85F-791A-91EF-264B-7DB6F8289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D7E1A-452E-D466-D28A-15E6953EA264}"/>
              </a:ext>
            </a:extLst>
          </p:cNvPr>
          <p:cNvSpPr>
            <a:spLocks noGrp="1"/>
          </p:cNvSpPr>
          <p:nvPr>
            <p:ph type="title"/>
          </p:nvPr>
        </p:nvSpPr>
        <p:spPr/>
        <p:txBody>
          <a:bodyPr/>
          <a:lstStyle/>
          <a:p>
            <a:r>
              <a:rPr lang="en-US"/>
              <a:t>Top Agenda Items for the Functions</a:t>
            </a:r>
          </a:p>
        </p:txBody>
      </p:sp>
    </p:spTree>
    <p:extLst>
      <p:ext uri="{BB962C8B-B14F-4D97-AF65-F5344CB8AC3E}">
        <p14:creationId xmlns:p14="http://schemas.microsoft.com/office/powerpoint/2010/main" val="1248417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98565-FE41-A871-BA18-EDBFB2F11DE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A5EC56-2DBE-AF27-80BB-190B9C91753D}"/>
              </a:ext>
            </a:extLst>
          </p:cNvPr>
          <p:cNvSpPr>
            <a:spLocks noGrp="1"/>
          </p:cNvSpPr>
          <p:nvPr>
            <p:ph type="body" sz="quarter" idx="14"/>
          </p:nvPr>
        </p:nvSpPr>
        <p:spPr>
          <a:xfrm>
            <a:off x="6401790" y="1794592"/>
            <a:ext cx="5121305" cy="4743001"/>
          </a:xfrm>
        </p:spPr>
        <p:txBody>
          <a:bodyPr vert="horz" lIns="0" tIns="0" rIns="0" bIns="0" rtlCol="0" anchor="t">
            <a:normAutofit/>
          </a:bodyPr>
          <a:lstStyle/>
          <a:p>
            <a:pPr marL="799885" lvl="1" indent="-342900" fontAlgn="base">
              <a:buFont typeface="Arial" panose="020B0604020202020204" pitchFamily="34" charset="0"/>
              <a:buChar char="•"/>
            </a:pPr>
            <a:endParaRPr lang="en-US" sz="1200"/>
          </a:p>
          <a:p>
            <a:pPr fontAlgn="base"/>
            <a:r>
              <a:rPr lang="en-US" b="1"/>
              <a:t>Other Jeff and Serhat </a:t>
            </a:r>
          </a:p>
          <a:p>
            <a:endParaRPr lang="en-US" b="1"/>
          </a:p>
          <a:p>
            <a:pPr marL="342900" indent="-342900">
              <a:buChar char="•"/>
            </a:pPr>
            <a:r>
              <a:rPr lang="en-US"/>
              <a:t>Knowledge Repo </a:t>
            </a:r>
          </a:p>
          <a:p>
            <a:pPr marL="342900" indent="-342900">
              <a:buChar char="•"/>
            </a:pPr>
            <a:r>
              <a:rPr lang="en-US"/>
              <a:t>Career Matrix - IC Track </a:t>
            </a:r>
          </a:p>
          <a:p>
            <a:pPr marL="342900" indent="-342900">
              <a:buChar char="•"/>
            </a:pPr>
            <a:r>
              <a:rPr lang="en-US"/>
              <a:t>Project Rotation </a:t>
            </a:r>
          </a:p>
          <a:p>
            <a:pPr marL="342900" indent="-342900">
              <a:buChar char="•"/>
            </a:pPr>
            <a:r>
              <a:rPr lang="en-US"/>
              <a:t>Snowflake Certification</a:t>
            </a:r>
          </a:p>
        </p:txBody>
      </p:sp>
      <p:sp>
        <p:nvSpPr>
          <p:cNvPr id="5" name="Text Placeholder 4">
            <a:extLst>
              <a:ext uri="{FF2B5EF4-FFF2-40B4-BE49-F238E27FC236}">
                <a16:creationId xmlns:a16="http://schemas.microsoft.com/office/drawing/2014/main" id="{891EE98F-FB5E-3C57-D856-8F934A868CE7}"/>
              </a:ext>
            </a:extLst>
          </p:cNvPr>
          <p:cNvSpPr>
            <a:spLocks noGrp="1"/>
          </p:cNvSpPr>
          <p:nvPr>
            <p:ph type="body" sz="quarter" idx="15"/>
          </p:nvPr>
        </p:nvSpPr>
        <p:spPr>
          <a:xfrm>
            <a:off x="662028" y="1795930"/>
            <a:ext cx="5171545" cy="4743001"/>
          </a:xfrm>
        </p:spPr>
        <p:txBody>
          <a:bodyPr vert="horz" lIns="0" tIns="0" rIns="0" bIns="0" rtlCol="0" anchor="t">
            <a:normAutofit/>
          </a:bodyPr>
          <a:lstStyle/>
          <a:p>
            <a:pPr marL="799885" lvl="1" indent="-342900" fontAlgn="base">
              <a:buFont typeface="Arial" panose="020B0604020202020204" pitchFamily="34" charset="0"/>
              <a:buChar char="•"/>
            </a:pPr>
            <a:endParaRPr lang="en-US" sz="1200"/>
          </a:p>
          <a:p>
            <a:pPr fontAlgn="base"/>
            <a:r>
              <a:rPr lang="en-US" b="1"/>
              <a:t>Jeff Chen and Celia </a:t>
            </a:r>
          </a:p>
          <a:p>
            <a:endParaRPr lang="en-US"/>
          </a:p>
          <a:p>
            <a:pPr marL="342900" indent="-342900">
              <a:buChar char="•"/>
            </a:pPr>
            <a:r>
              <a:rPr lang="en-US"/>
              <a:t>Recruitment</a:t>
            </a:r>
          </a:p>
          <a:p>
            <a:pPr marL="342900" indent="-342900">
              <a:buChar char="•"/>
            </a:pPr>
            <a:r>
              <a:rPr lang="en-US"/>
              <a:t>Career Ladder, Skills &amp; Competencies</a:t>
            </a:r>
          </a:p>
          <a:p>
            <a:pPr marL="342900" indent="-342900">
              <a:buChar char="•"/>
            </a:pPr>
            <a:r>
              <a:rPr lang="en-US"/>
              <a:t>Agentic Engineering</a:t>
            </a:r>
          </a:p>
        </p:txBody>
      </p:sp>
      <p:sp>
        <p:nvSpPr>
          <p:cNvPr id="2" name="Title 1">
            <a:extLst>
              <a:ext uri="{FF2B5EF4-FFF2-40B4-BE49-F238E27FC236}">
                <a16:creationId xmlns:a16="http://schemas.microsoft.com/office/drawing/2014/main" id="{5A39EBA8-947E-E30A-BDC0-E9573CFB6112}"/>
              </a:ext>
            </a:extLst>
          </p:cNvPr>
          <p:cNvSpPr>
            <a:spLocks noGrp="1"/>
          </p:cNvSpPr>
          <p:nvPr>
            <p:ph type="title"/>
          </p:nvPr>
        </p:nvSpPr>
        <p:spPr>
          <a:xfrm>
            <a:off x="570465" y="453195"/>
            <a:ext cx="10857999" cy="1107996"/>
          </a:xfrm>
        </p:spPr>
        <p:txBody>
          <a:bodyPr/>
          <a:lstStyle/>
          <a:p>
            <a:r>
              <a:rPr lang="en-US"/>
              <a:t>Data Science and AI Engineering Top Agenda Items</a:t>
            </a:r>
          </a:p>
        </p:txBody>
      </p:sp>
    </p:spTree>
    <p:extLst>
      <p:ext uri="{BB962C8B-B14F-4D97-AF65-F5344CB8AC3E}">
        <p14:creationId xmlns:p14="http://schemas.microsoft.com/office/powerpoint/2010/main" val="6289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8371-4A42-D35C-AEC5-342830E50D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5F816E-070D-E1CF-C4AD-E2C30AF20C97}"/>
              </a:ext>
            </a:extLst>
          </p:cNvPr>
          <p:cNvSpPr>
            <a:spLocks noGrp="1"/>
          </p:cNvSpPr>
          <p:nvPr>
            <p:ph type="title"/>
          </p:nvPr>
        </p:nvSpPr>
        <p:spPr/>
        <p:txBody>
          <a:bodyPr/>
          <a:lstStyle/>
          <a:p>
            <a:r>
              <a:rPr b="1"/>
              <a:t>AI Engineering Career Framework</a:t>
            </a:r>
          </a:p>
        </p:txBody>
      </p:sp>
      <p:sp>
        <p:nvSpPr>
          <p:cNvPr id="5" name="TextBox 4"/>
          <p:cNvSpPr txBox="1"/>
          <p:nvPr/>
        </p:nvSpPr>
        <p:spPr>
          <a:xfrm>
            <a:off x="566928" y="1170432"/>
            <a:ext cx="10853928" cy="292608"/>
          </a:xfrm>
          <a:prstGeom prst="rect">
            <a:avLst/>
          </a:prstGeom>
          <a:noFill/>
        </p:spPr>
        <p:txBody>
          <a:bodyPr wrap="square" anchor="t">
            <a:noAutofit/>
          </a:bodyPr>
          <a:lstStyle/>
          <a:p>
            <a:pPr algn="l"/>
            <a:r>
              <a:rPr sz="1050" b="0">
                <a:solidFill>
                  <a:srgbClr val="314550"/>
                </a:solidFill>
                <a:latin typeface="Montserrat"/>
              </a:rPr>
              <a:t>Shared levels through Lead AI Engineer; the track splits at Principal AI Engineer I / Manager. Same-column levels are equivalent grades.</a:t>
            </a:r>
          </a:p>
        </p:txBody>
      </p:sp>
      <p:sp>
        <p:nvSpPr>
          <p:cNvPr id="6" name="Rounded Rectangle 5"/>
          <p:cNvSpPr/>
          <p:nvPr/>
        </p:nvSpPr>
        <p:spPr>
          <a:xfrm>
            <a:off x="304800" y="3476872"/>
            <a:ext cx="1207008" cy="786384"/>
          </a:xfrm>
          <a:prstGeom prst="roundRect">
            <a:avLst>
              <a:gd name="adj" fmla="val 12000"/>
            </a:avLst>
          </a:prstGeom>
          <a:solidFill>
            <a:srgbClr val="FFFFFF"/>
          </a:solidFill>
          <a:ln w="15875">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053057"/>
                </a:solidFill>
                <a:latin typeface="Montserrat"/>
              </a:rPr>
              <a:t>AI Engineer</a:t>
            </a:r>
          </a:p>
        </p:txBody>
      </p:sp>
      <p:sp>
        <p:nvSpPr>
          <p:cNvPr id="7" name="Rounded Rectangle 6"/>
          <p:cNvSpPr/>
          <p:nvPr/>
        </p:nvSpPr>
        <p:spPr>
          <a:xfrm>
            <a:off x="1639824" y="3476872"/>
            <a:ext cx="1207008" cy="786384"/>
          </a:xfrm>
          <a:prstGeom prst="roundRect">
            <a:avLst>
              <a:gd name="adj" fmla="val 12000"/>
            </a:avLst>
          </a:prstGeom>
          <a:solidFill>
            <a:srgbClr val="FFFFFF"/>
          </a:solidFill>
          <a:ln w="15875">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053057"/>
                </a:solidFill>
                <a:latin typeface="Montserrat"/>
              </a:rPr>
              <a:t>Senior AI Engineer</a:t>
            </a:r>
          </a:p>
        </p:txBody>
      </p:sp>
      <p:sp>
        <p:nvSpPr>
          <p:cNvPr id="8" name="Rounded Rectangle 7"/>
          <p:cNvSpPr/>
          <p:nvPr/>
        </p:nvSpPr>
        <p:spPr>
          <a:xfrm>
            <a:off x="2974848" y="3476872"/>
            <a:ext cx="1207008" cy="786384"/>
          </a:xfrm>
          <a:prstGeom prst="roundRect">
            <a:avLst>
              <a:gd name="adj" fmla="val 12000"/>
            </a:avLst>
          </a:prstGeom>
          <a:solidFill>
            <a:srgbClr val="FFFFFF"/>
          </a:solidFill>
          <a:ln w="15875">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053057"/>
                </a:solidFill>
                <a:latin typeface="Montserrat"/>
              </a:rPr>
              <a:t>Lead AI Engineer</a:t>
            </a:r>
          </a:p>
        </p:txBody>
      </p:sp>
      <p:cxnSp>
        <p:nvCxnSpPr>
          <p:cNvPr id="9" name="Connector 8"/>
          <p:cNvCxnSpPr/>
          <p:nvPr/>
        </p:nvCxnSpPr>
        <p:spPr>
          <a:xfrm>
            <a:off x="1511808" y="3870064"/>
            <a:ext cx="12801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846832" y="3870064"/>
            <a:ext cx="12801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602480"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Principal AI Engineer I</a:t>
            </a:r>
          </a:p>
        </p:txBody>
      </p:sp>
      <p:sp>
        <p:nvSpPr>
          <p:cNvPr id="12" name="Rounded Rectangle 11"/>
          <p:cNvSpPr/>
          <p:nvPr/>
        </p:nvSpPr>
        <p:spPr>
          <a:xfrm>
            <a:off x="4602480"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Manager</a:t>
            </a:r>
          </a:p>
        </p:txBody>
      </p:sp>
      <p:cxnSp>
        <p:nvCxnSpPr>
          <p:cNvPr id="13" name="Connector 12"/>
          <p:cNvCxnSpPr/>
          <p:nvPr/>
        </p:nvCxnSpPr>
        <p:spPr>
          <a:xfrm>
            <a:off x="5068824"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535168"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35168"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17464"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Principal AI Engineer II</a:t>
            </a:r>
          </a:p>
        </p:txBody>
      </p:sp>
      <p:sp>
        <p:nvSpPr>
          <p:cNvPr id="17" name="Rounded Rectangle 16"/>
          <p:cNvSpPr/>
          <p:nvPr/>
        </p:nvSpPr>
        <p:spPr>
          <a:xfrm>
            <a:off x="5617464"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Senior Manager</a:t>
            </a:r>
          </a:p>
        </p:txBody>
      </p:sp>
      <p:cxnSp>
        <p:nvCxnSpPr>
          <p:cNvPr id="18" name="Connector 17"/>
          <p:cNvCxnSpPr/>
          <p:nvPr/>
        </p:nvCxnSpPr>
        <p:spPr>
          <a:xfrm>
            <a:off x="6083808"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50152"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550152"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632448"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Principal AI Engineer III</a:t>
            </a:r>
          </a:p>
        </p:txBody>
      </p:sp>
      <p:sp>
        <p:nvSpPr>
          <p:cNvPr id="22" name="Rounded Rectangle 21"/>
          <p:cNvSpPr/>
          <p:nvPr/>
        </p:nvSpPr>
        <p:spPr>
          <a:xfrm>
            <a:off x="6632448"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Associate Director</a:t>
            </a:r>
          </a:p>
        </p:txBody>
      </p:sp>
      <p:cxnSp>
        <p:nvCxnSpPr>
          <p:cNvPr id="23" name="Connector 22"/>
          <p:cNvCxnSpPr/>
          <p:nvPr/>
        </p:nvCxnSpPr>
        <p:spPr>
          <a:xfrm>
            <a:off x="7098792"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65136"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65136"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647432"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Principal AI Engineer IV</a:t>
            </a:r>
          </a:p>
        </p:txBody>
      </p:sp>
      <p:sp>
        <p:nvSpPr>
          <p:cNvPr id="27" name="Rounded Rectangle 26"/>
          <p:cNvSpPr/>
          <p:nvPr/>
        </p:nvSpPr>
        <p:spPr>
          <a:xfrm>
            <a:off x="7647432"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Director</a:t>
            </a:r>
          </a:p>
        </p:txBody>
      </p:sp>
      <p:cxnSp>
        <p:nvCxnSpPr>
          <p:cNvPr id="28" name="Connector 27"/>
          <p:cNvCxnSpPr/>
          <p:nvPr/>
        </p:nvCxnSpPr>
        <p:spPr>
          <a:xfrm>
            <a:off x="8113776"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80120"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80120"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662416"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Principal AI Engineer V</a:t>
            </a:r>
          </a:p>
        </p:txBody>
      </p:sp>
      <p:sp>
        <p:nvSpPr>
          <p:cNvPr id="32" name="Rounded Rectangle 31"/>
          <p:cNvSpPr/>
          <p:nvPr/>
        </p:nvSpPr>
        <p:spPr>
          <a:xfrm>
            <a:off x="8662416"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Senior Director</a:t>
            </a:r>
          </a:p>
        </p:txBody>
      </p:sp>
      <p:cxnSp>
        <p:nvCxnSpPr>
          <p:cNvPr id="33" name="Connector 32"/>
          <p:cNvCxnSpPr/>
          <p:nvPr/>
        </p:nvCxnSpPr>
        <p:spPr>
          <a:xfrm>
            <a:off x="9128760"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595104"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595104"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77400"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Fellow</a:t>
            </a:r>
          </a:p>
        </p:txBody>
      </p:sp>
      <p:sp>
        <p:nvSpPr>
          <p:cNvPr id="37" name="Rounded Rectangle 36"/>
          <p:cNvSpPr/>
          <p:nvPr/>
        </p:nvSpPr>
        <p:spPr>
          <a:xfrm>
            <a:off x="9677400"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VP</a:t>
            </a:r>
          </a:p>
        </p:txBody>
      </p:sp>
      <p:cxnSp>
        <p:nvCxnSpPr>
          <p:cNvPr id="38" name="Connector 37"/>
          <p:cNvCxnSpPr/>
          <p:nvPr/>
        </p:nvCxnSpPr>
        <p:spPr>
          <a:xfrm>
            <a:off x="10143744"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610088" y="258990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10088" y="5150224"/>
            <a:ext cx="82296" cy="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692384" y="2196712"/>
            <a:ext cx="932688" cy="786384"/>
          </a:xfrm>
          <a:prstGeom prst="roundRect">
            <a:avLst>
              <a:gd name="adj" fmla="val 12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Senior Fellow</a:t>
            </a:r>
          </a:p>
        </p:txBody>
      </p:sp>
      <p:sp>
        <p:nvSpPr>
          <p:cNvPr id="42" name="Rounded Rectangle 41"/>
          <p:cNvSpPr/>
          <p:nvPr/>
        </p:nvSpPr>
        <p:spPr>
          <a:xfrm>
            <a:off x="10692384" y="4757032"/>
            <a:ext cx="932688" cy="786384"/>
          </a:xfrm>
          <a:prstGeom prst="roundRect">
            <a:avLst>
              <a:gd name="adj" fmla="val 12000"/>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noAutofit/>
          </a:bodyPr>
          <a:lstStyle/>
          <a:p>
            <a:pPr algn="ctr"/>
            <a:r>
              <a:rPr sz="850" b="0">
                <a:solidFill>
                  <a:srgbClr val="FFFFFF"/>
                </a:solidFill>
                <a:latin typeface="Montserrat"/>
              </a:rPr>
              <a:t>SVP</a:t>
            </a:r>
          </a:p>
        </p:txBody>
      </p:sp>
      <p:cxnSp>
        <p:nvCxnSpPr>
          <p:cNvPr id="43" name="Connector 42"/>
          <p:cNvCxnSpPr/>
          <p:nvPr/>
        </p:nvCxnSpPr>
        <p:spPr>
          <a:xfrm>
            <a:off x="11158728" y="2983096"/>
            <a:ext cx="0" cy="1773936"/>
          </a:xfrm>
          <a:prstGeom prst="line">
            <a:avLst/>
          </a:prstGeom>
          <a:ln w="9525">
            <a:solidFill>
              <a:srgbClr val="31455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1856" y="2589904"/>
            <a:ext cx="420624" cy="128016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81856" y="3870064"/>
            <a:ext cx="420624" cy="1280160"/>
          </a:xfrm>
          <a:prstGeom prst="line">
            <a:avLst/>
          </a:prstGeom>
          <a:ln w="15875">
            <a:solidFill>
              <a:srgbClr val="053057"/>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04800" y="3001384"/>
            <a:ext cx="2560320" cy="320040"/>
          </a:xfrm>
          <a:prstGeom prst="rect">
            <a:avLst/>
          </a:prstGeom>
          <a:noFill/>
        </p:spPr>
        <p:txBody>
          <a:bodyPr wrap="square" anchor="t">
            <a:noAutofit/>
          </a:bodyPr>
          <a:lstStyle/>
          <a:p>
            <a:pPr algn="l"/>
            <a:r>
              <a:rPr sz="1000" b="0">
                <a:solidFill>
                  <a:srgbClr val="314550"/>
                </a:solidFill>
                <a:latin typeface="Montserrat"/>
              </a:rPr>
              <a:t>Shared foundation</a:t>
            </a:r>
          </a:p>
        </p:txBody>
      </p:sp>
      <p:sp>
        <p:nvSpPr>
          <p:cNvPr id="47" name="TextBox 46"/>
          <p:cNvSpPr txBox="1"/>
          <p:nvPr/>
        </p:nvSpPr>
        <p:spPr>
          <a:xfrm>
            <a:off x="4602480" y="1794376"/>
            <a:ext cx="3657600" cy="329184"/>
          </a:xfrm>
          <a:prstGeom prst="rect">
            <a:avLst/>
          </a:prstGeom>
          <a:noFill/>
        </p:spPr>
        <p:txBody>
          <a:bodyPr wrap="square" anchor="t">
            <a:noAutofit/>
          </a:bodyPr>
          <a:lstStyle/>
          <a:p>
            <a:pPr algn="l"/>
            <a:r>
              <a:rPr sz="1300" b="1">
                <a:solidFill>
                  <a:srgbClr val="053057"/>
                </a:solidFill>
                <a:latin typeface="Montserrat"/>
              </a:rPr>
              <a:t>Technical Path</a:t>
            </a:r>
          </a:p>
        </p:txBody>
      </p:sp>
      <p:sp>
        <p:nvSpPr>
          <p:cNvPr id="48" name="TextBox 47"/>
          <p:cNvSpPr txBox="1"/>
          <p:nvPr/>
        </p:nvSpPr>
        <p:spPr>
          <a:xfrm>
            <a:off x="4602480" y="5634856"/>
            <a:ext cx="3657600" cy="329184"/>
          </a:xfrm>
          <a:prstGeom prst="rect">
            <a:avLst/>
          </a:prstGeom>
          <a:noFill/>
        </p:spPr>
        <p:txBody>
          <a:bodyPr wrap="square" anchor="t">
            <a:noAutofit/>
          </a:bodyPr>
          <a:lstStyle/>
          <a:p>
            <a:pPr algn="l"/>
            <a:r>
              <a:rPr sz="1300" b="1">
                <a:solidFill>
                  <a:srgbClr val="053057"/>
                </a:solidFill>
                <a:latin typeface="Montserrat"/>
              </a:rPr>
              <a:t>Management Path</a:t>
            </a:r>
          </a:p>
        </p:txBody>
      </p:sp>
      <p:sp>
        <p:nvSpPr>
          <p:cNvPr id="3" name="TextBox 2">
            <a:extLst>
              <a:ext uri="{FF2B5EF4-FFF2-40B4-BE49-F238E27FC236}">
                <a16:creationId xmlns:a16="http://schemas.microsoft.com/office/drawing/2014/main" id="{9A6E0179-83FA-CA70-4329-BD1B027EDFEF}"/>
              </a:ext>
            </a:extLst>
          </p:cNvPr>
          <p:cNvSpPr txBox="1"/>
          <p:nvPr/>
        </p:nvSpPr>
        <p:spPr>
          <a:xfrm>
            <a:off x="1226853" y="6277088"/>
            <a:ext cx="3165315" cy="246221"/>
          </a:xfrm>
          <a:prstGeom prst="rect">
            <a:avLst/>
          </a:prstGeom>
          <a:noFill/>
        </p:spPr>
        <p:txBody>
          <a:bodyPr wrap="square">
            <a:spAutoFit/>
          </a:bodyPr>
          <a:lstStyle/>
          <a:p>
            <a:r>
              <a:rPr lang="en-US" sz="1000" b="1">
                <a:solidFill>
                  <a:schemeClr val="bg1"/>
                </a:solidFill>
              </a:rPr>
              <a:t>Detailed reference: </a:t>
            </a:r>
            <a:r>
              <a:rPr lang="en-US" sz="1000">
                <a:solidFill>
                  <a:schemeClr val="bg1"/>
                </a:solidFill>
                <a:hlinkClick r:id="rId2"/>
              </a:rPr>
              <a:t>Link</a:t>
            </a:r>
            <a:endParaRPr lang="en-US" sz="1000">
              <a:solidFill>
                <a:schemeClr val="bg1"/>
              </a:solidFill>
            </a:endParaRPr>
          </a:p>
        </p:txBody>
      </p:sp>
    </p:spTree>
    <p:extLst>
      <p:ext uri="{BB962C8B-B14F-4D97-AF65-F5344CB8AC3E}">
        <p14:creationId xmlns:p14="http://schemas.microsoft.com/office/powerpoint/2010/main" val="3910201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626E-77D8-C55F-66A5-0D4F22BD0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9B1DC-67C4-0FA0-9B55-2602E080C40C}"/>
              </a:ext>
            </a:extLst>
          </p:cNvPr>
          <p:cNvSpPr>
            <a:spLocks noGrp="1"/>
          </p:cNvSpPr>
          <p:nvPr>
            <p:ph type="title"/>
          </p:nvPr>
        </p:nvSpPr>
        <p:spPr/>
        <p:txBody>
          <a:bodyPr/>
          <a:lstStyle/>
          <a:p>
            <a:r>
              <a:rPr lang="en-US"/>
              <a:t>AI DS Cross Upskilling</a:t>
            </a:r>
          </a:p>
        </p:txBody>
      </p:sp>
    </p:spTree>
    <p:extLst>
      <p:ext uri="{BB962C8B-B14F-4D97-AF65-F5344CB8AC3E}">
        <p14:creationId xmlns:p14="http://schemas.microsoft.com/office/powerpoint/2010/main" val="1777951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856D-6EC6-0E54-10EF-E7BDB962A24D}"/>
            </a:ext>
          </a:extLst>
        </p:cNvPr>
        <p:cNvGrpSpPr/>
        <p:nvPr/>
      </p:nvGrpSpPr>
      <p:grpSpPr>
        <a:xfrm>
          <a:off x="0" y="0"/>
          <a:ext cx="0" cy="0"/>
          <a:chOff x="0" y="0"/>
          <a:chExt cx="0" cy="0"/>
        </a:xfrm>
      </p:grpSpPr>
      <p:sp>
        <p:nvSpPr>
          <p:cNvPr id="4" name="Rounded Rectangle 5">
            <a:extLst>
              <a:ext uri="{FF2B5EF4-FFF2-40B4-BE49-F238E27FC236}">
                <a16:creationId xmlns:a16="http://schemas.microsoft.com/office/drawing/2014/main" id="{06772C1A-3EFC-C291-1A40-C3A4E24B1FA0}"/>
              </a:ext>
            </a:extLst>
          </p:cNvPr>
          <p:cNvSpPr/>
          <p:nvPr/>
        </p:nvSpPr>
        <p:spPr>
          <a:xfrm>
            <a:off x="640080" y="1376176"/>
            <a:ext cx="10981456" cy="3970318"/>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6BD23A17-C8AD-8CBF-4342-70E96968BD71}"/>
              </a:ext>
            </a:extLst>
          </p:cNvPr>
          <p:cNvSpPr>
            <a:spLocks noGrp="1"/>
          </p:cNvSpPr>
          <p:nvPr>
            <p:ph type="title"/>
          </p:nvPr>
        </p:nvSpPr>
        <p:spPr>
          <a:xfrm>
            <a:off x="570465" y="453195"/>
            <a:ext cx="10857999" cy="553998"/>
          </a:xfrm>
        </p:spPr>
        <p:txBody>
          <a:bodyPr/>
          <a:lstStyle/>
          <a:p>
            <a:r>
              <a:rPr lang="en-US" b="1"/>
              <a:t>AI DS Cross Upskilling</a:t>
            </a:r>
          </a:p>
        </p:txBody>
      </p:sp>
      <p:sp>
        <p:nvSpPr>
          <p:cNvPr id="9" name="TextBox 8">
            <a:extLst>
              <a:ext uri="{FF2B5EF4-FFF2-40B4-BE49-F238E27FC236}">
                <a16:creationId xmlns:a16="http://schemas.microsoft.com/office/drawing/2014/main" id="{A372A86C-4783-67CE-81C1-78FB15B466CD}"/>
              </a:ext>
            </a:extLst>
          </p:cNvPr>
          <p:cNvSpPr txBox="1"/>
          <p:nvPr/>
        </p:nvSpPr>
        <p:spPr>
          <a:xfrm>
            <a:off x="570464" y="1511506"/>
            <a:ext cx="1085799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b="1">
                <a:solidFill>
                  <a:srgbClr val="01001E"/>
                </a:solidFill>
              </a:rPr>
              <a:t>Key Learnings:</a:t>
            </a:r>
          </a:p>
          <a:p>
            <a:pPr marL="742950" lvl="1" indent="-285750">
              <a:buFont typeface="Arial" panose="020B0604020202020204" pitchFamily="34" charset="0"/>
              <a:buChar char="•"/>
            </a:pPr>
            <a:r>
              <a:rPr lang="en-US">
                <a:solidFill>
                  <a:srgbClr val="01001E"/>
                </a:solidFill>
              </a:rPr>
              <a:t>Asynchronous workflows</a:t>
            </a:r>
          </a:p>
          <a:p>
            <a:pPr marL="742950" lvl="1" indent="-285750">
              <a:buFont typeface="Arial" panose="020B0604020202020204" pitchFamily="34" charset="0"/>
              <a:buChar char="•"/>
            </a:pPr>
            <a:r>
              <a:rPr lang="en-US">
                <a:solidFill>
                  <a:srgbClr val="01001E"/>
                </a:solidFill>
              </a:rPr>
              <a:t>Rate limiting strategy to optimize resources</a:t>
            </a:r>
          </a:p>
          <a:p>
            <a:pPr marL="742950" lvl="1" indent="-285750">
              <a:buFont typeface="Arial" panose="020B0604020202020204" pitchFamily="34" charset="0"/>
              <a:buChar char="•"/>
            </a:pPr>
            <a:r>
              <a:rPr lang="en-US">
                <a:solidFill>
                  <a:srgbClr val="01001E"/>
                </a:solidFill>
              </a:rPr>
              <a:t>Agent architecture and orchestration</a:t>
            </a:r>
          </a:p>
          <a:p>
            <a:pPr marL="742950" lvl="1" indent="-285750">
              <a:buFont typeface="Arial" panose="020B0604020202020204" pitchFamily="34" charset="0"/>
              <a:buChar char="•"/>
            </a:pPr>
            <a:r>
              <a:rPr lang="en-US">
                <a:solidFill>
                  <a:srgbClr val="01001E"/>
                </a:solidFill>
              </a:rPr>
              <a:t>Understand and build production MCP server</a:t>
            </a:r>
          </a:p>
          <a:p>
            <a:pPr marL="742950" lvl="1" indent="-285750">
              <a:buFont typeface="Arial" panose="020B0604020202020204" pitchFamily="34" charset="0"/>
              <a:buChar char="•"/>
            </a:pPr>
            <a:r>
              <a:rPr lang="en-US">
                <a:solidFill>
                  <a:srgbClr val="01001E"/>
                </a:solidFill>
              </a:rPr>
              <a:t>Build multi-agent pipeline</a:t>
            </a:r>
          </a:p>
          <a:p>
            <a:pPr lvl="1"/>
            <a:endParaRPr lang="en-US">
              <a:solidFill>
                <a:srgbClr val="01001E"/>
              </a:solidFill>
            </a:endParaRPr>
          </a:p>
          <a:p>
            <a:pPr lvl="1"/>
            <a:r>
              <a:rPr lang="en-US" b="1">
                <a:solidFill>
                  <a:srgbClr val="01001E"/>
                </a:solidFill>
              </a:rPr>
              <a:t>What worked well:</a:t>
            </a:r>
          </a:p>
          <a:p>
            <a:pPr marL="742950" lvl="1" indent="-285750">
              <a:buFont typeface="Arial" panose="020B0604020202020204" pitchFamily="34" charset="0"/>
              <a:buChar char="•"/>
            </a:pPr>
            <a:r>
              <a:rPr lang="en-US">
                <a:solidFill>
                  <a:srgbClr val="01001E"/>
                </a:solidFill>
              </a:rPr>
              <a:t>Hands on project-based learning</a:t>
            </a:r>
          </a:p>
          <a:p>
            <a:pPr marL="742950" lvl="1" indent="-285750">
              <a:buFont typeface="Arial" panose="020B0604020202020204" pitchFamily="34" charset="0"/>
              <a:buChar char="•"/>
            </a:pPr>
            <a:r>
              <a:rPr lang="en-US">
                <a:solidFill>
                  <a:srgbClr val="01001E"/>
                </a:solidFill>
              </a:rPr>
              <a:t>Clear learning progression from basic to advance concepts</a:t>
            </a:r>
          </a:p>
          <a:p>
            <a:pPr marL="742950" lvl="1" indent="-285750">
              <a:buFont typeface="Arial" panose="020B0604020202020204" pitchFamily="34" charset="0"/>
              <a:buChar char="•"/>
            </a:pPr>
            <a:r>
              <a:rPr lang="en-US">
                <a:solidFill>
                  <a:srgbClr val="01001E"/>
                </a:solidFill>
              </a:rPr>
              <a:t>Production ready AI agent solutions</a:t>
            </a:r>
          </a:p>
          <a:p>
            <a:pPr marL="742950" lvl="1" indent="-285750">
              <a:buFont typeface="Arial" panose="020B0604020202020204" pitchFamily="34" charset="0"/>
              <a:buChar char="•"/>
            </a:pPr>
            <a:r>
              <a:rPr lang="en-US">
                <a:solidFill>
                  <a:srgbClr val="01001E"/>
                </a:solidFill>
              </a:rPr>
              <a:t>Final Evaluation</a:t>
            </a:r>
          </a:p>
          <a:p>
            <a:pPr lvl="1">
              <a:buFont typeface=""/>
              <a:buChar char="•"/>
            </a:pPr>
            <a:endParaRPr lang="en-US">
              <a:solidFill>
                <a:srgbClr val="01001E"/>
              </a:solidFill>
            </a:endParaRPr>
          </a:p>
          <a:p>
            <a:pPr algn="ctr"/>
            <a:endParaRPr lang="en-US" dirty="0">
              <a:solidFill>
                <a:srgbClr val="000000"/>
              </a:solidFill>
            </a:endParaRPr>
          </a:p>
        </p:txBody>
      </p:sp>
      <p:sp>
        <p:nvSpPr>
          <p:cNvPr id="6" name="Oval 5">
            <a:extLst>
              <a:ext uri="{FF2B5EF4-FFF2-40B4-BE49-F238E27FC236}">
                <a16:creationId xmlns:a16="http://schemas.microsoft.com/office/drawing/2014/main" id="{7C9F73B4-917A-F11F-D824-7E552E304413}"/>
              </a:ext>
            </a:extLst>
          </p:cNvPr>
          <p:cNvSpPr/>
          <p:nvPr/>
        </p:nvSpPr>
        <p:spPr>
          <a:xfrm>
            <a:off x="841248" y="1627632"/>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EE9D1A9D-7BD7-E6C7-CAE9-D4657D538019}"/>
              </a:ext>
            </a:extLst>
          </p:cNvPr>
          <p:cNvSpPr/>
          <p:nvPr/>
        </p:nvSpPr>
        <p:spPr>
          <a:xfrm>
            <a:off x="841248" y="3560673"/>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276171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7942F-20C0-332E-EE90-B531F90CA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E5437-FAE5-65B3-D770-26B7BD2203A4}"/>
              </a:ext>
            </a:extLst>
          </p:cNvPr>
          <p:cNvSpPr>
            <a:spLocks noGrp="1"/>
          </p:cNvSpPr>
          <p:nvPr>
            <p:ph type="title"/>
          </p:nvPr>
        </p:nvSpPr>
        <p:spPr/>
        <p:txBody>
          <a:bodyPr/>
          <a:lstStyle/>
          <a:p>
            <a:r>
              <a:rPr lang="en-US"/>
              <a:t>OpenAI &amp; Codex</a:t>
            </a:r>
          </a:p>
        </p:txBody>
      </p:sp>
    </p:spTree>
    <p:extLst>
      <p:ext uri="{BB962C8B-B14F-4D97-AF65-F5344CB8AC3E}">
        <p14:creationId xmlns:p14="http://schemas.microsoft.com/office/powerpoint/2010/main" val="251695467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What is Codex?</a:t>
            </a:r>
          </a:p>
        </p:txBody>
      </p:sp>
      <p:sp>
        <p:nvSpPr>
          <p:cNvPr id="5" name="TextBox 4"/>
          <p:cNvSpPr txBox="1"/>
          <p:nvPr/>
        </p:nvSpPr>
        <p:spPr>
          <a:xfrm>
            <a:off x="566928" y="1234440"/>
            <a:ext cx="5623560" cy="692497"/>
          </a:xfrm>
          <a:prstGeom prst="rect">
            <a:avLst/>
          </a:prstGeom>
          <a:noFill/>
        </p:spPr>
        <p:txBody>
          <a:bodyPr wrap="square" lIns="0" tIns="0" rIns="0" bIns="0">
            <a:spAutoFit/>
          </a:bodyPr>
          <a:lstStyle/>
          <a:p>
            <a:r>
              <a:rPr sz="1500" b="1" i="0">
                <a:solidFill>
                  <a:srgbClr val="053057"/>
                </a:solidFill>
                <a:latin typeface="Montserrat"/>
              </a:rPr>
              <a:t>OpenAI's agentic coding assistant</a:t>
            </a:r>
            <a:r>
              <a:rPr sz="1500" b="0" i="0">
                <a:solidFill>
                  <a:srgbClr val="1A2A33"/>
                </a:solidFill>
                <a:latin typeface="Montserrat"/>
              </a:rPr>
              <a:t> — since July 9 it lives inside the unified </a:t>
            </a:r>
            <a:r>
              <a:rPr sz="1500" b="1" i="0">
                <a:solidFill>
                  <a:srgbClr val="1A2A33"/>
                </a:solidFill>
                <a:latin typeface="Montserrat"/>
              </a:rPr>
              <a:t>ChatGPT desktop app </a:t>
            </a:r>
            <a:r>
              <a:rPr sz="1500" b="0" i="0">
                <a:solidFill>
                  <a:srgbClr val="1A2A33"/>
                </a:solidFill>
                <a:latin typeface="Montserrat"/>
              </a:rPr>
              <a:t>alongside </a:t>
            </a:r>
            <a:r>
              <a:rPr lang="en-US" sz="1500" b="1" i="0">
                <a:solidFill>
                  <a:srgbClr val="1A2A33"/>
                </a:solidFill>
                <a:latin typeface="Montserrat"/>
              </a:rPr>
              <a:t>ChatGPT</a:t>
            </a:r>
            <a:r>
              <a:rPr lang="en-US" sz="1500" b="0" i="0">
                <a:solidFill>
                  <a:srgbClr val="1A2A33"/>
                </a:solidFill>
                <a:latin typeface="Montserrat"/>
              </a:rPr>
              <a:t> </a:t>
            </a:r>
            <a:r>
              <a:rPr sz="1500" b="1" i="0">
                <a:solidFill>
                  <a:srgbClr val="314550"/>
                </a:solidFill>
                <a:latin typeface="Montserrat"/>
              </a:rPr>
              <a:t>Work</a:t>
            </a:r>
            <a:r>
              <a:rPr sz="1500" b="0" i="0">
                <a:solidFill>
                  <a:srgbClr val="1A2A33"/>
                </a:solidFill>
                <a:latin typeface="Montserrat"/>
              </a:rPr>
              <a:t> (Mac &amp; Windows).</a:t>
            </a:r>
          </a:p>
        </p:txBody>
      </p:sp>
      <p:sp>
        <p:nvSpPr>
          <p:cNvPr id="6" name="Oval 5"/>
          <p:cNvSpPr/>
          <p:nvPr/>
        </p:nvSpPr>
        <p:spPr>
          <a:xfrm>
            <a:off x="603504" y="2295144"/>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40280"/>
            <a:ext cx="5303520" cy="640080"/>
          </a:xfrm>
          <a:prstGeom prst="rect">
            <a:avLst/>
          </a:prstGeom>
          <a:noFill/>
        </p:spPr>
        <p:txBody>
          <a:bodyPr wrap="square" lIns="0" tIns="0" rIns="0" bIns="0">
            <a:spAutoFit/>
          </a:bodyPr>
          <a:lstStyle/>
          <a:p>
            <a:r>
              <a:rPr sz="1350" b="1" i="0">
                <a:solidFill>
                  <a:srgbClr val="053057"/>
                </a:solidFill>
                <a:latin typeface="Montserrat"/>
              </a:rPr>
              <a:t>Codes for you: </a:t>
            </a:r>
            <a:r>
              <a:rPr sz="1350" b="0" i="0">
                <a:solidFill>
                  <a:srgbClr val="1A2A33"/>
                </a:solidFill>
                <a:latin typeface="Montserrat"/>
              </a:rPr>
              <a:t>writes, refactors, fixes bugs, generates tests, explains logic</a:t>
            </a:r>
          </a:p>
        </p:txBody>
      </p:sp>
      <p:sp>
        <p:nvSpPr>
          <p:cNvPr id="8" name="Oval 7"/>
          <p:cNvSpPr/>
          <p:nvPr/>
        </p:nvSpPr>
        <p:spPr>
          <a:xfrm>
            <a:off x="603504" y="2971800"/>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916936"/>
            <a:ext cx="5303520" cy="640080"/>
          </a:xfrm>
          <a:prstGeom prst="rect">
            <a:avLst/>
          </a:prstGeom>
          <a:noFill/>
        </p:spPr>
        <p:txBody>
          <a:bodyPr wrap="square" lIns="0" tIns="0" rIns="0" bIns="0">
            <a:spAutoFit/>
          </a:bodyPr>
          <a:lstStyle/>
          <a:p>
            <a:r>
              <a:rPr sz="1350" b="1" i="0">
                <a:solidFill>
                  <a:srgbClr val="053057"/>
                </a:solidFill>
                <a:latin typeface="Montserrat"/>
              </a:rPr>
              <a:t>Runs long tasks: </a:t>
            </a:r>
            <a:r>
              <a:rPr sz="1350" b="0" i="0">
                <a:solidFill>
                  <a:srgbClr val="1A2A33"/>
                </a:solidFill>
                <a:latin typeface="Montserrat"/>
              </a:rPr>
              <a:t>plans &amp; executes across hundreds of tool calls, self-checks</a:t>
            </a:r>
          </a:p>
        </p:txBody>
      </p:sp>
      <p:sp>
        <p:nvSpPr>
          <p:cNvPr id="10" name="Oval 9"/>
          <p:cNvSpPr/>
          <p:nvPr/>
        </p:nvSpPr>
        <p:spPr>
          <a:xfrm>
            <a:off x="603504" y="3648456"/>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593592"/>
            <a:ext cx="5303520" cy="640080"/>
          </a:xfrm>
          <a:prstGeom prst="rect">
            <a:avLst/>
          </a:prstGeom>
          <a:noFill/>
        </p:spPr>
        <p:txBody>
          <a:bodyPr wrap="square" lIns="0" tIns="0" rIns="0" bIns="0">
            <a:spAutoFit/>
          </a:bodyPr>
          <a:lstStyle/>
          <a:p>
            <a:r>
              <a:rPr sz="1350" b="1" i="0">
                <a:solidFill>
                  <a:srgbClr val="053057"/>
                </a:solidFill>
                <a:latin typeface="Montserrat"/>
              </a:rPr>
              <a:t>Reviews &amp; iterates: </a:t>
            </a:r>
            <a:r>
              <a:rPr sz="1350" b="0" i="0">
                <a:solidFill>
                  <a:srgbClr val="1A2A33"/>
                </a:solidFill>
                <a:latin typeface="Montserrat"/>
              </a:rPr>
              <a:t>inline diffs, PR review, in-app browser, SSH to devboxes</a:t>
            </a:r>
          </a:p>
        </p:txBody>
      </p:sp>
      <p:sp>
        <p:nvSpPr>
          <p:cNvPr id="12" name="Oval 11"/>
          <p:cNvSpPr/>
          <p:nvPr/>
        </p:nvSpPr>
        <p:spPr>
          <a:xfrm>
            <a:off x="603504" y="4325112"/>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270248"/>
            <a:ext cx="5303520" cy="640080"/>
          </a:xfrm>
          <a:prstGeom prst="rect">
            <a:avLst/>
          </a:prstGeom>
          <a:noFill/>
        </p:spPr>
        <p:txBody>
          <a:bodyPr wrap="square" lIns="0" tIns="0" rIns="0" bIns="0">
            <a:spAutoFit/>
          </a:bodyPr>
          <a:lstStyle/>
          <a:p>
            <a:r>
              <a:rPr sz="1350" b="1" i="0">
                <a:solidFill>
                  <a:srgbClr val="053057"/>
                </a:solidFill>
                <a:latin typeface="Montserrat"/>
              </a:rPr>
              <a:t>Runs anywhere: </a:t>
            </a:r>
            <a:r>
              <a:rPr sz="1350" b="0" i="0">
                <a:solidFill>
                  <a:srgbClr val="1A2A33"/>
                </a:solidFill>
                <a:latin typeface="Montserrat"/>
              </a:rPr>
              <a:t>cloud sandbox for parallel jobs + local CLI with approvals</a:t>
            </a:r>
          </a:p>
        </p:txBody>
      </p:sp>
      <p:sp>
        <p:nvSpPr>
          <p:cNvPr id="14" name="Rounded Rectangle 13"/>
          <p:cNvSpPr/>
          <p:nvPr/>
        </p:nvSpPr>
        <p:spPr>
          <a:xfrm>
            <a:off x="566928" y="5074920"/>
            <a:ext cx="5623560" cy="868680"/>
          </a:xfrm>
          <a:prstGeom prst="roundRect">
            <a:avLst>
              <a:gd name="adj" fmla="val 6000"/>
            </a:avLst>
          </a:prstGeom>
          <a:solidFill>
            <a:srgbClr val="EBF6F6"/>
          </a:solidFill>
          <a:ln w="12700">
            <a:solidFill>
              <a:srgbClr val="00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230368"/>
            <a:ext cx="5120640" cy="640080"/>
          </a:xfrm>
          <a:prstGeom prst="rect">
            <a:avLst/>
          </a:prstGeom>
          <a:noFill/>
        </p:spPr>
        <p:txBody>
          <a:bodyPr wrap="square" lIns="0" tIns="0" rIns="0" bIns="0">
            <a:spAutoFit/>
          </a:bodyPr>
          <a:lstStyle/>
          <a:p>
            <a:r>
              <a:rPr sz="1300" b="1" i="0">
                <a:solidFill>
                  <a:srgbClr val="053057"/>
                </a:solidFill>
                <a:latin typeface="Montserrat"/>
              </a:rPr>
              <a:t>Use the desktop app, not the CLI: </a:t>
            </a:r>
            <a:r>
              <a:rPr sz="1300" b="0" i="0">
                <a:solidFill>
                  <a:srgbClr val="1A2A33"/>
                </a:solidFill>
                <a:latin typeface="Montserrat"/>
              </a:rPr>
              <a:t>multi-file &amp; multi-terminal view, PR review and an in-app browser make it the stronger day-to-day surface.</a:t>
            </a:r>
          </a:p>
        </p:txBody>
      </p:sp>
      <p:sp>
        <p:nvSpPr>
          <p:cNvPr id="17" name="TextBox 16"/>
          <p:cNvSpPr txBox="1"/>
          <p:nvPr/>
        </p:nvSpPr>
        <p:spPr>
          <a:xfrm>
            <a:off x="6367272" y="5074920"/>
            <a:ext cx="5257800" cy="323165"/>
          </a:xfrm>
          <a:prstGeom prst="rect">
            <a:avLst/>
          </a:prstGeom>
          <a:noFill/>
        </p:spPr>
        <p:txBody>
          <a:bodyPr wrap="square" lIns="0" tIns="0" rIns="0" bIns="0">
            <a:spAutoFit/>
          </a:bodyPr>
          <a:lstStyle/>
          <a:p>
            <a:pPr algn="ctr"/>
            <a:r>
              <a:rPr sz="1050" b="0" i="1">
                <a:solidFill>
                  <a:srgbClr val="5E7A8C"/>
                </a:solidFill>
                <a:latin typeface="Montserrat"/>
              </a:rPr>
              <a:t>Illustration of the unified desktop app (Chat</a:t>
            </a:r>
            <a:r>
              <a:rPr lang="en-US" sz="1050" b="0" i="1">
                <a:solidFill>
                  <a:srgbClr val="5E7A8C"/>
                </a:solidFill>
                <a:latin typeface="Montserrat"/>
              </a:rPr>
              <a:t>GPT </a:t>
            </a:r>
            <a:r>
              <a:rPr sz="1050" b="0" i="1">
                <a:solidFill>
                  <a:srgbClr val="5E7A8C"/>
                </a:solidFill>
                <a:latin typeface="Montserrat"/>
              </a:rPr>
              <a:t>Work / Codex).</a:t>
            </a:r>
          </a:p>
          <a:p>
            <a:pPr algn="ctr"/>
            <a:r>
              <a:rPr sz="1050" b="0" i="1">
                <a:solidFill>
                  <a:srgbClr val="5E7A8C"/>
                </a:solidFill>
                <a:latin typeface="Montserrat"/>
              </a:rPr>
              <a:t>Swap in a live screenshot before presenting.</a:t>
            </a:r>
          </a:p>
        </p:txBody>
      </p:sp>
      <p:pic>
        <p:nvPicPr>
          <p:cNvPr id="3" name="Picture 2">
            <a:extLst>
              <a:ext uri="{FF2B5EF4-FFF2-40B4-BE49-F238E27FC236}">
                <a16:creationId xmlns:a16="http://schemas.microsoft.com/office/drawing/2014/main" id="{CD6C6BF4-A4BA-1552-FA9A-D7A4A238AAE2}"/>
              </a:ext>
            </a:extLst>
          </p:cNvPr>
          <p:cNvPicPr>
            <a:picLocks noChangeAspect="1"/>
          </p:cNvPicPr>
          <p:nvPr/>
        </p:nvPicPr>
        <p:blipFill>
          <a:blip r:embed="rId3"/>
          <a:stretch>
            <a:fillRect/>
          </a:stretch>
        </p:blipFill>
        <p:spPr>
          <a:xfrm>
            <a:off x="6614922" y="1234440"/>
            <a:ext cx="4762500" cy="3746500"/>
          </a:xfrm>
          <a:prstGeom prst="rect">
            <a:avLst/>
          </a:prstGeom>
        </p:spPr>
      </p:pic>
    </p:spTree>
    <p:extLst>
      <p:ext uri="{BB962C8B-B14F-4D97-AF65-F5344CB8AC3E}">
        <p14:creationId xmlns:p14="http://schemas.microsoft.com/office/powerpoint/2010/main" val="3625017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Codex + Claude at Blend</a:t>
            </a:r>
          </a:p>
        </p:txBody>
      </p:sp>
      <p:sp>
        <p:nvSpPr>
          <p:cNvPr id="5" name="TextBox 4"/>
          <p:cNvSpPr txBox="1"/>
          <p:nvPr/>
        </p:nvSpPr>
        <p:spPr>
          <a:xfrm>
            <a:off x="566928" y="1188720"/>
            <a:ext cx="11064240" cy="502920"/>
          </a:xfrm>
          <a:prstGeom prst="rect">
            <a:avLst/>
          </a:prstGeom>
          <a:noFill/>
        </p:spPr>
        <p:txBody>
          <a:bodyPr wrap="square" lIns="0" tIns="0" rIns="0" bIns="0">
            <a:spAutoFit/>
          </a:bodyPr>
          <a:lstStyle/>
          <a:p>
            <a:r>
              <a:rPr sz="1400" b="1" i="0">
                <a:solidFill>
                  <a:srgbClr val="053057"/>
                </a:solidFill>
                <a:latin typeface="Montserrat"/>
              </a:rPr>
              <a:t>Both are Enterprise-approved tools at Blend — and both are here to stay. </a:t>
            </a:r>
            <a:r>
              <a:rPr sz="1400" b="0" i="0">
                <a:solidFill>
                  <a:srgbClr val="1A2A33"/>
                </a:solidFill>
                <a:latin typeface="Montserrat"/>
              </a:rPr>
              <a:t>Our clients use each, so we need fluency in both.</a:t>
            </a:r>
          </a:p>
        </p:txBody>
      </p:sp>
      <p:sp>
        <p:nvSpPr>
          <p:cNvPr id="6" name="Rounded Rectangle 5"/>
          <p:cNvSpPr/>
          <p:nvPr/>
        </p:nvSpPr>
        <p:spPr>
          <a:xfrm>
            <a:off x="566928" y="1920240"/>
            <a:ext cx="5394960" cy="246888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2212848"/>
            <a:ext cx="146304" cy="146304"/>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2139696"/>
            <a:ext cx="4617720" cy="230832"/>
          </a:xfrm>
          <a:prstGeom prst="rect">
            <a:avLst/>
          </a:prstGeom>
          <a:noFill/>
        </p:spPr>
        <p:txBody>
          <a:bodyPr wrap="square" lIns="0" tIns="0" rIns="0" bIns="0">
            <a:spAutoFit/>
          </a:bodyPr>
          <a:lstStyle/>
          <a:p>
            <a:r>
              <a:rPr lang="en-US" sz="1500" b="1" i="0">
                <a:solidFill>
                  <a:srgbClr val="053057"/>
                </a:solidFill>
                <a:latin typeface="Montserrat"/>
              </a:rPr>
              <a:t>ChatGPT Work / </a:t>
            </a:r>
            <a:r>
              <a:rPr sz="1500" b="1" i="0">
                <a:solidFill>
                  <a:srgbClr val="053057"/>
                </a:solidFill>
                <a:latin typeface="Montserrat"/>
              </a:rPr>
              <a:t>Codex  (OpenAI)</a:t>
            </a:r>
          </a:p>
        </p:txBody>
      </p:sp>
      <p:sp>
        <p:nvSpPr>
          <p:cNvPr id="9" name="TextBox 8"/>
          <p:cNvSpPr txBox="1"/>
          <p:nvPr/>
        </p:nvSpPr>
        <p:spPr>
          <a:xfrm>
            <a:off x="841247" y="2633472"/>
            <a:ext cx="4846320" cy="1474763"/>
          </a:xfrm>
          <a:prstGeom prst="rect">
            <a:avLst/>
          </a:prstGeom>
          <a:noFill/>
        </p:spPr>
        <p:txBody>
          <a:bodyPr wrap="square" lIns="0" tIns="0" rIns="0" bIns="0">
            <a:spAutoFit/>
          </a:bodyPr>
          <a:lstStyle/>
          <a:p>
            <a:pPr marL="285750" indent="-285750">
              <a:spcAft>
                <a:spcPts val="500"/>
              </a:spcAft>
              <a:buFont typeface="Arial" panose="020B0604020202020204" pitchFamily="34" charset="0"/>
              <a:buChar char="•"/>
            </a:pPr>
            <a:r>
              <a:rPr lang="en-US" sz="1250">
                <a:solidFill>
                  <a:srgbClr val="1A2A33"/>
                </a:solidFill>
              </a:rPr>
              <a:t>Top tier desktop app; f</a:t>
            </a:r>
            <a:r>
              <a:rPr lang="en-US" sz="1250" b="0" i="0">
                <a:solidFill>
                  <a:srgbClr val="1A2A33"/>
                </a:solidFill>
                <a:latin typeface="Montserrat"/>
              </a:rPr>
              <a:t>eature-rich side panel</a:t>
            </a:r>
          </a:p>
          <a:p>
            <a:pPr marL="285750" indent="-285750">
              <a:spcAft>
                <a:spcPts val="500"/>
              </a:spcAft>
              <a:buFont typeface="Arial" panose="020B0604020202020204" pitchFamily="34" charset="0"/>
              <a:buChar char="•"/>
            </a:pPr>
            <a:r>
              <a:rPr lang="en-US" sz="1250">
                <a:solidFill>
                  <a:srgbClr val="1A2A33"/>
                </a:solidFill>
              </a:rPr>
              <a:t>background computer use</a:t>
            </a:r>
            <a:endParaRPr lang="en-US" sz="1250" b="0" i="0">
              <a:solidFill>
                <a:srgbClr val="1A2A33"/>
              </a:solidFill>
              <a:latin typeface="Montserrat"/>
            </a:endParaRPr>
          </a:p>
          <a:p>
            <a:pPr marL="285750" indent="-285750">
              <a:spcAft>
                <a:spcPts val="500"/>
              </a:spcAft>
              <a:buFont typeface="Arial" panose="020B0604020202020204" pitchFamily="34" charset="0"/>
              <a:buChar char="•"/>
            </a:pPr>
            <a:r>
              <a:rPr lang="en-US" sz="1250">
                <a:solidFill>
                  <a:srgbClr val="1A2A33"/>
                </a:solidFill>
                <a:latin typeface="Montserrat"/>
              </a:rPr>
              <a:t>Lightning-fast history compaction with higher quality</a:t>
            </a:r>
          </a:p>
          <a:p>
            <a:pPr marL="285750" indent="-285750">
              <a:spcAft>
                <a:spcPts val="500"/>
              </a:spcAft>
              <a:buFont typeface="Arial" panose="020B0604020202020204" pitchFamily="34" charset="0"/>
              <a:buChar char="•"/>
            </a:pPr>
            <a:r>
              <a:rPr lang="en-US" sz="1250">
                <a:solidFill>
                  <a:srgbClr val="1A2A33"/>
                </a:solidFill>
                <a:latin typeface="Montserrat"/>
              </a:rPr>
              <a:t>Import skills/projects from </a:t>
            </a:r>
            <a:r>
              <a:rPr lang="en-US" sz="1250" err="1">
                <a:solidFill>
                  <a:srgbClr val="1A2A33"/>
                </a:solidFill>
                <a:latin typeface="Montserrat"/>
              </a:rPr>
              <a:t>claude</a:t>
            </a:r>
            <a:endParaRPr lang="en-US" sz="1250">
              <a:solidFill>
                <a:srgbClr val="1A2A33"/>
              </a:solidFill>
              <a:latin typeface="Montserrat"/>
            </a:endParaRPr>
          </a:p>
          <a:p>
            <a:pPr marL="285750" indent="-285750">
              <a:spcAft>
                <a:spcPts val="500"/>
              </a:spcAft>
              <a:buFont typeface="Arial" panose="020B0604020202020204" pitchFamily="34" charset="0"/>
              <a:buChar char="•"/>
            </a:pPr>
            <a:r>
              <a:rPr lang="en-US" sz="1250">
                <a:solidFill>
                  <a:srgbClr val="1A2A33"/>
                </a:solidFill>
                <a:latin typeface="Montserrat"/>
              </a:rPr>
              <a:t>More standard setup like AGENTS.md</a:t>
            </a:r>
          </a:p>
          <a:p>
            <a:pPr marL="285750" indent="-285750">
              <a:spcAft>
                <a:spcPts val="500"/>
              </a:spcAft>
              <a:buFont typeface="Arial" panose="020B0604020202020204" pitchFamily="34" charset="0"/>
              <a:buChar char="•"/>
            </a:pPr>
            <a:r>
              <a:rPr lang="en-US" sz="1250">
                <a:solidFill>
                  <a:srgbClr val="1A2A33"/>
                </a:solidFill>
                <a:latin typeface="Montserrat"/>
              </a:rPr>
              <a:t>SSH connection</a:t>
            </a:r>
            <a:endParaRPr sz="1250" b="0" i="0">
              <a:solidFill>
                <a:srgbClr val="1A2A33"/>
              </a:solidFill>
              <a:latin typeface="Montserrat"/>
            </a:endParaRPr>
          </a:p>
        </p:txBody>
      </p:sp>
      <p:sp>
        <p:nvSpPr>
          <p:cNvPr id="10" name="Rounded Rectangle 9"/>
          <p:cNvSpPr/>
          <p:nvPr/>
        </p:nvSpPr>
        <p:spPr>
          <a:xfrm>
            <a:off x="6236208" y="1920240"/>
            <a:ext cx="5394960" cy="246888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2212848"/>
            <a:ext cx="146304" cy="146304"/>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84848" y="2139696"/>
            <a:ext cx="4617720" cy="230832"/>
          </a:xfrm>
          <a:prstGeom prst="rect">
            <a:avLst/>
          </a:prstGeom>
          <a:noFill/>
        </p:spPr>
        <p:txBody>
          <a:bodyPr wrap="square" lIns="0" tIns="0" rIns="0" bIns="0">
            <a:spAutoFit/>
          </a:bodyPr>
          <a:lstStyle/>
          <a:p>
            <a:r>
              <a:rPr sz="1500" b="1" i="0">
                <a:solidFill>
                  <a:srgbClr val="053057"/>
                </a:solidFill>
                <a:latin typeface="Montserrat"/>
              </a:rPr>
              <a:t>Claude </a:t>
            </a:r>
            <a:r>
              <a:rPr lang="en-US" sz="1500" b="1" i="0" err="1">
                <a:solidFill>
                  <a:srgbClr val="053057"/>
                </a:solidFill>
                <a:latin typeface="Montserrat"/>
              </a:rPr>
              <a:t>Cowork</a:t>
            </a:r>
            <a:r>
              <a:rPr lang="en-US" sz="1500" b="1" i="0">
                <a:solidFill>
                  <a:srgbClr val="053057"/>
                </a:solidFill>
                <a:latin typeface="Montserrat"/>
              </a:rPr>
              <a:t> / Code</a:t>
            </a:r>
            <a:r>
              <a:rPr sz="1500" b="1" i="0">
                <a:solidFill>
                  <a:srgbClr val="053057"/>
                </a:solidFill>
                <a:latin typeface="Montserrat"/>
              </a:rPr>
              <a:t> (Anthropic)</a:t>
            </a:r>
          </a:p>
        </p:txBody>
      </p:sp>
      <p:sp>
        <p:nvSpPr>
          <p:cNvPr id="13" name="TextBox 12"/>
          <p:cNvSpPr txBox="1"/>
          <p:nvPr/>
        </p:nvSpPr>
        <p:spPr>
          <a:xfrm>
            <a:off x="6510528" y="2633472"/>
            <a:ext cx="4846320" cy="1410643"/>
          </a:xfrm>
          <a:prstGeom prst="rect">
            <a:avLst/>
          </a:prstGeom>
          <a:noFill/>
        </p:spPr>
        <p:txBody>
          <a:bodyPr wrap="square" lIns="0" tIns="0" rIns="0" bIns="0">
            <a:spAutoFit/>
          </a:bodyPr>
          <a:lstStyle/>
          <a:p>
            <a:pPr marL="285750" indent="-285750">
              <a:spcAft>
                <a:spcPts val="500"/>
              </a:spcAft>
              <a:buFont typeface="Arial" panose="020B0604020202020204" pitchFamily="34" charset="0"/>
              <a:buChar char="•"/>
            </a:pPr>
            <a:r>
              <a:rPr lang="en-US" sz="1250">
                <a:solidFill>
                  <a:srgbClr val="1A2A33"/>
                </a:solidFill>
              </a:rPr>
              <a:t>Top tier CLI for coding</a:t>
            </a:r>
          </a:p>
          <a:p>
            <a:pPr marL="285750" indent="-285750">
              <a:spcAft>
                <a:spcPts val="500"/>
              </a:spcAft>
              <a:buFont typeface="Arial" panose="020B0604020202020204" pitchFamily="34" charset="0"/>
              <a:buChar char="•"/>
            </a:pPr>
            <a:r>
              <a:rPr lang="en-US" sz="1250">
                <a:solidFill>
                  <a:srgbClr val="1A2A33"/>
                </a:solidFill>
              </a:rPr>
              <a:t>Claude </a:t>
            </a:r>
            <a:r>
              <a:rPr lang="en-US" sz="1250" err="1">
                <a:solidFill>
                  <a:srgbClr val="1A2A33"/>
                </a:solidFill>
              </a:rPr>
              <a:t>Cowork</a:t>
            </a:r>
            <a:r>
              <a:rPr lang="en-US" sz="1250">
                <a:solidFill>
                  <a:srgbClr val="1A2A33"/>
                </a:solidFill>
              </a:rPr>
              <a:t> makes better decks</a:t>
            </a:r>
          </a:p>
          <a:p>
            <a:pPr marL="285750" indent="-285750">
              <a:spcAft>
                <a:spcPts val="500"/>
              </a:spcAft>
              <a:buFont typeface="Arial" panose="020B0604020202020204" pitchFamily="34" charset="0"/>
              <a:buChar char="•"/>
            </a:pPr>
            <a:r>
              <a:rPr lang="en-US" sz="1250">
                <a:solidFill>
                  <a:srgbClr val="1A2A33"/>
                </a:solidFill>
              </a:rPr>
              <a:t>Larger context window (but weak compaction  quality)</a:t>
            </a:r>
          </a:p>
          <a:p>
            <a:pPr marL="285750" indent="-285750">
              <a:spcAft>
                <a:spcPts val="500"/>
              </a:spcAft>
              <a:buFont typeface="Arial" panose="020B0604020202020204" pitchFamily="34" charset="0"/>
              <a:buChar char="•"/>
            </a:pPr>
            <a:r>
              <a:rPr lang="en-US" sz="1250">
                <a:solidFill>
                  <a:srgbClr val="1A2A33"/>
                </a:solidFill>
              </a:rPr>
              <a:t>Already established at Blend</a:t>
            </a:r>
          </a:p>
          <a:p>
            <a:pPr marL="285750" indent="-285750">
              <a:spcAft>
                <a:spcPts val="500"/>
              </a:spcAft>
              <a:buFont typeface="Arial" panose="020B0604020202020204" pitchFamily="34" charset="0"/>
              <a:buChar char="•"/>
            </a:pPr>
            <a:r>
              <a:rPr lang="en-US" sz="1250">
                <a:solidFill>
                  <a:srgbClr val="1A2A33"/>
                </a:solidFill>
              </a:rPr>
              <a:t>Running detached on remote machine, connect later from desktop app</a:t>
            </a:r>
          </a:p>
        </p:txBody>
      </p:sp>
      <p:sp>
        <p:nvSpPr>
          <p:cNvPr id="14" name="Rounded Rectangle 13"/>
          <p:cNvSpPr/>
          <p:nvPr/>
        </p:nvSpPr>
        <p:spPr>
          <a:xfrm>
            <a:off x="566928" y="4617720"/>
            <a:ext cx="11064240" cy="123444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800600"/>
            <a:ext cx="10424160" cy="914400"/>
          </a:xfrm>
          <a:prstGeom prst="rect">
            <a:avLst/>
          </a:prstGeom>
          <a:noFill/>
        </p:spPr>
        <p:txBody>
          <a:bodyPr wrap="square" lIns="0" tIns="0" rIns="0" bIns="0">
            <a:spAutoFit/>
          </a:bodyPr>
          <a:lstStyle/>
          <a:p>
            <a:r>
              <a:rPr sz="1400" b="1" i="0">
                <a:solidFill>
                  <a:srgbClr val="00EDED"/>
                </a:solidFill>
                <a:latin typeface="Montserrat"/>
              </a:rPr>
              <a:t>How they work together   </a:t>
            </a:r>
            <a:r>
              <a:rPr sz="1400" b="1" i="0">
                <a:solidFill>
                  <a:srgbClr val="FFFFFF"/>
                </a:solidFill>
                <a:latin typeface="Montserrat"/>
              </a:rPr>
              <a:t>Not a replacement — a complement.</a:t>
            </a:r>
          </a:p>
          <a:p>
            <a:pPr>
              <a:spcBef>
                <a:spcPts val="400"/>
              </a:spcBef>
            </a:pPr>
            <a:r>
              <a:rPr sz="1300" b="0" i="0">
                <a:solidFill>
                  <a:srgbClr val="FFFFFF"/>
                </a:solidFill>
                <a:latin typeface="Montserrat"/>
              </a:rPr>
              <a:t>IT's guidance: they're very similar — try both and use what fits the task. You can spend your limits across either tool. </a:t>
            </a:r>
            <a:r>
              <a:rPr sz="1300" b="1" i="0">
                <a:solidFill>
                  <a:srgbClr val="00EDED"/>
                </a:solidFill>
                <a:latin typeface="Montserrat"/>
              </a:rPr>
              <a:t>If you already lean on Claude, put Codex on real work this quarter.</a:t>
            </a:r>
          </a:p>
        </p:txBody>
      </p:sp>
    </p:spTree>
    <p:extLst>
      <p:ext uri="{BB962C8B-B14F-4D97-AF65-F5344CB8AC3E}">
        <p14:creationId xmlns:p14="http://schemas.microsoft.com/office/powerpoint/2010/main" val="1447453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70465" y="453195"/>
            <a:ext cx="10857999" cy="461665"/>
          </a:xfrm>
        </p:spPr>
        <p:txBody>
          <a:bodyPr/>
          <a:lstStyle/>
          <a:p>
            <a:r>
              <a:rPr lang="en-US" sz="3000" b="1">
                <a:solidFill>
                  <a:srgbClr val="053057"/>
                </a:solidFill>
                <a:latin typeface="Montserrat"/>
              </a:rPr>
              <a:t>Codex Limits</a:t>
            </a:r>
            <a:r>
              <a:rPr sz="3000" b="1">
                <a:solidFill>
                  <a:srgbClr val="053057"/>
                </a:solidFill>
                <a:latin typeface="Montserrat"/>
              </a:rPr>
              <a:t>, Cost &amp; Responsible Use</a:t>
            </a:r>
          </a:p>
        </p:txBody>
      </p:sp>
      <p:sp>
        <p:nvSpPr>
          <p:cNvPr id="30" name="Cost Band"/>
          <p:cNvSpPr/>
          <p:nvPr/>
        </p:nvSpPr>
        <p:spPr>
          <a:xfrm>
            <a:off x="571500" y="1168400"/>
            <a:ext cx="11061700" cy="1270000"/>
          </a:xfrm>
          <a:prstGeom prst="roundRect">
            <a:avLst>
              <a:gd name="adj" fmla="val 9000"/>
            </a:avLst>
          </a:prstGeom>
          <a:solidFill>
            <a:srgbClr val="053057"/>
          </a:solidFill>
          <a:ln>
            <a:noFill/>
          </a:ln>
        </p:spPr>
        <p:txBody>
          <a:bodyPr rtlCol="0">
            <a:noAutofit/>
          </a:bodyPr>
          <a:lstStyle/>
          <a:p>
            <a:endParaRPr lang="en-US"/>
          </a:p>
        </p:txBody>
      </p:sp>
      <p:sp>
        <p:nvSpPr>
          <p:cNvPr id="37" name="Divider"/>
          <p:cNvSpPr/>
          <p:nvPr/>
        </p:nvSpPr>
        <p:spPr>
          <a:xfrm>
            <a:off x="6096000" y="1422400"/>
            <a:ext cx="19050" cy="863600"/>
          </a:xfrm>
          <a:prstGeom prst="rect">
            <a:avLst/>
          </a:prstGeom>
          <a:solidFill>
            <a:srgbClr val="FFFFFF">
              <a:alpha val="22000"/>
            </a:srgbClr>
          </a:solidFill>
          <a:ln>
            <a:noFill/>
          </a:ln>
        </p:spPr>
        <p:txBody>
          <a:bodyPr rtlCol="0">
            <a:noAutofit/>
          </a:bodyPr>
          <a:lstStyle/>
          <a:p>
            <a:endParaRPr lang="en-US"/>
          </a:p>
        </p:txBody>
      </p:sp>
      <p:sp>
        <p:nvSpPr>
          <p:cNvPr id="31" name="Eyebrow L"/>
          <p:cNvSpPr txBox="1"/>
          <p:nvPr/>
        </p:nvSpPr>
        <p:spPr>
          <a:xfrm>
            <a:off x="698500" y="1346200"/>
            <a:ext cx="5270500" cy="228600"/>
          </a:xfrm>
          <a:prstGeom prst="rect">
            <a:avLst/>
          </a:prstGeom>
          <a:noFill/>
        </p:spPr>
        <p:txBody>
          <a:bodyPr wrap="square" lIns="0" tIns="0" rIns="0" bIns="0" rtlCol="0" anchor="ctr">
            <a:noAutofit/>
          </a:bodyPr>
          <a:lstStyle/>
          <a:p>
            <a:pPr algn="ctr"/>
            <a:r>
              <a:rPr lang="en-US" sz="1000" b="1" i="0" spc="300">
                <a:solidFill>
                  <a:srgbClr val="00EDED"/>
                </a:solidFill>
                <a:latin typeface="Montserrat"/>
              </a:rPr>
              <a:t>TODAY</a:t>
            </a:r>
          </a:p>
        </p:txBody>
      </p:sp>
      <p:sp>
        <p:nvSpPr>
          <p:cNvPr id="32" name="Figure L"/>
          <p:cNvSpPr txBox="1"/>
          <p:nvPr/>
        </p:nvSpPr>
        <p:spPr>
          <a:xfrm>
            <a:off x="698500" y="1549400"/>
            <a:ext cx="5270500" cy="558800"/>
          </a:xfrm>
          <a:prstGeom prst="rect">
            <a:avLst/>
          </a:prstGeom>
          <a:noFill/>
        </p:spPr>
        <p:txBody>
          <a:bodyPr wrap="square" lIns="0" tIns="0" rIns="0" bIns="0" rtlCol="0" anchor="ctr">
            <a:noAutofit/>
          </a:bodyPr>
          <a:lstStyle/>
          <a:p>
            <a:pPr algn="ctr"/>
            <a:r>
              <a:rPr lang="en-US" sz="2600" b="1" i="0">
                <a:solidFill>
                  <a:srgbClr val="00EDED"/>
                </a:solidFill>
                <a:latin typeface="Montserrat"/>
              </a:rPr>
              <a:t>~$160 / mo</a:t>
            </a:r>
          </a:p>
        </p:txBody>
      </p:sp>
      <p:sp>
        <p:nvSpPr>
          <p:cNvPr id="33" name="Caption L"/>
          <p:cNvSpPr txBox="1"/>
          <p:nvPr/>
        </p:nvSpPr>
        <p:spPr>
          <a:xfrm>
            <a:off x="698500" y="2108200"/>
            <a:ext cx="5270500" cy="254000"/>
          </a:xfrm>
          <a:prstGeom prst="rect">
            <a:avLst/>
          </a:prstGeom>
          <a:noFill/>
        </p:spPr>
        <p:txBody>
          <a:bodyPr wrap="square" lIns="0" tIns="0" rIns="0" bIns="0" rtlCol="0" anchor="ctr">
            <a:noAutofit/>
          </a:bodyPr>
          <a:lstStyle/>
          <a:p>
            <a:pPr algn="ctr"/>
            <a:r>
              <a:rPr lang="en-US" sz="1150" b="0" i="0">
                <a:solidFill>
                  <a:srgbClr val="FFFFFF"/>
                </a:solidFill>
                <a:latin typeface="Montserrat"/>
              </a:rPr>
              <a:t>Today's cap: 4,000 credits</a:t>
            </a:r>
          </a:p>
        </p:txBody>
      </p:sp>
      <p:sp>
        <p:nvSpPr>
          <p:cNvPr id="34" name="Eyebrow R"/>
          <p:cNvSpPr txBox="1"/>
          <p:nvPr/>
        </p:nvSpPr>
        <p:spPr>
          <a:xfrm>
            <a:off x="6235700" y="1346200"/>
            <a:ext cx="5270500" cy="228600"/>
          </a:xfrm>
          <a:prstGeom prst="rect">
            <a:avLst/>
          </a:prstGeom>
          <a:noFill/>
        </p:spPr>
        <p:txBody>
          <a:bodyPr wrap="square" lIns="0" tIns="0" rIns="0" bIns="0" rtlCol="0" anchor="ctr">
            <a:noAutofit/>
          </a:bodyPr>
          <a:lstStyle/>
          <a:p>
            <a:pPr algn="ctr"/>
            <a:r>
              <a:rPr lang="en-US" sz="1000" b="1" i="0" spc="300">
                <a:solidFill>
                  <a:srgbClr val="00EDED"/>
                </a:solidFill>
                <a:latin typeface="Montserrat"/>
              </a:rPr>
              <a:t>SEPTEMBER PLAN</a:t>
            </a:r>
          </a:p>
        </p:txBody>
      </p:sp>
      <p:sp>
        <p:nvSpPr>
          <p:cNvPr id="35" name="Figure R"/>
          <p:cNvSpPr txBox="1"/>
          <p:nvPr/>
        </p:nvSpPr>
        <p:spPr>
          <a:xfrm>
            <a:off x="6235700" y="1549400"/>
            <a:ext cx="5270500" cy="558800"/>
          </a:xfrm>
          <a:prstGeom prst="rect">
            <a:avLst/>
          </a:prstGeom>
          <a:noFill/>
        </p:spPr>
        <p:txBody>
          <a:bodyPr wrap="square" lIns="0" tIns="0" rIns="0" bIns="0" rtlCol="0" anchor="ctr">
            <a:noAutofit/>
          </a:bodyPr>
          <a:lstStyle/>
          <a:p>
            <a:pPr algn="ctr"/>
            <a:r>
              <a:rPr lang="en-US" sz="2600" b="1" i="0">
                <a:solidFill>
                  <a:srgbClr val="00EDED"/>
                </a:solidFill>
                <a:latin typeface="Montserrat"/>
              </a:rPr>
              <a:t>~$50 / ~$125</a:t>
            </a:r>
          </a:p>
        </p:txBody>
      </p:sp>
      <p:sp>
        <p:nvSpPr>
          <p:cNvPr id="36" name="Caption R"/>
          <p:cNvSpPr txBox="1"/>
          <p:nvPr/>
        </p:nvSpPr>
        <p:spPr>
          <a:xfrm>
            <a:off x="6235700" y="2108200"/>
            <a:ext cx="5270500" cy="254000"/>
          </a:xfrm>
          <a:prstGeom prst="rect">
            <a:avLst/>
          </a:prstGeom>
          <a:noFill/>
        </p:spPr>
        <p:txBody>
          <a:bodyPr wrap="square" lIns="0" tIns="0" rIns="0" bIns="0" rtlCol="0" anchor="ctr">
            <a:noAutofit/>
          </a:bodyPr>
          <a:lstStyle/>
          <a:p>
            <a:pPr algn="ctr"/>
            <a:r>
              <a:rPr lang="en-US" sz="1150" b="0" i="0">
                <a:solidFill>
                  <a:srgbClr val="FFFFFF"/>
                </a:solidFill>
                <a:latin typeface="Montserrat"/>
              </a:rPr>
              <a:t>Planned Sep caps: standard / advanced</a:t>
            </a:r>
          </a:p>
        </p:txBody>
      </p:sp>
      <p:sp>
        <p:nvSpPr>
          <p:cNvPr id="38" name="Why Note"/>
          <p:cNvSpPr/>
          <p:nvPr/>
        </p:nvSpPr>
        <p:spPr>
          <a:xfrm>
            <a:off x="571500" y="2565400"/>
            <a:ext cx="11061700" cy="635000"/>
          </a:xfrm>
          <a:prstGeom prst="roundRect">
            <a:avLst>
              <a:gd name="adj" fmla="val 12000"/>
            </a:avLst>
          </a:prstGeom>
          <a:solidFill>
            <a:srgbClr val="EEF4FA"/>
          </a:solidFill>
          <a:ln>
            <a:noFill/>
          </a:ln>
        </p:spPr>
        <p:txBody>
          <a:bodyPr rtlCol="0">
            <a:noAutofit/>
          </a:bodyPr>
          <a:lstStyle/>
          <a:p>
            <a:endParaRPr lang="en-US"/>
          </a:p>
        </p:txBody>
      </p:sp>
      <p:sp>
        <p:nvSpPr>
          <p:cNvPr id="40" name="Why Text"/>
          <p:cNvSpPr txBox="1"/>
          <p:nvPr/>
        </p:nvSpPr>
        <p:spPr>
          <a:xfrm>
            <a:off x="1168400" y="2565400"/>
            <a:ext cx="10312400" cy="635000"/>
          </a:xfrm>
          <a:prstGeom prst="rect">
            <a:avLst/>
          </a:prstGeom>
          <a:noFill/>
        </p:spPr>
        <p:txBody>
          <a:bodyPr wrap="square" lIns="0" tIns="0" rIns="0" bIns="0" rtlCol="0" anchor="ctr">
            <a:noAutofit/>
          </a:bodyPr>
          <a:lstStyle/>
          <a:p>
            <a:pPr algn="l"/>
            <a:r>
              <a:rPr lang="en-US" sz="1250" b="1" i="0">
                <a:solidFill>
                  <a:srgbClr val="053057"/>
                </a:solidFill>
                <a:latin typeface="Montserrat"/>
              </a:rPr>
              <a:t>Why caps? </a:t>
            </a:r>
            <a:r>
              <a:rPr lang="en-US" sz="1250" b="0" i="0">
                <a:solidFill>
                  <a:srgbClr val="1A2A33"/>
                </a:solidFill>
                <a:latin typeface="Montserrat"/>
              </a:rPr>
              <a:t>They stop a runaway agentic process from creating a huge bill. Licensing: sign-ups before Jun 30 are Codex-only (100% usage-based); after, it's $20/mo ChatGPT + Codex + API usage.</a:t>
            </a:r>
          </a:p>
        </p:txBody>
      </p:sp>
      <p:sp>
        <p:nvSpPr>
          <p:cNvPr id="41" name="Card L"/>
          <p:cNvSpPr/>
          <p:nvPr/>
        </p:nvSpPr>
        <p:spPr>
          <a:xfrm>
            <a:off x="571500" y="3352800"/>
            <a:ext cx="5397500" cy="2946400"/>
          </a:xfrm>
          <a:prstGeom prst="roundRect">
            <a:avLst>
              <a:gd name="adj" fmla="val 6000"/>
            </a:avLst>
          </a:prstGeom>
          <a:solidFill>
            <a:srgbClr val="F4F6F8"/>
          </a:solidFill>
          <a:ln w="9525">
            <a:solidFill>
              <a:srgbClr val="E3E7EB"/>
            </a:solidFill>
          </a:ln>
        </p:spPr>
        <p:txBody>
          <a:bodyPr rtlCol="0">
            <a:noAutofit/>
          </a:bodyPr>
          <a:lstStyle/>
          <a:p>
            <a:endParaRPr lang="en-US"/>
          </a:p>
        </p:txBody>
      </p:sp>
      <p:sp>
        <p:nvSpPr>
          <p:cNvPr id="42" name="Card R"/>
          <p:cNvSpPr/>
          <p:nvPr/>
        </p:nvSpPr>
        <p:spPr>
          <a:xfrm>
            <a:off x="6235700" y="3352800"/>
            <a:ext cx="5397500" cy="2946400"/>
          </a:xfrm>
          <a:prstGeom prst="roundRect">
            <a:avLst>
              <a:gd name="adj" fmla="val 6000"/>
            </a:avLst>
          </a:prstGeom>
          <a:solidFill>
            <a:srgbClr val="F4F6F8"/>
          </a:solidFill>
          <a:ln w="9525">
            <a:solidFill>
              <a:srgbClr val="E3E7EB"/>
            </a:solidFill>
          </a:ln>
        </p:spPr>
        <p:txBody>
          <a:bodyPr rtlCol="0">
            <a:noAutofit/>
          </a:bodyPr>
          <a:lstStyle/>
          <a:p>
            <a:endParaRPr lang="en-US"/>
          </a:p>
        </p:txBody>
      </p:sp>
      <p:sp>
        <p:nvSpPr>
          <p:cNvPr id="43" name="Head L"/>
          <p:cNvSpPr txBox="1"/>
          <p:nvPr/>
        </p:nvSpPr>
        <p:spPr>
          <a:xfrm>
            <a:off x="1270000" y="3594100"/>
            <a:ext cx="4546600" cy="381000"/>
          </a:xfrm>
          <a:prstGeom prst="rect">
            <a:avLst/>
          </a:prstGeom>
          <a:noFill/>
        </p:spPr>
        <p:txBody>
          <a:bodyPr wrap="square" lIns="0" tIns="0" rIns="0" bIns="0" rtlCol="0" anchor="ctr">
            <a:noAutofit/>
          </a:bodyPr>
          <a:lstStyle/>
          <a:p>
            <a:pPr algn="l"/>
            <a:r>
              <a:rPr lang="en-US" sz="1500" b="1" i="0">
                <a:solidFill>
                  <a:srgbClr val="053057"/>
                </a:solidFill>
                <a:latin typeface="Montserrat"/>
              </a:rPr>
              <a:t>Need more? Request an increase</a:t>
            </a:r>
          </a:p>
        </p:txBody>
      </p:sp>
      <p:sp>
        <p:nvSpPr>
          <p:cNvPr id="45" name="Head R"/>
          <p:cNvSpPr txBox="1"/>
          <p:nvPr/>
        </p:nvSpPr>
        <p:spPr>
          <a:xfrm>
            <a:off x="6908800" y="3594100"/>
            <a:ext cx="4546600" cy="381000"/>
          </a:xfrm>
          <a:prstGeom prst="rect">
            <a:avLst/>
          </a:prstGeom>
          <a:noFill/>
        </p:spPr>
        <p:txBody>
          <a:bodyPr wrap="square" lIns="0" tIns="0" rIns="0" bIns="0" rtlCol="0" anchor="ctr">
            <a:noAutofit/>
          </a:bodyPr>
          <a:lstStyle/>
          <a:p>
            <a:pPr algn="l"/>
            <a:r>
              <a:rPr lang="en-US" sz="1500" b="1" i="0">
                <a:solidFill>
                  <a:srgbClr val="053057"/>
                </a:solidFill>
                <a:latin typeface="Montserrat"/>
              </a:rPr>
              <a:t>Use tokens responsibly</a:t>
            </a:r>
          </a:p>
        </p:txBody>
      </p:sp>
      <p:sp>
        <p:nvSpPr>
          <p:cNvPr id="44" name="Body L"/>
          <p:cNvSpPr txBox="1"/>
          <p:nvPr/>
        </p:nvSpPr>
        <p:spPr>
          <a:xfrm>
            <a:off x="838200" y="4013200"/>
            <a:ext cx="4927600" cy="2209800"/>
          </a:xfrm>
          <a:prstGeom prst="rect">
            <a:avLst/>
          </a:prstGeom>
          <a:noFill/>
        </p:spPr>
        <p:txBody>
          <a:bodyPr wrap="square" lIns="0" tIns="0" rIns="0" bIns="0" rtlCol="0" anchor="ctr">
            <a:noAutofit/>
          </a:bodyPr>
          <a:lstStyle/>
          <a:p>
            <a:pPr>
              <a:lnSpc>
                <a:spcPct val="118000"/>
              </a:lnSpc>
              <a:spcAft>
                <a:spcPts val="2500"/>
              </a:spcAft>
            </a:pPr>
            <a:r>
              <a:rPr lang="en-US" sz="1250" b="1" i="0">
                <a:solidFill>
                  <a:srgbClr val="053057"/>
                </a:solidFill>
                <a:latin typeface="Montserrat"/>
              </a:rPr>
              <a:t>Where: </a:t>
            </a:r>
            <a:r>
              <a:rPr lang="en-US" sz="1250" b="0" i="0">
                <a:solidFill>
                  <a:srgbClr val="1A2A33"/>
                </a:solidFill>
                <a:latin typeface="Montserrat"/>
              </a:rPr>
              <a:t>Blend intranet or rex.blend360.ai</a:t>
            </a:r>
          </a:p>
          <a:p>
            <a:pPr>
              <a:lnSpc>
                <a:spcPct val="118000"/>
              </a:lnSpc>
              <a:spcAft>
                <a:spcPts val="2500"/>
              </a:spcAft>
            </a:pPr>
            <a:r>
              <a:rPr lang="en-US" sz="1250" b="1" i="0">
                <a:solidFill>
                  <a:srgbClr val="053057"/>
                </a:solidFill>
                <a:latin typeface="Montserrat"/>
              </a:rPr>
              <a:t>Approval: </a:t>
            </a:r>
            <a:r>
              <a:rPr lang="en-US" sz="1250" b="0" i="0">
                <a:solidFill>
                  <a:srgbClr val="1A2A33"/>
                </a:solidFill>
                <a:latin typeface="Montserrat"/>
              </a:rPr>
              <a:t>simple manager sign-off</a:t>
            </a:r>
          </a:p>
          <a:p>
            <a:pPr>
              <a:lnSpc>
                <a:spcPct val="118000"/>
              </a:lnSpc>
              <a:spcAft>
                <a:spcPts val="2500"/>
              </a:spcAft>
            </a:pPr>
            <a:r>
              <a:rPr lang="en-US" sz="1250" b="1" i="0">
                <a:solidFill>
                  <a:srgbClr val="053057"/>
                </a:solidFill>
                <a:latin typeface="Montserrat"/>
              </a:rPr>
              <a:t>Directors+: </a:t>
            </a:r>
            <a:r>
              <a:rPr lang="en-US" sz="1250">
                <a:solidFill>
                  <a:srgbClr val="1A2A33"/>
                </a:solidFill>
                <a:latin typeface="Montserrat"/>
              </a:rPr>
              <a:t>auto-approved</a:t>
            </a:r>
            <a:endParaRPr lang="en-US" sz="1250" b="0" i="0">
              <a:solidFill>
                <a:srgbClr val="1A2A33"/>
              </a:solidFill>
              <a:latin typeface="Montserrat"/>
            </a:endParaRPr>
          </a:p>
          <a:p>
            <a:pPr>
              <a:lnSpc>
                <a:spcPct val="118000"/>
              </a:lnSpc>
              <a:spcAft>
                <a:spcPts val="0"/>
              </a:spcAft>
            </a:pPr>
            <a:r>
              <a:rPr lang="en-US" sz="1250" b="0" i="0">
                <a:solidFill>
                  <a:srgbClr val="1A2A33"/>
                </a:solidFill>
                <a:latin typeface="Montserrat"/>
              </a:rPr>
              <a:t>Standard or custom caps at any amount</a:t>
            </a:r>
          </a:p>
        </p:txBody>
      </p:sp>
      <p:sp>
        <p:nvSpPr>
          <p:cNvPr id="46" name="Body R"/>
          <p:cNvSpPr txBox="1"/>
          <p:nvPr/>
        </p:nvSpPr>
        <p:spPr>
          <a:xfrm>
            <a:off x="6502400" y="4013200"/>
            <a:ext cx="4927600" cy="2209800"/>
          </a:xfrm>
          <a:prstGeom prst="rect">
            <a:avLst/>
          </a:prstGeom>
          <a:noFill/>
        </p:spPr>
        <p:txBody>
          <a:bodyPr wrap="square" lIns="0" tIns="0" rIns="0" bIns="0" rtlCol="0" anchor="ctr">
            <a:noAutofit/>
          </a:bodyPr>
          <a:lstStyle/>
          <a:p>
            <a:pPr>
              <a:lnSpc>
                <a:spcPct val="118000"/>
              </a:lnSpc>
              <a:spcAft>
                <a:spcPts val="2500"/>
              </a:spcAft>
            </a:pPr>
            <a:r>
              <a:rPr lang="en-US" sz="1250" b="1" i="0">
                <a:solidFill>
                  <a:srgbClr val="053057"/>
                </a:solidFill>
                <a:latin typeface="Montserrat"/>
              </a:rPr>
              <a:t>Scope tasks — </a:t>
            </a:r>
            <a:r>
              <a:rPr lang="en-US" sz="1250" b="0" i="0">
                <a:solidFill>
                  <a:srgbClr val="1A2A33"/>
                </a:solidFill>
                <a:latin typeface="Montserrat"/>
              </a:rPr>
              <a:t>don't leave agents running unattended</a:t>
            </a:r>
          </a:p>
          <a:p>
            <a:pPr>
              <a:lnSpc>
                <a:spcPct val="118000"/>
              </a:lnSpc>
              <a:spcAft>
                <a:spcPts val="2500"/>
              </a:spcAft>
            </a:pPr>
            <a:r>
              <a:rPr lang="en-US" sz="1250" b="1" i="0">
                <a:solidFill>
                  <a:srgbClr val="053057"/>
                </a:solidFill>
                <a:latin typeface="Montserrat"/>
              </a:rPr>
              <a:t>Close idle ChatGPT seats — </a:t>
            </a:r>
            <a:r>
              <a:rPr lang="en-US" sz="1250" b="0" i="0">
                <a:solidFill>
                  <a:srgbClr val="1A2A33"/>
                </a:solidFill>
                <a:latin typeface="Montserrat"/>
              </a:rPr>
              <a:t>min $20/mo each</a:t>
            </a:r>
          </a:p>
          <a:p>
            <a:pPr>
              <a:lnSpc>
                <a:spcPct val="118000"/>
              </a:lnSpc>
              <a:spcAft>
                <a:spcPts val="2500"/>
              </a:spcAft>
            </a:pPr>
            <a:r>
              <a:rPr lang="en-US" sz="1250" b="0" i="0">
                <a:solidFill>
                  <a:srgbClr val="1A2A33"/>
                </a:solidFill>
                <a:latin typeface="Montserrat"/>
              </a:rPr>
              <a:t>Don't burn tokens on trivial one-off calls</a:t>
            </a:r>
          </a:p>
          <a:p>
            <a:pPr>
              <a:lnSpc>
                <a:spcPct val="118000"/>
              </a:lnSpc>
              <a:spcAft>
                <a:spcPts val="0"/>
              </a:spcAft>
            </a:pPr>
            <a:r>
              <a:rPr lang="en-US" sz="1250" b="0" i="0">
                <a:solidFill>
                  <a:srgbClr val="1A2A33"/>
                </a:solidFill>
                <a:latin typeface="Montserrat"/>
              </a:rPr>
              <a:t>Prefer Codex-only (usage-based) if you're light</a:t>
            </a:r>
          </a:p>
        </p:txBody>
      </p:sp>
      <p:pic>
        <p:nvPicPr>
          <p:cNvPr id="47" name="Graphic 47" descr="Informatio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200" y="2692400"/>
            <a:ext cx="381000" cy="381000"/>
          </a:xfrm>
          <a:prstGeom prst="rect">
            <a:avLst/>
          </a:prstGeom>
        </p:spPr>
      </p:pic>
      <p:pic>
        <p:nvPicPr>
          <p:cNvPr id="48" name="Graphic 48" descr="Increase / growth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3606800"/>
            <a:ext cx="304800" cy="304800"/>
          </a:xfrm>
          <a:prstGeom prst="rect">
            <a:avLst/>
          </a:prstGeom>
        </p:spPr>
      </p:pic>
      <p:pic>
        <p:nvPicPr>
          <p:cNvPr id="49" name="Graphic 49" descr="Shield check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7000" y="3606800"/>
            <a:ext cx="304800" cy="304800"/>
          </a:xfrm>
          <a:prstGeom prst="rect">
            <a:avLst/>
          </a:prstGeom>
        </p:spPr>
      </p:pic>
    </p:spTree>
    <p:extLst>
      <p:ext uri="{BB962C8B-B14F-4D97-AF65-F5344CB8AC3E}">
        <p14:creationId xmlns:p14="http://schemas.microsoft.com/office/powerpoint/2010/main" val="126089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Governance &amp; Data</a:t>
            </a:r>
          </a:p>
        </p:txBody>
      </p:sp>
      <p:sp>
        <p:nvSpPr>
          <p:cNvPr id="5" name="TextBox 4"/>
          <p:cNvSpPr txBox="1"/>
          <p:nvPr/>
        </p:nvSpPr>
        <p:spPr>
          <a:xfrm>
            <a:off x="566928" y="1188720"/>
            <a:ext cx="11064240" cy="457200"/>
          </a:xfrm>
          <a:prstGeom prst="rect">
            <a:avLst/>
          </a:prstGeom>
          <a:noFill/>
        </p:spPr>
        <p:txBody>
          <a:bodyPr wrap="square" lIns="0" tIns="0" rIns="0" bIns="0">
            <a:spAutoFit/>
          </a:bodyPr>
          <a:lstStyle/>
          <a:p>
            <a:r>
              <a:rPr sz="1400" b="1" i="0">
                <a:solidFill>
                  <a:srgbClr val="053057"/>
                </a:solidFill>
                <a:latin typeface="Montserrat"/>
              </a:rPr>
              <a:t>Enterprise accounts only. </a:t>
            </a:r>
            <a:r>
              <a:rPr sz="1400" b="0" i="0">
                <a:solidFill>
                  <a:srgbClr val="1A2A33"/>
                </a:solidFill>
                <a:latin typeface="Montserrat"/>
              </a:rPr>
              <a:t>The rules that keep Blend and client data safe.</a:t>
            </a:r>
          </a:p>
        </p:txBody>
      </p:sp>
      <p:sp>
        <p:nvSpPr>
          <p:cNvPr id="6" name="Rounded Rectangle 5"/>
          <p:cNvSpPr/>
          <p:nvPr/>
        </p:nvSpPr>
        <p:spPr>
          <a:xfrm>
            <a:off x="566928" y="1874519"/>
            <a:ext cx="11064240" cy="9144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258568"/>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16511" y="2146150"/>
            <a:ext cx="10149840" cy="400110"/>
          </a:xfrm>
          <a:prstGeom prst="rect">
            <a:avLst/>
          </a:prstGeom>
          <a:noFill/>
        </p:spPr>
        <p:txBody>
          <a:bodyPr wrap="square" lIns="0" tIns="0" rIns="0" bIns="0" anchor="t">
            <a:spAutoFit/>
          </a:bodyPr>
          <a:lstStyle/>
          <a:p>
            <a:r>
              <a:rPr sz="1350" b="1" i="0">
                <a:solidFill>
                  <a:srgbClr val="053057"/>
                </a:solidFill>
                <a:latin typeface="Montserrat"/>
              </a:rPr>
              <a:t>Never use personal or free accounts for work.  </a:t>
            </a:r>
            <a:r>
              <a:rPr sz="1250" b="0" i="0">
                <a:solidFill>
                  <a:srgbClr val="1A2A33"/>
                </a:solidFill>
                <a:latin typeface="Montserrat"/>
              </a:rPr>
              <a:t>They lack enterprise protections, and your data may be retained or used to train the provider's models.</a:t>
            </a:r>
          </a:p>
        </p:txBody>
      </p:sp>
      <p:sp>
        <p:nvSpPr>
          <p:cNvPr id="9" name="Rounded Rectangle 8"/>
          <p:cNvSpPr/>
          <p:nvPr/>
        </p:nvSpPr>
        <p:spPr>
          <a:xfrm>
            <a:off x="566928" y="2898648"/>
            <a:ext cx="11064240" cy="9144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8680" y="3282696"/>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16511" y="3170279"/>
            <a:ext cx="10149840" cy="685800"/>
          </a:xfrm>
          <a:prstGeom prst="rect">
            <a:avLst/>
          </a:prstGeom>
          <a:noFill/>
        </p:spPr>
        <p:txBody>
          <a:bodyPr wrap="square" lIns="0" tIns="0" rIns="0" bIns="0">
            <a:spAutoFit/>
          </a:bodyPr>
          <a:lstStyle/>
          <a:p>
            <a:r>
              <a:rPr sz="1350" b="1" i="0">
                <a:solidFill>
                  <a:srgbClr val="053057"/>
                </a:solidFill>
                <a:latin typeface="Montserrat"/>
              </a:rPr>
              <a:t>Keep sensitive data out of unapproved tools.  </a:t>
            </a:r>
            <a:r>
              <a:rPr sz="1250" b="0" i="0">
                <a:solidFill>
                  <a:srgbClr val="1A2A33"/>
                </a:solidFill>
                <a:latin typeface="Montserrat"/>
              </a:rPr>
              <a:t>No Blend confidential, client, regulated, or personal data in personal / free accounts unless explicitly approved.</a:t>
            </a:r>
          </a:p>
        </p:txBody>
      </p:sp>
      <p:sp>
        <p:nvSpPr>
          <p:cNvPr id="12" name="Rounded Rectangle 11"/>
          <p:cNvSpPr/>
          <p:nvPr/>
        </p:nvSpPr>
        <p:spPr>
          <a:xfrm>
            <a:off x="566928" y="3922776"/>
            <a:ext cx="11064240" cy="9144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68680" y="4306824"/>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16511" y="4194407"/>
            <a:ext cx="10149840" cy="685800"/>
          </a:xfrm>
          <a:prstGeom prst="rect">
            <a:avLst/>
          </a:prstGeom>
          <a:noFill/>
        </p:spPr>
        <p:txBody>
          <a:bodyPr wrap="square" lIns="0" tIns="0" rIns="0" bIns="0">
            <a:spAutoFit/>
          </a:bodyPr>
          <a:lstStyle/>
          <a:p>
            <a:r>
              <a:rPr sz="1350" b="1" i="0">
                <a:solidFill>
                  <a:srgbClr val="053057"/>
                </a:solidFill>
                <a:latin typeface="Montserrat"/>
              </a:rPr>
              <a:t>Plugins go through IT.  </a:t>
            </a:r>
            <a:r>
              <a:rPr sz="1250" b="0" i="0">
                <a:solidFill>
                  <a:srgbClr val="1A2A33"/>
                </a:solidFill>
                <a:latin typeface="Montserrat"/>
              </a:rPr>
              <a:t>Codex has an org-wide plugin store, but there's no self-serve — request adds/removes through IT, who own plugin governance.</a:t>
            </a:r>
          </a:p>
        </p:txBody>
      </p:sp>
      <p:sp>
        <p:nvSpPr>
          <p:cNvPr id="15" name="Rounded Rectangle 14"/>
          <p:cNvSpPr/>
          <p:nvPr/>
        </p:nvSpPr>
        <p:spPr>
          <a:xfrm>
            <a:off x="566928" y="4946904"/>
            <a:ext cx="11064240" cy="9144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68680" y="5330952"/>
            <a:ext cx="164592" cy="16459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16511" y="5218535"/>
            <a:ext cx="10149840" cy="685800"/>
          </a:xfrm>
          <a:prstGeom prst="rect">
            <a:avLst/>
          </a:prstGeom>
          <a:noFill/>
        </p:spPr>
        <p:txBody>
          <a:bodyPr wrap="square" lIns="0" tIns="0" rIns="0" bIns="0">
            <a:spAutoFit/>
          </a:bodyPr>
          <a:lstStyle/>
          <a:p>
            <a:r>
              <a:rPr sz="1350" b="1" i="0">
                <a:solidFill>
                  <a:srgbClr val="053057"/>
                </a:solidFill>
                <a:latin typeface="Montserrat"/>
              </a:rPr>
              <a:t>Seat hygiene keeps costs down.  </a:t>
            </a:r>
            <a:r>
              <a:rPr sz="1250" b="0" i="0">
                <a:solidFill>
                  <a:srgbClr val="1A2A33"/>
                </a:solidFill>
                <a:latin typeface="Montserrat"/>
              </a:rPr>
              <a:t>ChatGPT seats may be reclaimed after 60-90 days of inactivity; Codex-only is usage-based, so idle seats cost nothing.</a:t>
            </a:r>
          </a:p>
        </p:txBody>
      </p:sp>
    </p:spTree>
    <p:extLst>
      <p:ext uri="{BB962C8B-B14F-4D97-AF65-F5344CB8AC3E}">
        <p14:creationId xmlns:p14="http://schemas.microsoft.com/office/powerpoint/2010/main" val="116276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OpenAI Partnership — Training &amp; Enablement</a:t>
            </a:r>
          </a:p>
        </p:txBody>
      </p:sp>
      <p:sp>
        <p:nvSpPr>
          <p:cNvPr id="5" name="TextBox 4"/>
          <p:cNvSpPr txBox="1"/>
          <p:nvPr/>
        </p:nvSpPr>
        <p:spPr>
          <a:xfrm>
            <a:off x="566928" y="1188720"/>
            <a:ext cx="11064240" cy="457200"/>
          </a:xfrm>
          <a:prstGeom prst="rect">
            <a:avLst/>
          </a:prstGeom>
          <a:noFill/>
        </p:spPr>
        <p:txBody>
          <a:bodyPr wrap="square" lIns="0" tIns="0" rIns="0" bIns="0">
            <a:spAutoFit/>
          </a:bodyPr>
          <a:lstStyle/>
          <a:p>
            <a:r>
              <a:rPr sz="1400" b="1" i="0">
                <a:solidFill>
                  <a:srgbClr val="053057"/>
                </a:solidFill>
                <a:latin typeface="Montserrat"/>
              </a:rPr>
              <a:t>The partnership gives us structured ways to skill up fast.</a:t>
            </a:r>
          </a:p>
        </p:txBody>
      </p:sp>
      <p:sp>
        <p:nvSpPr>
          <p:cNvPr id="6" name="Rounded Rectangle 5"/>
          <p:cNvSpPr/>
          <p:nvPr/>
        </p:nvSpPr>
        <p:spPr>
          <a:xfrm>
            <a:off x="566928" y="1874519"/>
            <a:ext cx="352044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0889" y="2122303"/>
            <a:ext cx="146304" cy="146304"/>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2093976"/>
            <a:ext cx="2743200" cy="457200"/>
          </a:xfrm>
          <a:prstGeom prst="rect">
            <a:avLst/>
          </a:prstGeom>
          <a:noFill/>
        </p:spPr>
        <p:txBody>
          <a:bodyPr wrap="square" lIns="0" tIns="0" rIns="0" bIns="0">
            <a:spAutoFit/>
          </a:bodyPr>
          <a:lstStyle/>
          <a:p>
            <a:r>
              <a:rPr sz="1500" b="1" i="0">
                <a:solidFill>
                  <a:srgbClr val="053057"/>
                </a:solidFill>
                <a:latin typeface="Montserrat"/>
              </a:rPr>
              <a:t>Codex Training Cohort</a:t>
            </a:r>
          </a:p>
        </p:txBody>
      </p:sp>
      <p:sp>
        <p:nvSpPr>
          <p:cNvPr id="9" name="TextBox 8"/>
          <p:cNvSpPr txBox="1"/>
          <p:nvPr/>
        </p:nvSpPr>
        <p:spPr>
          <a:xfrm>
            <a:off x="841247" y="2587752"/>
            <a:ext cx="2971800" cy="1218282"/>
          </a:xfrm>
          <a:prstGeom prst="rect">
            <a:avLst/>
          </a:prstGeom>
          <a:noFill/>
        </p:spPr>
        <p:txBody>
          <a:bodyPr wrap="square" lIns="0" tIns="0" rIns="0" bIns="0" anchor="t">
            <a:spAutoFit/>
          </a:bodyPr>
          <a:lstStyle/>
          <a:p>
            <a:pPr>
              <a:spcAft>
                <a:spcPts val="500"/>
              </a:spcAft>
            </a:pPr>
            <a:r>
              <a:rPr sz="1250" b="1" i="0">
                <a:solidFill>
                  <a:srgbClr val="053057"/>
                </a:solidFill>
                <a:latin typeface="Montserrat"/>
              </a:rPr>
              <a:t>Kicked off Tuesday.</a:t>
            </a:r>
          </a:p>
          <a:p>
            <a:pPr>
              <a:spcAft>
                <a:spcPts val="500"/>
              </a:spcAft>
            </a:pPr>
            <a:r>
              <a:rPr sz="1250" b="0" i="0">
                <a:solidFill>
                  <a:srgbClr val="1A2A33"/>
                </a:solidFill>
                <a:latin typeface="Montserrat"/>
              </a:rPr>
              <a:t>Three tracks to self-select:</a:t>
            </a:r>
          </a:p>
          <a:p>
            <a:pPr marL="182880">
              <a:spcAft>
                <a:spcPts val="500"/>
              </a:spcAft>
            </a:pPr>
            <a:r>
              <a:rPr sz="1250" b="1" i="0">
                <a:solidFill>
                  <a:srgbClr val="053057"/>
                </a:solidFill>
                <a:latin typeface="Montserrat"/>
              </a:rPr>
              <a:t>• Leader</a:t>
            </a:r>
            <a:endParaRPr lang="en-US" sz="1250" b="1" i="0">
              <a:solidFill>
                <a:srgbClr val="053057"/>
              </a:solidFill>
              <a:latin typeface="Montserrat"/>
            </a:endParaRPr>
          </a:p>
          <a:p>
            <a:pPr marL="182880">
              <a:spcAft>
                <a:spcPts val="500"/>
              </a:spcAft>
            </a:pPr>
            <a:r>
              <a:rPr sz="1250" b="1" i="0">
                <a:solidFill>
                  <a:srgbClr val="053057"/>
                </a:solidFill>
                <a:latin typeface="Montserrat"/>
              </a:rPr>
              <a:t>• Developer</a:t>
            </a:r>
            <a:endParaRPr lang="en-US" sz="1250" b="1" i="0">
              <a:solidFill>
                <a:srgbClr val="053057"/>
              </a:solidFill>
              <a:latin typeface="Montserrat"/>
            </a:endParaRPr>
          </a:p>
          <a:p>
            <a:pPr marL="182880">
              <a:spcAft>
                <a:spcPts val="500"/>
              </a:spcAft>
            </a:pPr>
            <a:r>
              <a:rPr sz="1250" b="1" i="0">
                <a:solidFill>
                  <a:srgbClr val="053057"/>
                </a:solidFill>
                <a:latin typeface="Montserrat"/>
              </a:rPr>
              <a:t>• Knowledge Worker</a:t>
            </a:r>
            <a:endParaRPr lang="en-US" sz="1250" b="1" i="0">
              <a:solidFill>
                <a:srgbClr val="053057"/>
              </a:solidFill>
              <a:latin typeface="Montserrat"/>
            </a:endParaRPr>
          </a:p>
        </p:txBody>
      </p:sp>
      <p:sp>
        <p:nvSpPr>
          <p:cNvPr id="10" name="Rounded Rectangle 9"/>
          <p:cNvSpPr/>
          <p:nvPr/>
        </p:nvSpPr>
        <p:spPr>
          <a:xfrm>
            <a:off x="4315968" y="1874519"/>
            <a:ext cx="352044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2000" y="2122303"/>
            <a:ext cx="146304" cy="146304"/>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64607" y="2093976"/>
            <a:ext cx="2743200" cy="457200"/>
          </a:xfrm>
          <a:prstGeom prst="rect">
            <a:avLst/>
          </a:prstGeom>
          <a:noFill/>
        </p:spPr>
        <p:txBody>
          <a:bodyPr wrap="square" lIns="0" tIns="0" rIns="0" bIns="0">
            <a:spAutoFit/>
          </a:bodyPr>
          <a:lstStyle/>
          <a:p>
            <a:r>
              <a:rPr sz="1500" b="1" i="0">
                <a:solidFill>
                  <a:srgbClr val="053057"/>
                </a:solidFill>
                <a:latin typeface="Montserrat"/>
              </a:rPr>
              <a:t>Partner U + Certification</a:t>
            </a:r>
          </a:p>
        </p:txBody>
      </p:sp>
      <p:sp>
        <p:nvSpPr>
          <p:cNvPr id="13" name="TextBox 12"/>
          <p:cNvSpPr txBox="1"/>
          <p:nvPr/>
        </p:nvSpPr>
        <p:spPr>
          <a:xfrm>
            <a:off x="4590288" y="2587752"/>
            <a:ext cx="2971800" cy="961802"/>
          </a:xfrm>
          <a:prstGeom prst="rect">
            <a:avLst/>
          </a:prstGeom>
          <a:noFill/>
        </p:spPr>
        <p:txBody>
          <a:bodyPr wrap="square" lIns="0" tIns="0" rIns="0" bIns="0" anchor="t">
            <a:spAutoFit/>
          </a:bodyPr>
          <a:lstStyle/>
          <a:p>
            <a:pPr>
              <a:spcAft>
                <a:spcPts val="500"/>
              </a:spcAft>
            </a:pPr>
            <a:r>
              <a:rPr sz="1250" b="1" i="0">
                <a:solidFill>
                  <a:srgbClr val="053057"/>
                </a:solidFill>
                <a:latin typeface="Montserrat"/>
              </a:rPr>
              <a:t>Get Codex-certified.</a:t>
            </a:r>
          </a:p>
          <a:p>
            <a:pPr marL="285750" indent="-285750">
              <a:spcAft>
                <a:spcPts val="500"/>
              </a:spcAft>
              <a:buFont typeface="Arial"/>
              <a:buChar char="•"/>
            </a:pPr>
            <a:r>
              <a:rPr sz="1250" b="0" i="0">
                <a:solidFill>
                  <a:srgbClr val="1A2A33"/>
                </a:solidFill>
                <a:latin typeface="Montserrat"/>
              </a:rPr>
              <a:t>~3 hours, self-paced</a:t>
            </a:r>
            <a:endParaRPr lang="en-US" sz="1250" b="0" i="0">
              <a:solidFill>
                <a:srgbClr val="1A2A33"/>
              </a:solidFill>
              <a:latin typeface="Montserrat"/>
            </a:endParaRPr>
          </a:p>
          <a:p>
            <a:pPr marL="285750" indent="-285750">
              <a:spcAft>
                <a:spcPts val="500"/>
              </a:spcAft>
              <a:buFont typeface="Arial"/>
              <a:buChar char="•"/>
            </a:pPr>
            <a:r>
              <a:rPr sz="1250" b="0" i="0">
                <a:solidFill>
                  <a:srgbClr val="1A2A33"/>
                </a:solidFill>
                <a:latin typeface="Montserrat"/>
              </a:rPr>
              <a:t>No major exam</a:t>
            </a:r>
            <a:endParaRPr lang="en-US" sz="1250" b="0" i="0">
              <a:solidFill>
                <a:srgbClr val="1A2A33"/>
              </a:solidFill>
              <a:latin typeface="Montserrat"/>
            </a:endParaRPr>
          </a:p>
          <a:p>
            <a:pPr>
              <a:spcAft>
                <a:spcPts val="500"/>
              </a:spcAft>
            </a:pPr>
            <a:r>
              <a:rPr sz="1250" b="1" i="0">
                <a:solidFill>
                  <a:srgbClr val="053057"/>
                </a:solidFill>
                <a:latin typeface="Montserrat"/>
              </a:rPr>
              <a:t>Everyone should grab it.</a:t>
            </a:r>
          </a:p>
        </p:txBody>
      </p:sp>
      <p:sp>
        <p:nvSpPr>
          <p:cNvPr id="14" name="Rounded Rectangle 13"/>
          <p:cNvSpPr/>
          <p:nvPr/>
        </p:nvSpPr>
        <p:spPr>
          <a:xfrm>
            <a:off x="8065008" y="1874519"/>
            <a:ext cx="356616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2122303"/>
            <a:ext cx="146304" cy="146304"/>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13648" y="2093976"/>
            <a:ext cx="2788920" cy="457200"/>
          </a:xfrm>
          <a:prstGeom prst="rect">
            <a:avLst/>
          </a:prstGeom>
          <a:noFill/>
        </p:spPr>
        <p:txBody>
          <a:bodyPr wrap="square" lIns="0" tIns="0" rIns="0" bIns="0">
            <a:spAutoFit/>
          </a:bodyPr>
          <a:lstStyle/>
          <a:p>
            <a:r>
              <a:rPr sz="1500" b="1" i="0">
                <a:solidFill>
                  <a:srgbClr val="053057"/>
                </a:solidFill>
                <a:latin typeface="Montserrat"/>
              </a:rPr>
              <a:t>Office Hours</a:t>
            </a:r>
          </a:p>
        </p:txBody>
      </p:sp>
      <p:sp>
        <p:nvSpPr>
          <p:cNvPr id="17" name="TextBox 16"/>
          <p:cNvSpPr txBox="1"/>
          <p:nvPr/>
        </p:nvSpPr>
        <p:spPr>
          <a:xfrm>
            <a:off x="8339328" y="2587752"/>
            <a:ext cx="3017520" cy="1828800"/>
          </a:xfrm>
          <a:prstGeom prst="rect">
            <a:avLst/>
          </a:prstGeom>
          <a:noFill/>
        </p:spPr>
        <p:txBody>
          <a:bodyPr wrap="square" lIns="0" tIns="0" rIns="0" bIns="0">
            <a:spAutoFit/>
          </a:bodyPr>
          <a:lstStyle/>
          <a:p>
            <a:pPr>
              <a:spcAft>
                <a:spcPts val="500"/>
              </a:spcAft>
            </a:pPr>
            <a:r>
              <a:rPr sz="1250" b="1" i="0">
                <a:solidFill>
                  <a:srgbClr val="053057"/>
                </a:solidFill>
                <a:latin typeface="Montserrat"/>
              </a:rPr>
              <a:t>Live help &amp; Q&amp;A.</a:t>
            </a:r>
          </a:p>
          <a:p>
            <a:pPr>
              <a:spcAft>
                <a:spcPts val="500"/>
              </a:spcAft>
            </a:pPr>
            <a:r>
              <a:rPr sz="1250" b="0" i="0">
                <a:solidFill>
                  <a:srgbClr val="1A2A33"/>
                </a:solidFill>
                <a:latin typeface="Montserrat"/>
              </a:rPr>
              <a:t>Recurring sessions with</a:t>
            </a:r>
          </a:p>
          <a:p>
            <a:pPr>
              <a:spcAft>
                <a:spcPts val="500"/>
              </a:spcAft>
            </a:pPr>
            <a:r>
              <a:rPr sz="1250" b="0" i="0">
                <a:solidFill>
                  <a:srgbClr val="1A2A33"/>
                </a:solidFill>
                <a:latin typeface="Montserrat"/>
              </a:rPr>
              <a:t>OpenAI + internal experts</a:t>
            </a:r>
          </a:p>
          <a:p>
            <a:pPr>
              <a:spcAft>
                <a:spcPts val="500"/>
              </a:spcAft>
            </a:pPr>
            <a:r>
              <a:rPr sz="1250" b="1" i="0">
                <a:solidFill>
                  <a:srgbClr val="053057"/>
                </a:solidFill>
                <a:latin typeface="Montserrat"/>
              </a:rPr>
              <a:t>Details coming soon.</a:t>
            </a:r>
          </a:p>
        </p:txBody>
      </p:sp>
      <p:sp>
        <p:nvSpPr>
          <p:cNvPr id="18" name="Rounded Rectangle 17"/>
          <p:cNvSpPr/>
          <p:nvPr/>
        </p:nvSpPr>
        <p:spPr>
          <a:xfrm>
            <a:off x="566928" y="4846320"/>
            <a:ext cx="11064240" cy="96012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7506" y="4961965"/>
            <a:ext cx="10424160" cy="600164"/>
          </a:xfrm>
          <a:prstGeom prst="rect">
            <a:avLst/>
          </a:prstGeom>
          <a:noFill/>
        </p:spPr>
        <p:txBody>
          <a:bodyPr wrap="square" lIns="0" tIns="0" rIns="0" bIns="0" anchor="t">
            <a:spAutoFit/>
          </a:bodyPr>
          <a:lstStyle/>
          <a:p>
            <a:pPr algn="ctr"/>
            <a:r>
              <a:rPr lang="en-US" sz="1500" b="1">
                <a:solidFill>
                  <a:srgbClr val="FFFFFF"/>
                </a:solidFill>
                <a:latin typeface="Montserrat"/>
              </a:rPr>
              <a:t>Start</a:t>
            </a:r>
            <a:r>
              <a:rPr lang="en-US" sz="1500" b="1" i="0">
                <a:solidFill>
                  <a:srgbClr val="FFFFFF"/>
                </a:solidFill>
                <a:latin typeface="Montserrat"/>
              </a:rPr>
              <a:t> </a:t>
            </a:r>
            <a:r>
              <a:rPr sz="1500" b="1" i="0">
                <a:solidFill>
                  <a:srgbClr val="FFFFFF"/>
                </a:solidFill>
                <a:latin typeface="Montserrat"/>
              </a:rPr>
              <a:t>the Codex certification — ~3 hours, no big exam</a:t>
            </a:r>
            <a:endParaRPr lang="en-US" sz="1500" b="1" i="0">
              <a:solidFill>
                <a:srgbClr val="FFFFFF"/>
              </a:solidFill>
              <a:latin typeface="Montserrat"/>
            </a:endParaRPr>
          </a:p>
          <a:p>
            <a:pPr algn="ctr"/>
            <a:r>
              <a:rPr lang="en-US" sz="1200" b="1">
                <a:ea typeface="+mn-lt"/>
                <a:cs typeface="+mn-lt"/>
              </a:rPr>
              <a:t>Erik Wischhusen on Viva Engage: </a:t>
            </a:r>
            <a:r>
              <a:rPr lang="en-US" sz="1200">
                <a:ea typeface="+mn-lt"/>
                <a:cs typeface="+mn-lt"/>
                <a:hlinkClick r:id="rId3"/>
              </a:rPr>
              <a:t>Interested in learning more about OpenAI? As part of our partnership, we have access to their training portal now. Please follow the below steps to g...</a:t>
            </a:r>
            <a:endParaRPr lang="en-US" sz="1200"/>
          </a:p>
        </p:txBody>
      </p:sp>
    </p:spTree>
    <p:extLst>
      <p:ext uri="{BB962C8B-B14F-4D97-AF65-F5344CB8AC3E}">
        <p14:creationId xmlns:p14="http://schemas.microsoft.com/office/powerpoint/2010/main" val="1239875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Partnership — Community &amp; Business</a:t>
            </a:r>
          </a:p>
        </p:txBody>
      </p:sp>
      <p:sp>
        <p:nvSpPr>
          <p:cNvPr id="5" name="TextBox 4"/>
          <p:cNvSpPr txBox="1"/>
          <p:nvPr/>
        </p:nvSpPr>
        <p:spPr>
          <a:xfrm>
            <a:off x="566928" y="1188720"/>
            <a:ext cx="11064240" cy="457200"/>
          </a:xfrm>
          <a:prstGeom prst="rect">
            <a:avLst/>
          </a:prstGeom>
          <a:noFill/>
        </p:spPr>
        <p:txBody>
          <a:bodyPr wrap="square" lIns="0" tIns="0" rIns="0" bIns="0">
            <a:spAutoFit/>
          </a:bodyPr>
          <a:lstStyle/>
          <a:p>
            <a:r>
              <a:rPr sz="1400" b="1" i="0">
                <a:solidFill>
                  <a:srgbClr val="053057"/>
                </a:solidFill>
                <a:latin typeface="Montserrat"/>
              </a:rPr>
              <a:t>Beyond tools, the partnership opens engagement and pipeline.</a:t>
            </a:r>
          </a:p>
        </p:txBody>
      </p:sp>
      <p:sp>
        <p:nvSpPr>
          <p:cNvPr id="6" name="Rounded Rectangle 5"/>
          <p:cNvSpPr/>
          <p:nvPr/>
        </p:nvSpPr>
        <p:spPr>
          <a:xfrm>
            <a:off x="566928" y="1874519"/>
            <a:ext cx="352044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2167127"/>
            <a:ext cx="146304" cy="146304"/>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2120870"/>
            <a:ext cx="2743200" cy="457200"/>
          </a:xfrm>
          <a:prstGeom prst="rect">
            <a:avLst/>
          </a:prstGeom>
          <a:noFill/>
        </p:spPr>
        <p:txBody>
          <a:bodyPr wrap="square" lIns="0" tIns="0" rIns="0" bIns="0">
            <a:spAutoFit/>
          </a:bodyPr>
          <a:lstStyle/>
          <a:p>
            <a:r>
              <a:rPr sz="1500" b="1" i="0">
                <a:solidFill>
                  <a:srgbClr val="053057"/>
                </a:solidFill>
                <a:latin typeface="Montserrat"/>
              </a:rPr>
              <a:t>External Hackathons</a:t>
            </a:r>
          </a:p>
        </p:txBody>
      </p:sp>
      <p:sp>
        <p:nvSpPr>
          <p:cNvPr id="9" name="TextBox 8"/>
          <p:cNvSpPr txBox="1"/>
          <p:nvPr/>
        </p:nvSpPr>
        <p:spPr>
          <a:xfrm>
            <a:off x="841247" y="2587752"/>
            <a:ext cx="2971800" cy="1154162"/>
          </a:xfrm>
          <a:prstGeom prst="rect">
            <a:avLst/>
          </a:prstGeom>
          <a:noFill/>
        </p:spPr>
        <p:txBody>
          <a:bodyPr wrap="square" lIns="0" tIns="0" rIns="0" bIns="0" anchor="t">
            <a:spAutoFit/>
          </a:bodyPr>
          <a:lstStyle/>
          <a:p>
            <a:pPr>
              <a:spcAft>
                <a:spcPts val="500"/>
              </a:spcAft>
            </a:pPr>
            <a:r>
              <a:rPr sz="1250" b="1" i="0">
                <a:solidFill>
                  <a:srgbClr val="053057"/>
                </a:solidFill>
                <a:latin typeface="Montserrat"/>
              </a:rPr>
              <a:t>On client sites.</a:t>
            </a:r>
          </a:p>
          <a:p>
            <a:pPr>
              <a:spcAft>
                <a:spcPts val="500"/>
              </a:spcAft>
            </a:pPr>
            <a:r>
              <a:rPr sz="1250" b="0" i="0">
                <a:solidFill>
                  <a:srgbClr val="1A2A33"/>
                </a:solidFill>
                <a:latin typeface="Montserrat"/>
              </a:rPr>
              <a:t>Blend hosts; client employees join</a:t>
            </a:r>
          </a:p>
          <a:p>
            <a:pPr>
              <a:spcAft>
                <a:spcPts val="500"/>
              </a:spcAft>
            </a:pPr>
            <a:r>
              <a:rPr sz="1250" b="1" i="0">
                <a:solidFill>
                  <a:srgbClr val="053057"/>
                </a:solidFill>
                <a:latin typeface="Montserrat"/>
              </a:rPr>
              <a:t>Sponsored by OpenAI</a:t>
            </a:r>
          </a:p>
          <a:p>
            <a:pPr>
              <a:spcAft>
                <a:spcPts val="500"/>
              </a:spcAft>
            </a:pPr>
            <a:r>
              <a:rPr sz="1250" b="0" i="0">
                <a:solidFill>
                  <a:srgbClr val="1A2A33"/>
                </a:solidFill>
                <a:latin typeface="Montserrat"/>
              </a:rPr>
              <a:t>Showcase delivery + build relationships</a:t>
            </a:r>
          </a:p>
        </p:txBody>
      </p:sp>
      <p:sp>
        <p:nvSpPr>
          <p:cNvPr id="10" name="Rounded Rectangle 9"/>
          <p:cNvSpPr/>
          <p:nvPr/>
        </p:nvSpPr>
        <p:spPr>
          <a:xfrm>
            <a:off x="4315968" y="1874519"/>
            <a:ext cx="352044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2000" y="2167127"/>
            <a:ext cx="146304" cy="146304"/>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64607" y="2120870"/>
            <a:ext cx="2743200" cy="230832"/>
          </a:xfrm>
          <a:prstGeom prst="rect">
            <a:avLst/>
          </a:prstGeom>
          <a:noFill/>
        </p:spPr>
        <p:txBody>
          <a:bodyPr wrap="square" lIns="0" tIns="0" rIns="0" bIns="0" anchor="t">
            <a:spAutoFit/>
          </a:bodyPr>
          <a:lstStyle/>
          <a:p>
            <a:r>
              <a:rPr sz="1500" b="1" i="0">
                <a:solidFill>
                  <a:srgbClr val="053057"/>
                </a:solidFill>
                <a:latin typeface="Montserrat"/>
              </a:rPr>
              <a:t>Internal </a:t>
            </a:r>
            <a:r>
              <a:rPr lang="en-US" sz="1500" b="1">
                <a:solidFill>
                  <a:srgbClr val="053057"/>
                </a:solidFill>
                <a:latin typeface="Montserrat"/>
              </a:rPr>
              <a:t>Development</a:t>
            </a:r>
            <a:endParaRPr sz="1500" b="1" i="0">
              <a:solidFill>
                <a:srgbClr val="053057"/>
              </a:solidFill>
              <a:latin typeface="Montserrat"/>
            </a:endParaRPr>
          </a:p>
        </p:txBody>
      </p:sp>
      <p:sp>
        <p:nvSpPr>
          <p:cNvPr id="13" name="TextBox 12"/>
          <p:cNvSpPr txBox="1"/>
          <p:nvPr/>
        </p:nvSpPr>
        <p:spPr>
          <a:xfrm>
            <a:off x="4590288" y="2587752"/>
            <a:ext cx="2971800" cy="2282676"/>
          </a:xfrm>
          <a:prstGeom prst="rect">
            <a:avLst/>
          </a:prstGeom>
          <a:noFill/>
        </p:spPr>
        <p:txBody>
          <a:bodyPr wrap="square" lIns="0" tIns="0" rIns="0" bIns="0" anchor="t">
            <a:spAutoFit/>
          </a:bodyPr>
          <a:lstStyle/>
          <a:p>
            <a:pPr>
              <a:spcAft>
                <a:spcPts val="500"/>
              </a:spcAft>
            </a:pPr>
            <a:r>
              <a:rPr lang="en-US" sz="1250" b="1">
                <a:solidFill>
                  <a:srgbClr val="053057"/>
                </a:solidFill>
                <a:latin typeface="Montserrat"/>
              </a:rPr>
              <a:t>Hackathon for</a:t>
            </a:r>
            <a:r>
              <a:rPr lang="en-US" sz="1250" b="1" i="0">
                <a:solidFill>
                  <a:srgbClr val="053057"/>
                </a:solidFill>
                <a:latin typeface="Montserrat"/>
              </a:rPr>
              <a:t> </a:t>
            </a:r>
            <a:r>
              <a:rPr sz="1250" b="1" i="0">
                <a:solidFill>
                  <a:srgbClr val="053057"/>
                </a:solidFill>
                <a:latin typeface="Montserrat"/>
              </a:rPr>
              <a:t>Blend teams.</a:t>
            </a:r>
            <a:endParaRPr lang="en-US"/>
          </a:p>
          <a:p>
            <a:pPr marL="285750" indent="-285750">
              <a:spcAft>
                <a:spcPts val="500"/>
              </a:spcAft>
              <a:buFont typeface="Arial"/>
              <a:buChar char="•"/>
            </a:pPr>
            <a:r>
              <a:rPr sz="1250" b="0" i="0">
                <a:solidFill>
                  <a:srgbClr val="1A2A33"/>
                </a:solidFill>
                <a:latin typeface="Montserrat"/>
              </a:rPr>
              <a:t>OpenAI-sponsored, internal events</a:t>
            </a:r>
            <a:endParaRPr lang="en-US" sz="1250" b="0" i="0">
              <a:solidFill>
                <a:srgbClr val="1A2A33"/>
              </a:solidFill>
              <a:latin typeface="Montserrat"/>
            </a:endParaRPr>
          </a:p>
          <a:p>
            <a:pPr marL="285750" indent="-285750">
              <a:spcAft>
                <a:spcPts val="500"/>
              </a:spcAft>
              <a:buFont typeface="Arial"/>
              <a:buChar char="•"/>
            </a:pPr>
            <a:r>
              <a:rPr sz="1250" b="0" i="0">
                <a:solidFill>
                  <a:srgbClr val="1A2A33"/>
                </a:solidFill>
                <a:latin typeface="Montserrat"/>
              </a:rPr>
              <a:t>Turn learning into shipped ideas</a:t>
            </a:r>
            <a:endParaRPr lang="en-US" sz="1250" b="0" i="0">
              <a:solidFill>
                <a:srgbClr val="1A2A33"/>
              </a:solidFill>
              <a:latin typeface="Montserrat"/>
            </a:endParaRPr>
          </a:p>
          <a:p>
            <a:pPr>
              <a:spcAft>
                <a:spcPts val="500"/>
              </a:spcAft>
            </a:pPr>
            <a:r>
              <a:rPr lang="en-US" sz="1300" b="1">
                <a:solidFill>
                  <a:srgbClr val="053057"/>
                </a:solidFill>
                <a:latin typeface="Montserrat"/>
              </a:rPr>
              <a:t>Delivery Enablement</a:t>
            </a:r>
            <a:endParaRPr lang="en-US" sz="1300">
              <a:solidFill>
                <a:srgbClr val="FFFFFF"/>
              </a:solidFill>
              <a:latin typeface="Montserrat"/>
            </a:endParaRPr>
          </a:p>
          <a:p>
            <a:pPr marL="285750" indent="-285750">
              <a:buFont typeface="Arial"/>
              <a:buChar char="•"/>
            </a:pPr>
            <a:r>
              <a:rPr lang="en-US" sz="1300">
                <a:solidFill>
                  <a:srgbClr val="1A2A33"/>
                </a:solidFill>
                <a:ea typeface="+mn-lt"/>
                <a:cs typeface="+mn-lt"/>
              </a:rPr>
              <a:t>Reusable technical patterns </a:t>
            </a:r>
            <a:endParaRPr lang="en-US"/>
          </a:p>
          <a:p>
            <a:pPr marL="285750" indent="-285750">
              <a:buFont typeface="Arial"/>
              <a:buChar char="•"/>
            </a:pPr>
            <a:r>
              <a:rPr lang="en-US" sz="1300">
                <a:solidFill>
                  <a:srgbClr val="1A2A33"/>
                </a:solidFill>
                <a:ea typeface="+mn-lt"/>
                <a:cs typeface="+mn-lt"/>
              </a:rPr>
              <a:t>Readiness for delivery teams</a:t>
            </a:r>
            <a:endParaRPr lang="en-US"/>
          </a:p>
          <a:p>
            <a:pPr marL="285750" indent="-285750">
              <a:buFont typeface="Arial"/>
              <a:buChar char="•"/>
            </a:pPr>
            <a:r>
              <a:rPr lang="en-US" sz="1300" err="1">
                <a:solidFill>
                  <a:srgbClr val="1A2A33"/>
                </a:solidFill>
                <a:latin typeface="Montserrat"/>
              </a:rPr>
              <a:t>Goverance</a:t>
            </a:r>
          </a:p>
          <a:p>
            <a:pPr>
              <a:spcAft>
                <a:spcPts val="500"/>
              </a:spcAft>
            </a:pPr>
            <a:endParaRPr lang="en-US" sz="1300">
              <a:solidFill>
                <a:srgbClr val="FFFFFF"/>
              </a:solidFill>
              <a:latin typeface="Montserrat"/>
            </a:endParaRPr>
          </a:p>
          <a:p>
            <a:pPr>
              <a:spcAft>
                <a:spcPts val="500"/>
              </a:spcAft>
            </a:pPr>
            <a:endParaRPr lang="en-US" sz="1250">
              <a:solidFill>
                <a:srgbClr val="1A2A33"/>
              </a:solidFill>
              <a:latin typeface="Montserrat"/>
            </a:endParaRPr>
          </a:p>
        </p:txBody>
      </p:sp>
      <p:sp>
        <p:nvSpPr>
          <p:cNvPr id="14" name="Rounded Rectangle 13"/>
          <p:cNvSpPr/>
          <p:nvPr/>
        </p:nvSpPr>
        <p:spPr>
          <a:xfrm>
            <a:off x="8065008" y="1874519"/>
            <a:ext cx="3566160" cy="2743200"/>
          </a:xfrm>
          <a:prstGeom prst="roundRect">
            <a:avLst>
              <a:gd name="adj" fmla="val 6000"/>
            </a:avLst>
          </a:prstGeom>
          <a:solidFill>
            <a:srgbClr val="F4F3F0"/>
          </a:solidFill>
          <a:ln w="12700">
            <a:solidFill>
              <a:srgbClr val="D8DF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2167127"/>
            <a:ext cx="146304" cy="146304"/>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13648" y="2120870"/>
            <a:ext cx="2788920" cy="457200"/>
          </a:xfrm>
          <a:prstGeom prst="rect">
            <a:avLst/>
          </a:prstGeom>
          <a:noFill/>
        </p:spPr>
        <p:txBody>
          <a:bodyPr wrap="square" lIns="0" tIns="0" rIns="0" bIns="0">
            <a:spAutoFit/>
          </a:bodyPr>
          <a:lstStyle/>
          <a:p>
            <a:r>
              <a:rPr sz="1500" b="1" i="0">
                <a:solidFill>
                  <a:srgbClr val="053057"/>
                </a:solidFill>
                <a:latin typeface="Montserrat"/>
              </a:rPr>
              <a:t>Co-Sell &amp; Co-Build</a:t>
            </a:r>
          </a:p>
        </p:txBody>
      </p:sp>
      <p:sp>
        <p:nvSpPr>
          <p:cNvPr id="17" name="TextBox 16"/>
          <p:cNvSpPr txBox="1"/>
          <p:nvPr/>
        </p:nvSpPr>
        <p:spPr>
          <a:xfrm>
            <a:off x="8339328" y="2587752"/>
            <a:ext cx="3017520" cy="1828800"/>
          </a:xfrm>
          <a:prstGeom prst="rect">
            <a:avLst/>
          </a:prstGeom>
          <a:noFill/>
        </p:spPr>
        <p:txBody>
          <a:bodyPr wrap="square" lIns="0" tIns="0" rIns="0" bIns="0">
            <a:spAutoFit/>
          </a:bodyPr>
          <a:lstStyle/>
          <a:p>
            <a:pPr>
              <a:spcAft>
                <a:spcPts val="500"/>
              </a:spcAft>
            </a:pPr>
            <a:r>
              <a:rPr sz="1250" b="1" i="0">
                <a:solidFill>
                  <a:srgbClr val="053057"/>
                </a:solidFill>
                <a:latin typeface="Montserrat"/>
              </a:rPr>
              <a:t>With OpenAI.</a:t>
            </a:r>
          </a:p>
          <a:p>
            <a:pPr>
              <a:spcAft>
                <a:spcPts val="500"/>
              </a:spcAft>
            </a:pPr>
            <a:r>
              <a:rPr sz="1250" b="0" i="0">
                <a:solidFill>
                  <a:srgbClr val="1A2A33"/>
                </a:solidFill>
                <a:latin typeface="Montserrat"/>
              </a:rPr>
              <a:t>Co-sell, co-design, co-solution</a:t>
            </a:r>
          </a:p>
          <a:p>
            <a:pPr>
              <a:spcAft>
                <a:spcPts val="500"/>
              </a:spcAft>
            </a:pPr>
            <a:r>
              <a:rPr sz="1250" b="0" i="0">
                <a:solidFill>
                  <a:srgbClr val="1A2A33"/>
                </a:solidFill>
                <a:latin typeface="Montserrat"/>
              </a:rPr>
              <a:t>More joint opportunities</a:t>
            </a:r>
          </a:p>
          <a:p>
            <a:pPr>
              <a:spcAft>
                <a:spcPts val="500"/>
              </a:spcAft>
            </a:pPr>
            <a:r>
              <a:rPr sz="1250" b="0" i="0">
                <a:solidFill>
                  <a:srgbClr val="1A2A33"/>
                </a:solidFill>
                <a:latin typeface="Montserrat"/>
              </a:rPr>
              <a:t>Boosts Blend's credibility in market</a:t>
            </a:r>
          </a:p>
        </p:txBody>
      </p:sp>
      <p:sp>
        <p:nvSpPr>
          <p:cNvPr id="18" name="TextBox 17"/>
          <p:cNvSpPr txBox="1"/>
          <p:nvPr/>
        </p:nvSpPr>
        <p:spPr>
          <a:xfrm>
            <a:off x="566928" y="4892040"/>
            <a:ext cx="11064240" cy="640080"/>
          </a:xfrm>
          <a:prstGeom prst="rect">
            <a:avLst/>
          </a:prstGeom>
          <a:noFill/>
        </p:spPr>
        <p:txBody>
          <a:bodyPr wrap="square" lIns="0" tIns="0" rIns="0" bIns="0">
            <a:spAutoFit/>
          </a:bodyPr>
          <a:lstStyle/>
          <a:p>
            <a:r>
              <a:rPr sz="1350" b="1" i="0">
                <a:solidFill>
                  <a:srgbClr val="053057"/>
                </a:solidFill>
                <a:latin typeface="Montserrat"/>
              </a:rPr>
              <a:t>Net effect: </a:t>
            </a:r>
            <a:r>
              <a:rPr sz="1350" b="0" i="0">
                <a:solidFill>
                  <a:srgbClr val="1A2A33"/>
                </a:solidFill>
                <a:latin typeface="Montserrat"/>
              </a:rPr>
              <a:t>more reps with the tools, more visibility with clients, and stronger positioning for Blend in the market.</a:t>
            </a:r>
          </a:p>
        </p:txBody>
      </p:sp>
    </p:spTree>
    <p:extLst>
      <p:ext uri="{BB962C8B-B14F-4D97-AF65-F5344CB8AC3E}">
        <p14:creationId xmlns:p14="http://schemas.microsoft.com/office/powerpoint/2010/main" val="415767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sz="3000" b="1">
                <a:solidFill>
                  <a:srgbClr val="053057"/>
                </a:solidFill>
                <a:latin typeface="Montserrat"/>
              </a:rPr>
              <a:t>Roadmap &amp; Open Models</a:t>
            </a:r>
          </a:p>
        </p:txBody>
      </p:sp>
      <p:sp>
        <p:nvSpPr>
          <p:cNvPr id="5" name="TextBox 4"/>
          <p:cNvSpPr txBox="1"/>
          <p:nvPr/>
        </p:nvSpPr>
        <p:spPr>
          <a:xfrm>
            <a:off x="566928" y="1188720"/>
            <a:ext cx="5486400" cy="457200"/>
          </a:xfrm>
          <a:prstGeom prst="rect">
            <a:avLst/>
          </a:prstGeom>
          <a:noFill/>
        </p:spPr>
        <p:txBody>
          <a:bodyPr wrap="square" lIns="0" tIns="0" rIns="0" bIns="0">
            <a:spAutoFit/>
          </a:bodyPr>
          <a:lstStyle/>
          <a:p>
            <a:r>
              <a:rPr sz="1500" b="1" i="0">
                <a:solidFill>
                  <a:srgbClr val="053057"/>
                </a:solidFill>
                <a:latin typeface="Montserrat"/>
              </a:rPr>
              <a:t>Near-term roadmap</a:t>
            </a:r>
          </a:p>
        </p:txBody>
      </p:sp>
      <p:sp>
        <p:nvSpPr>
          <p:cNvPr id="6" name="Oval 5"/>
          <p:cNvSpPr/>
          <p:nvPr/>
        </p:nvSpPr>
        <p:spPr>
          <a:xfrm>
            <a:off x="603504" y="1828800"/>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783080"/>
            <a:ext cx="5029200" cy="566928"/>
          </a:xfrm>
          <a:prstGeom prst="rect">
            <a:avLst/>
          </a:prstGeom>
          <a:noFill/>
        </p:spPr>
        <p:txBody>
          <a:bodyPr wrap="square" lIns="0" tIns="0" rIns="0" bIns="0">
            <a:spAutoFit/>
          </a:bodyPr>
          <a:lstStyle/>
          <a:p>
            <a:r>
              <a:rPr sz="1300" b="1" i="0">
                <a:solidFill>
                  <a:srgbClr val="053057"/>
                </a:solidFill>
                <a:latin typeface="Montserrat"/>
              </a:rPr>
              <a:t>Drive adoption </a:t>
            </a:r>
            <a:r>
              <a:rPr sz="1300" b="0" i="0">
                <a:solidFill>
                  <a:srgbClr val="1A2A33"/>
                </a:solidFill>
                <a:latin typeface="Montserrat"/>
              </a:rPr>
              <a:t>+ land certifications across the function</a:t>
            </a:r>
          </a:p>
        </p:txBody>
      </p:sp>
      <p:sp>
        <p:nvSpPr>
          <p:cNvPr id="8" name="Oval 7"/>
          <p:cNvSpPr/>
          <p:nvPr/>
        </p:nvSpPr>
        <p:spPr>
          <a:xfrm>
            <a:off x="603504" y="2432303"/>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386584"/>
            <a:ext cx="5029200" cy="566928"/>
          </a:xfrm>
          <a:prstGeom prst="rect">
            <a:avLst/>
          </a:prstGeom>
          <a:noFill/>
        </p:spPr>
        <p:txBody>
          <a:bodyPr wrap="square" lIns="0" tIns="0" rIns="0" bIns="0">
            <a:spAutoFit/>
          </a:bodyPr>
          <a:lstStyle/>
          <a:p>
            <a:r>
              <a:rPr sz="1300" b="1" i="0">
                <a:solidFill>
                  <a:srgbClr val="053057"/>
                </a:solidFill>
                <a:latin typeface="Montserrat"/>
              </a:rPr>
              <a:t>Run the first hackathons </a:t>
            </a:r>
            <a:r>
              <a:rPr sz="1300" b="0" i="0">
                <a:solidFill>
                  <a:srgbClr val="1A2A33"/>
                </a:solidFill>
                <a:latin typeface="Montserrat"/>
              </a:rPr>
              <a:t>(internal + client-site)</a:t>
            </a:r>
          </a:p>
        </p:txBody>
      </p:sp>
      <p:sp>
        <p:nvSpPr>
          <p:cNvPr id="10" name="Oval 9"/>
          <p:cNvSpPr/>
          <p:nvPr/>
        </p:nvSpPr>
        <p:spPr>
          <a:xfrm>
            <a:off x="603504" y="3035808"/>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990088"/>
            <a:ext cx="5029200" cy="566928"/>
          </a:xfrm>
          <a:prstGeom prst="rect">
            <a:avLst/>
          </a:prstGeom>
          <a:noFill/>
        </p:spPr>
        <p:txBody>
          <a:bodyPr wrap="square" lIns="0" tIns="0" rIns="0" bIns="0">
            <a:spAutoFit/>
          </a:bodyPr>
          <a:lstStyle/>
          <a:p>
            <a:r>
              <a:rPr sz="1300" b="1" i="0">
                <a:solidFill>
                  <a:srgbClr val="053057"/>
                </a:solidFill>
                <a:latin typeface="Montserrat"/>
              </a:rPr>
              <a:t>Stand up office hours </a:t>
            </a:r>
            <a:r>
              <a:rPr sz="1300" b="0" i="0">
                <a:solidFill>
                  <a:srgbClr val="1A2A33"/>
                </a:solidFill>
                <a:latin typeface="Montserrat"/>
              </a:rPr>
              <a:t>and share the schedule</a:t>
            </a:r>
          </a:p>
        </p:txBody>
      </p:sp>
      <p:sp>
        <p:nvSpPr>
          <p:cNvPr id="12" name="Oval 11"/>
          <p:cNvSpPr/>
          <p:nvPr/>
        </p:nvSpPr>
        <p:spPr>
          <a:xfrm>
            <a:off x="603504" y="3639312"/>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3593592"/>
            <a:ext cx="5029200" cy="566928"/>
          </a:xfrm>
          <a:prstGeom prst="rect">
            <a:avLst/>
          </a:prstGeom>
          <a:noFill/>
        </p:spPr>
        <p:txBody>
          <a:bodyPr wrap="square" lIns="0" tIns="0" rIns="0" bIns="0">
            <a:spAutoFit/>
          </a:bodyPr>
          <a:lstStyle/>
          <a:p>
            <a:r>
              <a:rPr sz="1300" b="1" i="0">
                <a:solidFill>
                  <a:srgbClr val="053057"/>
                </a:solidFill>
                <a:latin typeface="Montserrat"/>
              </a:rPr>
              <a:t>Finalize post-August caps </a:t>
            </a:r>
            <a:r>
              <a:rPr sz="1300" b="0" i="0">
                <a:solidFill>
                  <a:srgbClr val="1A2A33"/>
                </a:solidFill>
                <a:latin typeface="Montserrat"/>
              </a:rPr>
              <a:t>with Mike F. &amp; Tommy</a:t>
            </a:r>
          </a:p>
        </p:txBody>
      </p:sp>
      <p:sp>
        <p:nvSpPr>
          <p:cNvPr id="14" name="Oval 13"/>
          <p:cNvSpPr/>
          <p:nvPr/>
        </p:nvSpPr>
        <p:spPr>
          <a:xfrm>
            <a:off x="603504" y="4242816"/>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197096"/>
            <a:ext cx="5029200" cy="566928"/>
          </a:xfrm>
          <a:prstGeom prst="rect">
            <a:avLst/>
          </a:prstGeom>
          <a:noFill/>
        </p:spPr>
        <p:txBody>
          <a:bodyPr wrap="square" lIns="0" tIns="0" rIns="0" bIns="0">
            <a:spAutoFit/>
          </a:bodyPr>
          <a:lstStyle/>
          <a:p>
            <a:r>
              <a:rPr sz="1300" b="1" i="0">
                <a:solidFill>
                  <a:srgbClr val="053057"/>
                </a:solidFill>
                <a:latin typeface="Montserrat"/>
              </a:rPr>
              <a:t>Size spend vs. throughput </a:t>
            </a:r>
            <a:r>
              <a:rPr sz="1300" b="0" i="0">
                <a:solidFill>
                  <a:srgbClr val="1A2A33"/>
                </a:solidFill>
                <a:latin typeface="Montserrat"/>
              </a:rPr>
              <a:t>so we can set expectations</a:t>
            </a:r>
          </a:p>
        </p:txBody>
      </p:sp>
      <p:sp>
        <p:nvSpPr>
          <p:cNvPr id="16" name="Rounded Rectangle 15"/>
          <p:cNvSpPr/>
          <p:nvPr/>
        </p:nvSpPr>
        <p:spPr>
          <a:xfrm>
            <a:off x="6355080" y="1188720"/>
            <a:ext cx="5257800" cy="4617720"/>
          </a:xfrm>
          <a:prstGeom prst="roundRect">
            <a:avLst>
              <a:gd name="adj" fmla="val 6000"/>
            </a:avLst>
          </a:prstGeom>
          <a:solidFill>
            <a:srgbClr val="EBF6F6"/>
          </a:solidFill>
          <a:ln w="15875">
            <a:solidFill>
              <a:srgbClr val="00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417320"/>
            <a:ext cx="4754880" cy="457200"/>
          </a:xfrm>
          <a:prstGeom prst="rect">
            <a:avLst/>
          </a:prstGeom>
          <a:noFill/>
        </p:spPr>
        <p:txBody>
          <a:bodyPr wrap="square" lIns="0" tIns="0" rIns="0" bIns="0">
            <a:spAutoFit/>
          </a:bodyPr>
          <a:lstStyle/>
          <a:p>
            <a:r>
              <a:rPr sz="1500" b="1" i="0">
                <a:solidFill>
                  <a:srgbClr val="053057"/>
                </a:solidFill>
                <a:latin typeface="Montserrat"/>
              </a:rPr>
              <a:t>Open Models — investigating</a:t>
            </a:r>
          </a:p>
        </p:txBody>
      </p:sp>
      <p:sp>
        <p:nvSpPr>
          <p:cNvPr id="18" name="TextBox 17"/>
          <p:cNvSpPr txBox="1"/>
          <p:nvPr/>
        </p:nvSpPr>
        <p:spPr>
          <a:xfrm>
            <a:off x="6629400" y="1874519"/>
            <a:ext cx="4754880" cy="640080"/>
          </a:xfrm>
          <a:prstGeom prst="rect">
            <a:avLst/>
          </a:prstGeom>
          <a:noFill/>
        </p:spPr>
        <p:txBody>
          <a:bodyPr wrap="square" lIns="0" tIns="0" rIns="0" bIns="0">
            <a:spAutoFit/>
          </a:bodyPr>
          <a:lstStyle/>
          <a:p>
            <a:r>
              <a:rPr sz="1250" b="0" i="0">
                <a:solidFill>
                  <a:srgbClr val="1A2A33"/>
                </a:solidFill>
                <a:latin typeface="Montserrat"/>
              </a:rPr>
              <a:t>No Blend consensus yet. Placeholder so the question is on the table — here's what we're working through:</a:t>
            </a:r>
          </a:p>
        </p:txBody>
      </p:sp>
      <p:sp>
        <p:nvSpPr>
          <p:cNvPr id="19" name="Oval 18"/>
          <p:cNvSpPr/>
          <p:nvPr/>
        </p:nvSpPr>
        <p:spPr>
          <a:xfrm>
            <a:off x="6675120" y="2688336"/>
            <a:ext cx="109728" cy="109728"/>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0" y="2651760"/>
            <a:ext cx="4480560" cy="384048"/>
          </a:xfrm>
          <a:prstGeom prst="rect">
            <a:avLst/>
          </a:prstGeom>
          <a:noFill/>
        </p:spPr>
        <p:txBody>
          <a:bodyPr wrap="square" lIns="0" tIns="0" rIns="0" bIns="0">
            <a:spAutoFit/>
          </a:bodyPr>
          <a:lstStyle/>
          <a:p>
            <a:r>
              <a:rPr sz="1250" b="1" i="0">
                <a:solidFill>
                  <a:srgbClr val="1A2A33"/>
                </a:solidFill>
                <a:latin typeface="Montserrat"/>
              </a:rPr>
              <a:t>Do we adopt open models at all?</a:t>
            </a:r>
          </a:p>
        </p:txBody>
      </p:sp>
      <p:sp>
        <p:nvSpPr>
          <p:cNvPr id="21" name="Oval 20"/>
          <p:cNvSpPr/>
          <p:nvPr/>
        </p:nvSpPr>
        <p:spPr>
          <a:xfrm>
            <a:off x="6675120" y="3145536"/>
            <a:ext cx="109728" cy="109728"/>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0" y="3108960"/>
            <a:ext cx="4480560" cy="384048"/>
          </a:xfrm>
          <a:prstGeom prst="rect">
            <a:avLst/>
          </a:prstGeom>
          <a:noFill/>
        </p:spPr>
        <p:txBody>
          <a:bodyPr wrap="square" lIns="0" tIns="0" rIns="0" bIns="0">
            <a:spAutoFit/>
          </a:bodyPr>
          <a:lstStyle/>
          <a:p>
            <a:r>
              <a:rPr sz="1250" b="1" i="0">
                <a:solidFill>
                  <a:srgbClr val="1A2A33"/>
                </a:solidFill>
                <a:latin typeface="Montserrat"/>
              </a:rPr>
              <a:t>Which provider / hosting?</a:t>
            </a:r>
          </a:p>
        </p:txBody>
      </p:sp>
      <p:sp>
        <p:nvSpPr>
          <p:cNvPr id="23" name="Oval 22"/>
          <p:cNvSpPr/>
          <p:nvPr/>
        </p:nvSpPr>
        <p:spPr>
          <a:xfrm>
            <a:off x="6675120" y="3602736"/>
            <a:ext cx="109728" cy="109728"/>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0" y="3566160"/>
            <a:ext cx="4480560" cy="384048"/>
          </a:xfrm>
          <a:prstGeom prst="rect">
            <a:avLst/>
          </a:prstGeom>
          <a:noFill/>
        </p:spPr>
        <p:txBody>
          <a:bodyPr wrap="square" lIns="0" tIns="0" rIns="0" bIns="0">
            <a:spAutoFit/>
          </a:bodyPr>
          <a:lstStyle/>
          <a:p>
            <a:r>
              <a:rPr sz="1250" b="1" i="0">
                <a:solidFill>
                  <a:srgbClr val="1A2A33"/>
                </a:solidFill>
                <a:latin typeface="Montserrat"/>
              </a:rPr>
              <a:t>How does Blend fund it centrally?</a:t>
            </a:r>
          </a:p>
        </p:txBody>
      </p:sp>
      <p:sp>
        <p:nvSpPr>
          <p:cNvPr id="25" name="Oval 24"/>
          <p:cNvSpPr/>
          <p:nvPr/>
        </p:nvSpPr>
        <p:spPr>
          <a:xfrm>
            <a:off x="6675120" y="4059936"/>
            <a:ext cx="109728" cy="109728"/>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0" y="4023360"/>
            <a:ext cx="4480560" cy="384048"/>
          </a:xfrm>
          <a:prstGeom prst="rect">
            <a:avLst/>
          </a:prstGeom>
          <a:noFill/>
        </p:spPr>
        <p:txBody>
          <a:bodyPr wrap="square" lIns="0" tIns="0" rIns="0" bIns="0">
            <a:spAutoFit/>
          </a:bodyPr>
          <a:lstStyle/>
          <a:p>
            <a:r>
              <a:rPr sz="1250" b="1" i="0">
                <a:solidFill>
                  <a:srgbClr val="1A2A33"/>
                </a:solidFill>
                <a:latin typeface="Montserrat"/>
              </a:rPr>
              <a:t>What's the governance model?</a:t>
            </a:r>
          </a:p>
        </p:txBody>
      </p:sp>
      <p:sp>
        <p:nvSpPr>
          <p:cNvPr id="27" name="Rounded Rectangle 26"/>
          <p:cNvSpPr/>
          <p:nvPr/>
        </p:nvSpPr>
        <p:spPr>
          <a:xfrm>
            <a:off x="6629400" y="4572000"/>
            <a:ext cx="4709160" cy="105156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0" y="4709160"/>
            <a:ext cx="4297680" cy="822960"/>
          </a:xfrm>
          <a:prstGeom prst="rect">
            <a:avLst/>
          </a:prstGeom>
          <a:noFill/>
        </p:spPr>
        <p:txBody>
          <a:bodyPr wrap="square" lIns="0" tIns="0" rIns="0" bIns="0">
            <a:spAutoFit/>
          </a:bodyPr>
          <a:lstStyle/>
          <a:p>
            <a:r>
              <a:rPr sz="1250" b="1" i="0">
                <a:solidFill>
                  <a:srgbClr val="00EDED"/>
                </a:solidFill>
                <a:latin typeface="Montserrat"/>
              </a:rPr>
              <a:t>Short-term reality: </a:t>
            </a:r>
            <a:r>
              <a:rPr sz="1250" b="0" i="0">
                <a:solidFill>
                  <a:srgbClr val="FFFFFF"/>
                </a:solidFill>
                <a:latin typeface="Montserrat"/>
              </a:rPr>
              <a:t>stay on OpenAI + Anthropic while we size how much Blend will fund and what it can deliver.</a:t>
            </a:r>
          </a:p>
        </p:txBody>
      </p:sp>
    </p:spTree>
    <p:extLst>
      <p:ext uri="{BB962C8B-B14F-4D97-AF65-F5344CB8AC3E}">
        <p14:creationId xmlns:p14="http://schemas.microsoft.com/office/powerpoint/2010/main" val="2777245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14139-20B6-E059-5835-D0427CC3D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D6BB5-B68B-F41A-3790-5BC83144CA89}"/>
              </a:ext>
            </a:extLst>
          </p:cNvPr>
          <p:cNvSpPr>
            <a:spLocks noGrp="1"/>
          </p:cNvSpPr>
          <p:nvPr>
            <p:ph type="title"/>
          </p:nvPr>
        </p:nvSpPr>
        <p:spPr/>
        <p:txBody>
          <a:bodyPr/>
          <a:lstStyle/>
          <a:p>
            <a:r>
              <a:rPr lang="en-US"/>
              <a:t>Better Together Delivery Story: Evals at </a:t>
            </a:r>
            <a:r>
              <a:rPr lang="en-US" err="1"/>
              <a:t>Vialto</a:t>
            </a:r>
            <a:endParaRPr lang="en-US"/>
          </a:p>
        </p:txBody>
      </p:sp>
    </p:spTree>
    <p:extLst>
      <p:ext uri="{BB962C8B-B14F-4D97-AF65-F5344CB8AC3E}">
        <p14:creationId xmlns:p14="http://schemas.microsoft.com/office/powerpoint/2010/main" val="22105752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A4B0D-1E33-EF1F-790C-337082965938}"/>
            </a:ext>
          </a:extLst>
        </p:cNvPr>
        <p:cNvGrpSpPr/>
        <p:nvPr/>
      </p:nvGrpSpPr>
      <p:grpSpPr>
        <a:xfrm>
          <a:off x="0" y="0"/>
          <a:ext cx="0" cy="0"/>
          <a:chOff x="0" y="0"/>
          <a:chExt cx="0" cy="0"/>
        </a:xfrm>
      </p:grpSpPr>
      <p:sp>
        <p:nvSpPr>
          <p:cNvPr id="49" name="Num0">
            <a:extLst>
              <a:ext uri="{FF2B5EF4-FFF2-40B4-BE49-F238E27FC236}">
                <a16:creationId xmlns:a16="http://schemas.microsoft.com/office/drawing/2014/main" id="{8297712F-D713-985C-0B8D-2164BDC470E6}"/>
              </a:ext>
            </a:extLst>
          </p:cNvPr>
          <p:cNvSpPr txBox="1"/>
          <p:nvPr/>
        </p:nvSpPr>
        <p:spPr>
          <a:xfrm>
            <a:off x="792922" y="1480772"/>
            <a:ext cx="609600" cy="889000"/>
          </a:xfrm>
          <a:prstGeom prst="rect">
            <a:avLst/>
          </a:prstGeom>
          <a:ln>
            <a:noFill/>
          </a:ln>
        </p:spPr>
        <p:txBody>
          <a:bodyPr wrap="square" lIns="0" tIns="0" rIns="0" bIns="0" rtlCol="0" anchor="t">
            <a:noAutofit/>
          </a:bodyPr>
          <a:lstStyle/>
          <a:p>
            <a:pPr marL="0" indent="0">
              <a:buNone/>
            </a:pPr>
            <a:r>
              <a:rPr lang="en-US" sz="2800" b="1">
                <a:solidFill>
                  <a:srgbClr val="053057"/>
                </a:solidFill>
                <a:latin typeface="Trebuchet MS"/>
                <a:cs typeface="Trebuchet MS"/>
              </a:rPr>
              <a:t>01</a:t>
            </a:r>
          </a:p>
        </p:txBody>
      </p:sp>
      <p:sp>
        <p:nvSpPr>
          <p:cNvPr id="50" name="Item0">
            <a:extLst>
              <a:ext uri="{FF2B5EF4-FFF2-40B4-BE49-F238E27FC236}">
                <a16:creationId xmlns:a16="http://schemas.microsoft.com/office/drawing/2014/main" id="{9B828C5D-33D4-59E3-F4DD-EB7864796557}"/>
              </a:ext>
            </a:extLst>
          </p:cNvPr>
          <p:cNvSpPr txBox="1"/>
          <p:nvPr/>
        </p:nvSpPr>
        <p:spPr>
          <a:xfrm>
            <a:off x="1504122" y="1506172"/>
            <a:ext cx="4572000" cy="889000"/>
          </a:xfrm>
          <a:prstGeom prst="rect">
            <a:avLst/>
          </a:prstGeom>
          <a:ln>
            <a:noFill/>
          </a:ln>
        </p:spPr>
        <p:txBody>
          <a:bodyPr wrap="square" lIns="0" tIns="0" rIns="0" bIns="0" rtlCol="0" anchor="t">
            <a:noAutofit/>
          </a:bodyPr>
          <a:lstStyle/>
          <a:p>
            <a:pPr marL="0" indent="0">
              <a:buNone/>
            </a:pPr>
            <a:r>
              <a:rPr lang="en-US" sz="1600" b="1">
                <a:solidFill>
                  <a:srgbClr val="0F172A"/>
                </a:solidFill>
                <a:latin typeface="Calibri"/>
                <a:cs typeface="Calibri"/>
              </a:rPr>
              <a:t>Context</a:t>
            </a:r>
          </a:p>
          <a:p>
            <a:pPr>
              <a:spcBef>
                <a:spcPts val="200"/>
              </a:spcBef>
            </a:pPr>
            <a:r>
              <a:rPr lang="en-US" sz="1300" err="1">
                <a:solidFill>
                  <a:srgbClr val="334155"/>
                </a:solidFill>
                <a:latin typeface="Calibri"/>
                <a:cs typeface="Calibri"/>
              </a:rPr>
              <a:t>Vialto</a:t>
            </a:r>
            <a:r>
              <a:rPr lang="en-US" sz="1300">
                <a:solidFill>
                  <a:srgbClr val="334155"/>
                </a:solidFill>
                <a:latin typeface="Calibri"/>
                <a:cs typeface="Calibri"/>
              </a:rPr>
              <a:t>, and Blend’s Vanguard &amp; </a:t>
            </a:r>
            <a:r>
              <a:rPr lang="en-US" sz="1300" err="1">
                <a:solidFill>
                  <a:srgbClr val="334155"/>
                </a:solidFill>
                <a:latin typeface="Calibri"/>
                <a:cs typeface="Calibri"/>
              </a:rPr>
              <a:t>Vlabs</a:t>
            </a:r>
            <a:r>
              <a:rPr lang="en-US" sz="1300">
                <a:solidFill>
                  <a:srgbClr val="334155"/>
                </a:solidFill>
                <a:latin typeface="Calibri"/>
                <a:cs typeface="Calibri"/>
              </a:rPr>
              <a:t> projects</a:t>
            </a:r>
            <a:endParaRPr lang="en-US" sz="1300">
              <a:solidFill>
                <a:srgbClr val="334155"/>
              </a:solidFill>
              <a:latin typeface="Calibri"/>
              <a:ea typeface="Calibri"/>
              <a:cs typeface="Calibri"/>
            </a:endParaRPr>
          </a:p>
        </p:txBody>
      </p:sp>
      <p:sp>
        <p:nvSpPr>
          <p:cNvPr id="51" name="Num1">
            <a:extLst>
              <a:ext uri="{FF2B5EF4-FFF2-40B4-BE49-F238E27FC236}">
                <a16:creationId xmlns:a16="http://schemas.microsoft.com/office/drawing/2014/main" id="{B2184D47-2E1D-D1A7-1295-CA9C8FDA6FE4}"/>
              </a:ext>
            </a:extLst>
          </p:cNvPr>
          <p:cNvSpPr txBox="1"/>
          <p:nvPr/>
        </p:nvSpPr>
        <p:spPr>
          <a:xfrm>
            <a:off x="792922" y="2522172"/>
            <a:ext cx="609600" cy="889000"/>
          </a:xfrm>
          <a:prstGeom prst="rect">
            <a:avLst/>
          </a:prstGeom>
          <a:ln>
            <a:noFill/>
          </a:ln>
        </p:spPr>
        <p:txBody>
          <a:bodyPr wrap="square" lIns="0" tIns="0" rIns="0" bIns="0" rtlCol="0" anchor="t">
            <a:noAutofit/>
          </a:bodyPr>
          <a:lstStyle/>
          <a:p>
            <a:pPr marL="0" indent="0">
              <a:buNone/>
            </a:pPr>
            <a:r>
              <a:rPr lang="en-US" sz="2800" b="1">
                <a:solidFill>
                  <a:srgbClr val="053057"/>
                </a:solidFill>
                <a:latin typeface="Trebuchet MS"/>
                <a:cs typeface="Trebuchet MS"/>
              </a:rPr>
              <a:t>02</a:t>
            </a:r>
          </a:p>
        </p:txBody>
      </p:sp>
      <p:sp>
        <p:nvSpPr>
          <p:cNvPr id="52" name="Item1">
            <a:extLst>
              <a:ext uri="{FF2B5EF4-FFF2-40B4-BE49-F238E27FC236}">
                <a16:creationId xmlns:a16="http://schemas.microsoft.com/office/drawing/2014/main" id="{5758DA20-58D8-1765-39BD-BA9E010AA047}"/>
              </a:ext>
            </a:extLst>
          </p:cNvPr>
          <p:cNvSpPr txBox="1"/>
          <p:nvPr/>
        </p:nvSpPr>
        <p:spPr>
          <a:xfrm>
            <a:off x="1504122" y="2547572"/>
            <a:ext cx="4572000" cy="889000"/>
          </a:xfrm>
          <a:prstGeom prst="rect">
            <a:avLst/>
          </a:prstGeom>
          <a:ln>
            <a:noFill/>
          </a:ln>
        </p:spPr>
        <p:txBody>
          <a:bodyPr wrap="square" lIns="0" tIns="0" rIns="0" bIns="0" rtlCol="0" anchor="t">
            <a:noAutofit/>
          </a:bodyPr>
          <a:lstStyle/>
          <a:p>
            <a:pPr marL="0" indent="0">
              <a:buNone/>
            </a:pPr>
            <a:r>
              <a:rPr lang="en-US" sz="1600" b="1">
                <a:solidFill>
                  <a:srgbClr val="0F172A"/>
                </a:solidFill>
                <a:latin typeface="Calibri"/>
                <a:cs typeface="Calibri"/>
              </a:rPr>
              <a:t>Definitions</a:t>
            </a:r>
          </a:p>
          <a:p>
            <a:pPr>
              <a:spcBef>
                <a:spcPts val="200"/>
              </a:spcBef>
            </a:pPr>
            <a:r>
              <a:rPr lang="en-US" sz="1300">
                <a:solidFill>
                  <a:srgbClr val="334155"/>
                </a:solidFill>
                <a:latin typeface="Calibri"/>
                <a:cs typeface="Calibri"/>
              </a:rPr>
              <a:t>Measure progress, and AI eval components</a:t>
            </a:r>
          </a:p>
        </p:txBody>
      </p:sp>
      <p:sp>
        <p:nvSpPr>
          <p:cNvPr id="53" name="Num2">
            <a:extLst>
              <a:ext uri="{FF2B5EF4-FFF2-40B4-BE49-F238E27FC236}">
                <a16:creationId xmlns:a16="http://schemas.microsoft.com/office/drawing/2014/main" id="{D918370A-B4B7-304F-16E5-79B74E7F72DD}"/>
              </a:ext>
            </a:extLst>
          </p:cNvPr>
          <p:cNvSpPr txBox="1"/>
          <p:nvPr/>
        </p:nvSpPr>
        <p:spPr>
          <a:xfrm>
            <a:off x="792922" y="3563572"/>
            <a:ext cx="609600" cy="889000"/>
          </a:xfrm>
          <a:prstGeom prst="rect">
            <a:avLst/>
          </a:prstGeom>
          <a:ln>
            <a:noFill/>
          </a:ln>
        </p:spPr>
        <p:txBody>
          <a:bodyPr wrap="square" lIns="0" tIns="0" rIns="0" bIns="0" rtlCol="0" anchor="t">
            <a:noAutofit/>
          </a:bodyPr>
          <a:lstStyle/>
          <a:p>
            <a:pPr marL="0" indent="0">
              <a:buNone/>
            </a:pPr>
            <a:r>
              <a:rPr lang="en-US" sz="2800" b="1">
                <a:solidFill>
                  <a:srgbClr val="053057"/>
                </a:solidFill>
                <a:latin typeface="Trebuchet MS"/>
                <a:cs typeface="Trebuchet MS"/>
              </a:rPr>
              <a:t>03</a:t>
            </a:r>
          </a:p>
        </p:txBody>
      </p:sp>
      <p:sp>
        <p:nvSpPr>
          <p:cNvPr id="54" name="Item2">
            <a:extLst>
              <a:ext uri="{FF2B5EF4-FFF2-40B4-BE49-F238E27FC236}">
                <a16:creationId xmlns:a16="http://schemas.microsoft.com/office/drawing/2014/main" id="{26E9CF22-811B-BBFD-549A-E40098AA5466}"/>
              </a:ext>
            </a:extLst>
          </p:cNvPr>
          <p:cNvSpPr txBox="1"/>
          <p:nvPr/>
        </p:nvSpPr>
        <p:spPr>
          <a:xfrm>
            <a:off x="1504122" y="3588972"/>
            <a:ext cx="4572000" cy="889000"/>
          </a:xfrm>
          <a:prstGeom prst="rect">
            <a:avLst/>
          </a:prstGeom>
          <a:ln>
            <a:noFill/>
          </a:ln>
        </p:spPr>
        <p:txBody>
          <a:bodyPr wrap="square" lIns="0" tIns="0" rIns="0" bIns="0" rtlCol="0" anchor="t">
            <a:noAutofit/>
          </a:bodyPr>
          <a:lstStyle/>
          <a:p>
            <a:pPr marL="0" indent="0">
              <a:buNone/>
            </a:pPr>
            <a:r>
              <a:rPr lang="en-US" sz="1600" b="1">
                <a:solidFill>
                  <a:srgbClr val="0F172A"/>
                </a:solidFill>
                <a:latin typeface="Calibri"/>
                <a:cs typeface="Calibri"/>
              </a:rPr>
              <a:t>Development - Vanguard Evals</a:t>
            </a:r>
          </a:p>
          <a:p>
            <a:pPr marL="0" indent="0">
              <a:spcBef>
                <a:spcPts val="200"/>
              </a:spcBef>
              <a:buNone/>
            </a:pPr>
            <a:r>
              <a:rPr lang="en-US" sz="1300">
                <a:solidFill>
                  <a:srgbClr val="334155"/>
                </a:solidFill>
                <a:latin typeface="Calibri"/>
                <a:cs typeface="Calibri"/>
              </a:rPr>
              <a:t>VG Experiment Framework</a:t>
            </a:r>
          </a:p>
        </p:txBody>
      </p:sp>
      <p:sp>
        <p:nvSpPr>
          <p:cNvPr id="57" name="Num4">
            <a:extLst>
              <a:ext uri="{FF2B5EF4-FFF2-40B4-BE49-F238E27FC236}">
                <a16:creationId xmlns:a16="http://schemas.microsoft.com/office/drawing/2014/main" id="{90E42C0B-ED04-D7A3-6D79-431B3E75F55B}"/>
              </a:ext>
            </a:extLst>
          </p:cNvPr>
          <p:cNvSpPr txBox="1"/>
          <p:nvPr/>
        </p:nvSpPr>
        <p:spPr>
          <a:xfrm>
            <a:off x="6558722" y="1480772"/>
            <a:ext cx="609600" cy="889000"/>
          </a:xfrm>
          <a:prstGeom prst="rect">
            <a:avLst/>
          </a:prstGeom>
          <a:ln>
            <a:noFill/>
          </a:ln>
        </p:spPr>
        <p:txBody>
          <a:bodyPr wrap="square" lIns="0" tIns="0" rIns="0" bIns="0" rtlCol="0" anchor="t">
            <a:noAutofit/>
          </a:bodyPr>
          <a:lstStyle/>
          <a:p>
            <a:pPr marL="0" indent="0">
              <a:buNone/>
            </a:pPr>
            <a:r>
              <a:rPr lang="en-US" sz="2800" b="1">
                <a:solidFill>
                  <a:srgbClr val="053057"/>
                </a:solidFill>
                <a:latin typeface="Trebuchet MS"/>
                <a:cs typeface="Trebuchet MS"/>
              </a:rPr>
              <a:t>04</a:t>
            </a:r>
          </a:p>
        </p:txBody>
      </p:sp>
      <p:sp>
        <p:nvSpPr>
          <p:cNvPr id="58" name="Item4">
            <a:extLst>
              <a:ext uri="{FF2B5EF4-FFF2-40B4-BE49-F238E27FC236}">
                <a16:creationId xmlns:a16="http://schemas.microsoft.com/office/drawing/2014/main" id="{805DFB98-F035-74B8-3E69-C6F9E6F43BE9}"/>
              </a:ext>
            </a:extLst>
          </p:cNvPr>
          <p:cNvSpPr txBox="1"/>
          <p:nvPr/>
        </p:nvSpPr>
        <p:spPr>
          <a:xfrm>
            <a:off x="7269922" y="1506172"/>
            <a:ext cx="4572000" cy="889000"/>
          </a:xfrm>
          <a:prstGeom prst="rect">
            <a:avLst/>
          </a:prstGeom>
          <a:ln>
            <a:noFill/>
          </a:ln>
        </p:spPr>
        <p:txBody>
          <a:bodyPr wrap="square" lIns="0" tIns="0" rIns="0" bIns="0" rtlCol="0" anchor="t">
            <a:noAutofit/>
          </a:bodyPr>
          <a:lstStyle/>
          <a:p>
            <a:pPr marL="0" indent="0">
              <a:buNone/>
            </a:pPr>
            <a:r>
              <a:rPr lang="en-US" sz="1600" b="1">
                <a:solidFill>
                  <a:srgbClr val="0F172A"/>
                </a:solidFill>
                <a:latin typeface="Calibri"/>
                <a:cs typeface="Calibri"/>
              </a:rPr>
              <a:t>Development – Vlabs Evals</a:t>
            </a:r>
          </a:p>
          <a:p>
            <a:pPr>
              <a:spcBef>
                <a:spcPts val="200"/>
              </a:spcBef>
            </a:pPr>
            <a:r>
              <a:rPr lang="en-US" sz="1300">
                <a:solidFill>
                  <a:srgbClr val="334155"/>
                </a:solidFill>
                <a:latin typeface="Calibri"/>
                <a:cs typeface="Calibri"/>
              </a:rPr>
              <a:t>Plugin Enhancement Framework</a:t>
            </a:r>
          </a:p>
        </p:txBody>
      </p:sp>
      <p:sp>
        <p:nvSpPr>
          <p:cNvPr id="59" name="Num5">
            <a:extLst>
              <a:ext uri="{FF2B5EF4-FFF2-40B4-BE49-F238E27FC236}">
                <a16:creationId xmlns:a16="http://schemas.microsoft.com/office/drawing/2014/main" id="{3BAD70D5-A0D5-3622-3C0A-C2CD0D6B6FAD}"/>
              </a:ext>
            </a:extLst>
          </p:cNvPr>
          <p:cNvSpPr txBox="1"/>
          <p:nvPr/>
        </p:nvSpPr>
        <p:spPr>
          <a:xfrm>
            <a:off x="6558722" y="2522172"/>
            <a:ext cx="609600" cy="889000"/>
          </a:xfrm>
          <a:prstGeom prst="rect">
            <a:avLst/>
          </a:prstGeom>
          <a:ln>
            <a:noFill/>
          </a:ln>
        </p:spPr>
        <p:txBody>
          <a:bodyPr wrap="square" lIns="0" tIns="0" rIns="0" bIns="0" rtlCol="0" anchor="t">
            <a:noAutofit/>
          </a:bodyPr>
          <a:lstStyle/>
          <a:p>
            <a:pPr marL="0" indent="0">
              <a:buNone/>
            </a:pPr>
            <a:r>
              <a:rPr lang="en-US" sz="2800" b="1">
                <a:solidFill>
                  <a:srgbClr val="053057"/>
                </a:solidFill>
                <a:latin typeface="Trebuchet MS"/>
                <a:cs typeface="Trebuchet MS"/>
              </a:rPr>
              <a:t>05</a:t>
            </a:r>
          </a:p>
        </p:txBody>
      </p:sp>
      <p:sp>
        <p:nvSpPr>
          <p:cNvPr id="60" name="Item5">
            <a:extLst>
              <a:ext uri="{FF2B5EF4-FFF2-40B4-BE49-F238E27FC236}">
                <a16:creationId xmlns:a16="http://schemas.microsoft.com/office/drawing/2014/main" id="{8E0165BA-C4D3-6A18-9B4F-75FADFC3E2C0}"/>
              </a:ext>
            </a:extLst>
          </p:cNvPr>
          <p:cNvSpPr txBox="1"/>
          <p:nvPr/>
        </p:nvSpPr>
        <p:spPr>
          <a:xfrm>
            <a:off x="7269922" y="2547572"/>
            <a:ext cx="4572000" cy="889000"/>
          </a:xfrm>
          <a:prstGeom prst="rect">
            <a:avLst/>
          </a:prstGeom>
          <a:ln>
            <a:noFill/>
          </a:ln>
        </p:spPr>
        <p:txBody>
          <a:bodyPr wrap="square" lIns="0" tIns="0" rIns="0" bIns="0" rtlCol="0" anchor="t">
            <a:noAutofit/>
          </a:bodyPr>
          <a:lstStyle/>
          <a:p>
            <a:pPr marL="0" indent="0">
              <a:buNone/>
            </a:pPr>
            <a:r>
              <a:rPr lang="en-US" sz="1600" b="1">
                <a:solidFill>
                  <a:srgbClr val="0F172A"/>
                </a:solidFill>
                <a:latin typeface="Calibri"/>
                <a:cs typeface="Calibri"/>
              </a:rPr>
              <a:t>Next Steps – Self improvement loops</a:t>
            </a:r>
          </a:p>
          <a:p>
            <a:pPr marL="0" indent="0">
              <a:spcBef>
                <a:spcPts val="200"/>
              </a:spcBef>
              <a:buNone/>
            </a:pPr>
            <a:r>
              <a:rPr lang="en-US" sz="1300">
                <a:solidFill>
                  <a:srgbClr val="334155"/>
                </a:solidFill>
                <a:latin typeface="Calibri"/>
                <a:cs typeface="Calibri"/>
              </a:rPr>
              <a:t>Loops &amp; automatic enhancement of skills</a:t>
            </a:r>
          </a:p>
        </p:txBody>
      </p:sp>
      <p:sp>
        <p:nvSpPr>
          <p:cNvPr id="63" name="Title 1">
            <a:extLst>
              <a:ext uri="{FF2B5EF4-FFF2-40B4-BE49-F238E27FC236}">
                <a16:creationId xmlns:a16="http://schemas.microsoft.com/office/drawing/2014/main" id="{CE6D47B6-DDF9-0518-8E7C-DE5A6B350460}"/>
              </a:ext>
            </a:extLst>
          </p:cNvPr>
          <p:cNvSpPr>
            <a:spLocks noGrp="1"/>
          </p:cNvSpPr>
          <p:nvPr>
            <p:ph type="title"/>
          </p:nvPr>
        </p:nvSpPr>
        <p:spPr>
          <a:xfrm>
            <a:off x="570465" y="453195"/>
            <a:ext cx="10857999" cy="323165"/>
          </a:xfrm>
        </p:spPr>
        <p:txBody>
          <a:bodyPr/>
          <a:lstStyle/>
          <a:p>
            <a:r>
              <a:rPr lang="en-IN" sz="2100" b="1">
                <a:solidFill>
                  <a:srgbClr val="053057"/>
                </a:solidFill>
                <a:latin typeface="Montserrat"/>
              </a:rPr>
              <a:t>Delivery Story – Evals at Vialto </a:t>
            </a:r>
            <a:endParaRPr lang="en-US"/>
          </a:p>
        </p:txBody>
      </p:sp>
    </p:spTree>
    <p:extLst>
      <p:ext uri="{BB962C8B-B14F-4D97-AF65-F5344CB8AC3E}">
        <p14:creationId xmlns:p14="http://schemas.microsoft.com/office/powerpoint/2010/main" val="2458724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06FD5-B3A1-44A0-9546-D1437D87F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9F071-1435-D6B6-2480-2110D2FFE288}"/>
              </a:ext>
            </a:extLst>
          </p:cNvPr>
          <p:cNvSpPr>
            <a:spLocks noGrp="1"/>
          </p:cNvSpPr>
          <p:nvPr>
            <p:ph type="title"/>
          </p:nvPr>
        </p:nvSpPr>
        <p:spPr>
          <a:xfrm>
            <a:off x="570465" y="453195"/>
            <a:ext cx="10857999" cy="323165"/>
          </a:xfrm>
        </p:spPr>
        <p:txBody>
          <a:bodyPr/>
          <a:lstStyle/>
          <a:p>
            <a:r>
              <a:rPr sz="2100" b="1">
                <a:solidFill>
                  <a:srgbClr val="053057"/>
                </a:solidFill>
                <a:latin typeface="Montserrat"/>
              </a:rPr>
              <a:t>Vialto Partners &amp; Business Cas</a:t>
            </a:r>
            <a:r>
              <a:rPr lang="en-IN" sz="2100" b="1">
                <a:solidFill>
                  <a:srgbClr val="053057"/>
                </a:solidFill>
                <a:latin typeface="Montserrat"/>
              </a:rPr>
              <a:t>e</a:t>
            </a:r>
            <a:endParaRPr sz="2100" b="1">
              <a:solidFill>
                <a:srgbClr val="053057"/>
              </a:solidFill>
              <a:latin typeface="Montserrat"/>
            </a:endParaRPr>
          </a:p>
        </p:txBody>
      </p:sp>
      <p:sp>
        <p:nvSpPr>
          <p:cNvPr id="3" name="Oval 2"/>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 name="TextBox 3"/>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01 - </a:t>
            </a:r>
            <a:r>
              <a:rPr sz="900" b="1" i="0">
                <a:solidFill>
                  <a:srgbClr val="314550"/>
                </a:solidFill>
                <a:latin typeface="Montserrat"/>
              </a:rPr>
              <a:t>CONTEXT</a:t>
            </a:r>
          </a:p>
        </p:txBody>
      </p:sp>
      <p:sp>
        <p:nvSpPr>
          <p:cNvPr id="6" name="Rectangle 5"/>
          <p:cNvSpPr/>
          <p:nvPr/>
        </p:nvSpPr>
        <p:spPr>
          <a:xfrm>
            <a:off x="568929" y="1300156"/>
            <a:ext cx="5394960" cy="4760658"/>
          </a:xfrm>
          <a:prstGeom prst="rect">
            <a:avLst/>
          </a:prstGeom>
          <a:solidFill>
            <a:srgbClr val="FFFFFF"/>
          </a:solidFill>
          <a:ln w="9525">
            <a:solidFill>
              <a:srgbClr val="C9D3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7" name="TextBox 6"/>
          <p:cNvSpPr txBox="1"/>
          <p:nvPr/>
        </p:nvSpPr>
        <p:spPr>
          <a:xfrm>
            <a:off x="751809" y="1446460"/>
            <a:ext cx="5029200" cy="274320"/>
          </a:xfrm>
          <a:prstGeom prst="rect">
            <a:avLst/>
          </a:prstGeom>
          <a:noFill/>
        </p:spPr>
        <p:txBody>
          <a:bodyPr wrap="square" lIns="0" tIns="0" rIns="0" bIns="0">
            <a:spAutoFit/>
          </a:bodyPr>
          <a:lstStyle/>
          <a:p>
            <a:pPr algn="l">
              <a:spcBef>
                <a:spcPts val="0"/>
              </a:spcBef>
              <a:spcAft>
                <a:spcPts val="200"/>
              </a:spcAft>
            </a:pPr>
            <a:r>
              <a:rPr sz="1400" b="1" i="0">
                <a:solidFill>
                  <a:srgbClr val="053057"/>
                </a:solidFill>
                <a:latin typeface="Montserrat"/>
              </a:rPr>
              <a:t>What is Vialto?</a:t>
            </a:r>
          </a:p>
        </p:txBody>
      </p:sp>
      <p:sp>
        <p:nvSpPr>
          <p:cNvPr id="8" name="TextBox 7"/>
          <p:cNvSpPr txBox="1"/>
          <p:nvPr/>
        </p:nvSpPr>
        <p:spPr>
          <a:xfrm>
            <a:off x="751809" y="1812220"/>
            <a:ext cx="5029200" cy="283026"/>
          </a:xfrm>
          <a:prstGeom prst="rect">
            <a:avLst/>
          </a:prstGeom>
          <a:noFill/>
        </p:spPr>
        <p:txBody>
          <a:bodyPr wrap="square" lIns="0" tIns="0" rIns="0" bIns="0">
            <a:spAutoFit/>
          </a:bodyPr>
          <a:lstStyle/>
          <a:p>
            <a:pPr algn="l">
              <a:lnSpc>
                <a:spcPct val="105000"/>
              </a:lnSpc>
              <a:spcBef>
                <a:spcPts val="0"/>
              </a:spcBef>
              <a:spcAft>
                <a:spcPts val="200"/>
              </a:spcAft>
            </a:pPr>
            <a:r>
              <a:rPr sz="900" b="1" i="0">
                <a:solidFill>
                  <a:srgbClr val="314550"/>
                </a:solidFill>
                <a:latin typeface="Montserrat"/>
              </a:rPr>
              <a:t>End-to-end global mobility</a:t>
            </a:r>
            <a:r>
              <a:rPr sz="900" b="0" i="0">
                <a:solidFill>
                  <a:srgbClr val="314550"/>
                </a:solidFill>
                <a:latin typeface="Montserrat"/>
              </a:rPr>
              <a:t>: immigration, tax, rewards, advisory &amp; private client services, unified on one data &amp; AI platform.</a:t>
            </a:r>
          </a:p>
        </p:txBody>
      </p:sp>
      <p:sp>
        <p:nvSpPr>
          <p:cNvPr id="9" name="Oval 8"/>
          <p:cNvSpPr/>
          <p:nvPr/>
        </p:nvSpPr>
        <p:spPr>
          <a:xfrm>
            <a:off x="898113" y="2635180"/>
            <a:ext cx="676656" cy="676656"/>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1" name="TextBox 10"/>
          <p:cNvSpPr txBox="1"/>
          <p:nvPr/>
        </p:nvSpPr>
        <p:spPr>
          <a:xfrm>
            <a:off x="733521" y="3403276"/>
            <a:ext cx="1005840" cy="228600"/>
          </a:xfrm>
          <a:prstGeom prst="rect">
            <a:avLst/>
          </a:prstGeom>
          <a:noFill/>
        </p:spPr>
        <p:txBody>
          <a:bodyPr wrap="square" lIns="0" tIns="0" rIns="0" bIns="0">
            <a:spAutoFit/>
          </a:bodyPr>
          <a:lstStyle/>
          <a:p>
            <a:pPr algn="ctr">
              <a:spcBef>
                <a:spcPts val="0"/>
              </a:spcBef>
              <a:spcAft>
                <a:spcPts val="200"/>
              </a:spcAft>
            </a:pPr>
            <a:r>
              <a:rPr sz="800" b="1" i="0">
                <a:solidFill>
                  <a:srgbClr val="053057"/>
                </a:solidFill>
                <a:latin typeface="Montserrat"/>
              </a:rPr>
              <a:t>Tax</a:t>
            </a:r>
          </a:p>
        </p:txBody>
      </p:sp>
      <p:sp>
        <p:nvSpPr>
          <p:cNvPr id="12" name="Oval 11"/>
          <p:cNvSpPr/>
          <p:nvPr/>
        </p:nvSpPr>
        <p:spPr>
          <a:xfrm>
            <a:off x="1922241" y="2635180"/>
            <a:ext cx="676656" cy="676656"/>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4" name="TextBox 13"/>
          <p:cNvSpPr txBox="1"/>
          <p:nvPr/>
        </p:nvSpPr>
        <p:spPr>
          <a:xfrm>
            <a:off x="1757649" y="3403276"/>
            <a:ext cx="1005840" cy="228600"/>
          </a:xfrm>
          <a:prstGeom prst="rect">
            <a:avLst/>
          </a:prstGeom>
          <a:noFill/>
        </p:spPr>
        <p:txBody>
          <a:bodyPr wrap="square" lIns="0" tIns="0" rIns="0" bIns="0">
            <a:spAutoFit/>
          </a:bodyPr>
          <a:lstStyle/>
          <a:p>
            <a:pPr algn="ctr">
              <a:spcBef>
                <a:spcPts val="0"/>
              </a:spcBef>
              <a:spcAft>
                <a:spcPts val="200"/>
              </a:spcAft>
            </a:pPr>
            <a:r>
              <a:rPr sz="800" b="1" i="0">
                <a:solidFill>
                  <a:srgbClr val="053057"/>
                </a:solidFill>
                <a:latin typeface="Montserrat"/>
              </a:rPr>
              <a:t>Immigration</a:t>
            </a:r>
          </a:p>
        </p:txBody>
      </p:sp>
      <p:sp>
        <p:nvSpPr>
          <p:cNvPr id="15" name="Oval 14"/>
          <p:cNvSpPr/>
          <p:nvPr/>
        </p:nvSpPr>
        <p:spPr>
          <a:xfrm>
            <a:off x="2946369" y="2635180"/>
            <a:ext cx="676656" cy="676656"/>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 name="TextBox 16"/>
          <p:cNvSpPr txBox="1"/>
          <p:nvPr/>
        </p:nvSpPr>
        <p:spPr>
          <a:xfrm>
            <a:off x="2781777" y="3403276"/>
            <a:ext cx="1005840" cy="228600"/>
          </a:xfrm>
          <a:prstGeom prst="rect">
            <a:avLst/>
          </a:prstGeom>
          <a:noFill/>
        </p:spPr>
        <p:txBody>
          <a:bodyPr wrap="square" lIns="0" tIns="0" rIns="0" bIns="0">
            <a:spAutoFit/>
          </a:bodyPr>
          <a:lstStyle/>
          <a:p>
            <a:pPr algn="ctr">
              <a:spcBef>
                <a:spcPts val="0"/>
              </a:spcBef>
              <a:spcAft>
                <a:spcPts val="200"/>
              </a:spcAft>
            </a:pPr>
            <a:r>
              <a:rPr sz="800" b="1" i="0">
                <a:solidFill>
                  <a:srgbClr val="053057"/>
                </a:solidFill>
                <a:latin typeface="Montserrat"/>
              </a:rPr>
              <a:t>Rewards</a:t>
            </a:r>
          </a:p>
        </p:txBody>
      </p:sp>
      <p:sp>
        <p:nvSpPr>
          <p:cNvPr id="18" name="Oval 17"/>
          <p:cNvSpPr/>
          <p:nvPr/>
        </p:nvSpPr>
        <p:spPr>
          <a:xfrm>
            <a:off x="3970497" y="2635180"/>
            <a:ext cx="676656" cy="676656"/>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0" name="TextBox 19"/>
          <p:cNvSpPr txBox="1"/>
          <p:nvPr/>
        </p:nvSpPr>
        <p:spPr>
          <a:xfrm>
            <a:off x="3805905" y="3403276"/>
            <a:ext cx="1005840" cy="228600"/>
          </a:xfrm>
          <a:prstGeom prst="rect">
            <a:avLst/>
          </a:prstGeom>
          <a:noFill/>
        </p:spPr>
        <p:txBody>
          <a:bodyPr wrap="square" lIns="0" tIns="0" rIns="0" bIns="0">
            <a:spAutoFit/>
          </a:bodyPr>
          <a:lstStyle/>
          <a:p>
            <a:pPr algn="ctr">
              <a:spcBef>
                <a:spcPts val="0"/>
              </a:spcBef>
              <a:spcAft>
                <a:spcPts val="200"/>
              </a:spcAft>
            </a:pPr>
            <a:r>
              <a:rPr sz="800" b="1" i="0">
                <a:solidFill>
                  <a:srgbClr val="053057"/>
                </a:solidFill>
                <a:latin typeface="Montserrat"/>
              </a:rPr>
              <a:t>Advisory</a:t>
            </a:r>
          </a:p>
        </p:txBody>
      </p:sp>
      <p:sp>
        <p:nvSpPr>
          <p:cNvPr id="21" name="Oval 20"/>
          <p:cNvSpPr/>
          <p:nvPr/>
        </p:nvSpPr>
        <p:spPr>
          <a:xfrm>
            <a:off x="4994625" y="2635180"/>
            <a:ext cx="676656" cy="676656"/>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3" name="TextBox 22"/>
          <p:cNvSpPr txBox="1"/>
          <p:nvPr/>
        </p:nvSpPr>
        <p:spPr>
          <a:xfrm>
            <a:off x="4830033" y="3403276"/>
            <a:ext cx="1005840" cy="228600"/>
          </a:xfrm>
          <a:prstGeom prst="rect">
            <a:avLst/>
          </a:prstGeom>
          <a:noFill/>
        </p:spPr>
        <p:txBody>
          <a:bodyPr wrap="square" lIns="0" tIns="0" rIns="0" bIns="0">
            <a:spAutoFit/>
          </a:bodyPr>
          <a:lstStyle/>
          <a:p>
            <a:pPr algn="ctr">
              <a:spcBef>
                <a:spcPts val="0"/>
              </a:spcBef>
              <a:spcAft>
                <a:spcPts val="200"/>
              </a:spcAft>
            </a:pPr>
            <a:r>
              <a:rPr sz="800" b="1" i="0">
                <a:solidFill>
                  <a:srgbClr val="053057"/>
                </a:solidFill>
                <a:latin typeface="Montserrat"/>
              </a:rPr>
              <a:t>Private</a:t>
            </a:r>
          </a:p>
        </p:txBody>
      </p:sp>
      <p:sp>
        <p:nvSpPr>
          <p:cNvPr id="24" name="Rounded Rectangle 23"/>
          <p:cNvSpPr/>
          <p:nvPr/>
        </p:nvSpPr>
        <p:spPr>
          <a:xfrm>
            <a:off x="733521" y="3988492"/>
            <a:ext cx="5029200" cy="402336"/>
          </a:xfrm>
          <a:prstGeom prst="roundRect">
            <a:avLst>
              <a:gd name="adj" fmla="val 3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1050" b="1" i="0">
                <a:solidFill>
                  <a:srgbClr val="00EDED"/>
                </a:solidFill>
                <a:latin typeface="Montserrat"/>
              </a:rPr>
              <a:t>One platform across all services</a:t>
            </a:r>
          </a:p>
        </p:txBody>
      </p:sp>
      <p:sp>
        <p:nvSpPr>
          <p:cNvPr id="25" name="TextBox 24"/>
          <p:cNvSpPr txBox="1"/>
          <p:nvPr/>
        </p:nvSpPr>
        <p:spPr>
          <a:xfrm>
            <a:off x="751809" y="4855910"/>
            <a:ext cx="5029200" cy="452303"/>
          </a:xfrm>
          <a:prstGeom prst="rect">
            <a:avLst/>
          </a:prstGeom>
          <a:noFill/>
        </p:spPr>
        <p:txBody>
          <a:bodyPr wrap="square" lIns="0" tIns="0" rIns="0" bIns="0">
            <a:spAutoFit/>
          </a:bodyPr>
          <a:lstStyle/>
          <a:p>
            <a:pPr algn="l">
              <a:lnSpc>
                <a:spcPct val="105000"/>
              </a:lnSpc>
              <a:spcBef>
                <a:spcPts val="0"/>
              </a:spcBef>
              <a:spcAft>
                <a:spcPts val="200"/>
              </a:spcAft>
            </a:pPr>
            <a:r>
              <a:rPr lang="en-US" sz="950" b="1" i="0">
                <a:solidFill>
                  <a:srgbClr val="053057"/>
                </a:solidFill>
                <a:latin typeface="Montserrat"/>
              </a:rPr>
              <a:t>The starting point: </a:t>
            </a:r>
            <a:r>
              <a:rPr lang="en-US" sz="950" b="0" i="0">
                <a:solidFill>
                  <a:srgbClr val="314550"/>
                </a:solidFill>
                <a:latin typeface="Montserrat"/>
              </a:rPr>
              <a:t>a scale-ready operating model slowed by manual, fragmented processes — raising cost-to-serve across documents, cases, coordination and billing.</a:t>
            </a:r>
          </a:p>
        </p:txBody>
      </p:sp>
      <p:sp>
        <p:nvSpPr>
          <p:cNvPr id="26" name="Rectangle 25"/>
          <p:cNvSpPr/>
          <p:nvPr/>
        </p:nvSpPr>
        <p:spPr>
          <a:xfrm>
            <a:off x="6219921" y="1300156"/>
            <a:ext cx="5394960" cy="4760658"/>
          </a:xfrm>
          <a:prstGeom prst="rect">
            <a:avLst/>
          </a:prstGeom>
          <a:solidFill>
            <a:srgbClr val="FFFFFF"/>
          </a:solidFill>
          <a:ln w="9525">
            <a:solidFill>
              <a:srgbClr val="C9D3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7" name="TextBox 26"/>
          <p:cNvSpPr txBox="1"/>
          <p:nvPr/>
        </p:nvSpPr>
        <p:spPr>
          <a:xfrm>
            <a:off x="6402801" y="1446460"/>
            <a:ext cx="5029200" cy="215444"/>
          </a:xfrm>
          <a:prstGeom prst="rect">
            <a:avLst/>
          </a:prstGeom>
          <a:noFill/>
        </p:spPr>
        <p:txBody>
          <a:bodyPr wrap="square" lIns="0" tIns="0" rIns="0" bIns="0">
            <a:spAutoFit/>
          </a:bodyPr>
          <a:lstStyle/>
          <a:p>
            <a:pPr algn="l">
              <a:spcBef>
                <a:spcPts val="0"/>
              </a:spcBef>
              <a:spcAft>
                <a:spcPts val="200"/>
              </a:spcAft>
            </a:pPr>
            <a:r>
              <a:rPr lang="en-US" sz="1400" b="1" i="0">
                <a:solidFill>
                  <a:srgbClr val="053057"/>
                </a:solidFill>
                <a:latin typeface="Montserrat"/>
              </a:rPr>
              <a:t>What does Blend build?</a:t>
            </a:r>
          </a:p>
        </p:txBody>
      </p:sp>
      <p:sp>
        <p:nvSpPr>
          <p:cNvPr id="28" name="TextBox 27"/>
          <p:cNvSpPr txBox="1"/>
          <p:nvPr/>
        </p:nvSpPr>
        <p:spPr>
          <a:xfrm>
            <a:off x="6402801" y="1775644"/>
            <a:ext cx="5074920" cy="308674"/>
          </a:xfrm>
          <a:prstGeom prst="rect">
            <a:avLst/>
          </a:prstGeom>
          <a:noFill/>
        </p:spPr>
        <p:txBody>
          <a:bodyPr wrap="square" lIns="0" tIns="0" rIns="0" bIns="0">
            <a:spAutoFit/>
          </a:bodyPr>
          <a:lstStyle/>
          <a:p>
            <a:pPr algn="l">
              <a:lnSpc>
                <a:spcPct val="105000"/>
              </a:lnSpc>
              <a:spcBef>
                <a:spcPts val="0"/>
              </a:spcBef>
              <a:spcAft>
                <a:spcPts val="200"/>
              </a:spcAft>
            </a:pPr>
            <a:r>
              <a:rPr lang="en-US" sz="900" b="1" i="0">
                <a:solidFill>
                  <a:srgbClr val="053057"/>
                </a:solidFill>
                <a:latin typeface="Montserrat"/>
              </a:rPr>
              <a:t>Opportunity: </a:t>
            </a:r>
            <a:r>
              <a:rPr lang="en-US" sz="900" b="0" i="0">
                <a:solidFill>
                  <a:srgbClr val="314550"/>
                </a:solidFill>
                <a:latin typeface="Montserrat"/>
              </a:rPr>
              <a:t>expert hours are consumed by manual, document-heavy casework.</a:t>
            </a:r>
          </a:p>
          <a:p>
            <a:pPr algn="l">
              <a:lnSpc>
                <a:spcPct val="105000"/>
              </a:lnSpc>
              <a:spcBef>
                <a:spcPts val="0"/>
              </a:spcBef>
              <a:spcAft>
                <a:spcPts val="200"/>
              </a:spcAft>
            </a:pPr>
            <a:r>
              <a:rPr lang="en-US" sz="900" b="1" i="0">
                <a:solidFill>
                  <a:srgbClr val="053057"/>
                </a:solidFill>
                <a:latin typeface="Montserrat"/>
              </a:rPr>
              <a:t>Proposal: </a:t>
            </a:r>
            <a:r>
              <a:rPr lang="en-US" sz="900" b="0" i="0">
                <a:solidFill>
                  <a:srgbClr val="314550"/>
                </a:solidFill>
                <a:latin typeface="Montserrat"/>
              </a:rPr>
              <a:t>AI system to automatically process tax &amp; imm. cases, boosting productivity.</a:t>
            </a:r>
          </a:p>
        </p:txBody>
      </p:sp>
      <p:sp>
        <p:nvSpPr>
          <p:cNvPr id="30" name="Oval 29"/>
          <p:cNvSpPr/>
          <p:nvPr/>
        </p:nvSpPr>
        <p:spPr>
          <a:xfrm>
            <a:off x="6676167" y="2480818"/>
            <a:ext cx="420624" cy="420624"/>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2" name="TextBox 31"/>
          <p:cNvSpPr txBox="1"/>
          <p:nvPr/>
        </p:nvSpPr>
        <p:spPr>
          <a:xfrm>
            <a:off x="7233951" y="2471674"/>
            <a:ext cx="4389120" cy="530352"/>
          </a:xfrm>
          <a:prstGeom prst="rect">
            <a:avLst/>
          </a:prstGeom>
          <a:noFill/>
        </p:spPr>
        <p:txBody>
          <a:bodyPr wrap="square" lIns="0" tIns="0" rIns="0" bIns="0">
            <a:spAutoFit/>
          </a:bodyPr>
          <a:lstStyle/>
          <a:p>
            <a:pPr algn="l">
              <a:spcBef>
                <a:spcPts val="0"/>
              </a:spcBef>
              <a:spcAft>
                <a:spcPts val="100"/>
              </a:spcAft>
            </a:pPr>
            <a:r>
              <a:rPr sz="1000" b="1" i="0">
                <a:solidFill>
                  <a:srgbClr val="053057"/>
                </a:solidFill>
                <a:latin typeface="Montserrat"/>
              </a:rPr>
              <a:t>Agentic AI assistants</a:t>
            </a:r>
          </a:p>
          <a:p>
            <a:pPr algn="l">
              <a:lnSpc>
                <a:spcPct val="92000"/>
              </a:lnSpc>
              <a:spcBef>
                <a:spcPts val="0"/>
              </a:spcBef>
              <a:spcAft>
                <a:spcPts val="200"/>
              </a:spcAft>
            </a:pPr>
            <a:r>
              <a:rPr sz="800" b="0" i="0">
                <a:solidFill>
                  <a:srgbClr val="314550"/>
                </a:solidFill>
                <a:latin typeface="Montserrat"/>
              </a:rPr>
              <a:t>augment caseworkers on manual, document-heavy tasks</a:t>
            </a:r>
          </a:p>
        </p:txBody>
      </p:sp>
      <p:sp>
        <p:nvSpPr>
          <p:cNvPr id="33" name="Oval 32"/>
          <p:cNvSpPr/>
          <p:nvPr/>
        </p:nvSpPr>
        <p:spPr>
          <a:xfrm>
            <a:off x="6676167" y="3047746"/>
            <a:ext cx="420624" cy="420624"/>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5" name="TextBox 34"/>
          <p:cNvSpPr txBox="1"/>
          <p:nvPr/>
        </p:nvSpPr>
        <p:spPr>
          <a:xfrm>
            <a:off x="7233951" y="3038602"/>
            <a:ext cx="4389120" cy="530352"/>
          </a:xfrm>
          <a:prstGeom prst="rect">
            <a:avLst/>
          </a:prstGeom>
          <a:noFill/>
        </p:spPr>
        <p:txBody>
          <a:bodyPr wrap="square" lIns="0" tIns="0" rIns="0" bIns="0">
            <a:spAutoFit/>
          </a:bodyPr>
          <a:lstStyle/>
          <a:p>
            <a:pPr algn="l">
              <a:spcBef>
                <a:spcPts val="0"/>
              </a:spcBef>
              <a:spcAft>
                <a:spcPts val="100"/>
              </a:spcAft>
            </a:pPr>
            <a:r>
              <a:rPr sz="1000" b="1" i="0">
                <a:solidFill>
                  <a:srgbClr val="053057"/>
                </a:solidFill>
                <a:latin typeface="Montserrat"/>
              </a:rPr>
              <a:t>Automated workflows</a:t>
            </a:r>
          </a:p>
          <a:p>
            <a:pPr algn="l">
              <a:lnSpc>
                <a:spcPct val="92000"/>
              </a:lnSpc>
              <a:spcBef>
                <a:spcPts val="0"/>
              </a:spcBef>
              <a:spcAft>
                <a:spcPts val="200"/>
              </a:spcAft>
            </a:pPr>
            <a:r>
              <a:rPr sz="800" b="0" i="0">
                <a:solidFill>
                  <a:srgbClr val="314550"/>
                </a:solidFill>
                <a:latin typeface="Montserrat"/>
              </a:rPr>
              <a:t>standardized global processes, end to end</a:t>
            </a:r>
          </a:p>
        </p:txBody>
      </p:sp>
      <p:sp>
        <p:nvSpPr>
          <p:cNvPr id="36" name="Oval 35"/>
          <p:cNvSpPr/>
          <p:nvPr/>
        </p:nvSpPr>
        <p:spPr>
          <a:xfrm>
            <a:off x="6676167" y="3614673"/>
            <a:ext cx="420624" cy="420624"/>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0" name="TextBox 39"/>
          <p:cNvSpPr txBox="1"/>
          <p:nvPr/>
        </p:nvSpPr>
        <p:spPr>
          <a:xfrm>
            <a:off x="7233951" y="3605530"/>
            <a:ext cx="4389120" cy="530352"/>
          </a:xfrm>
          <a:prstGeom prst="rect">
            <a:avLst/>
          </a:prstGeom>
          <a:noFill/>
        </p:spPr>
        <p:txBody>
          <a:bodyPr wrap="square" lIns="0" tIns="0" rIns="0" bIns="0">
            <a:spAutoFit/>
          </a:bodyPr>
          <a:lstStyle/>
          <a:p>
            <a:pPr algn="l">
              <a:spcBef>
                <a:spcPts val="0"/>
              </a:spcBef>
              <a:spcAft>
                <a:spcPts val="100"/>
              </a:spcAft>
            </a:pPr>
            <a:r>
              <a:rPr sz="1000" b="1" i="0">
                <a:solidFill>
                  <a:srgbClr val="053057"/>
                </a:solidFill>
                <a:latin typeface="Montserrat"/>
              </a:rPr>
              <a:t>Dashboards &amp; transparency</a:t>
            </a:r>
          </a:p>
          <a:p>
            <a:pPr algn="l">
              <a:lnSpc>
                <a:spcPct val="92000"/>
              </a:lnSpc>
              <a:spcBef>
                <a:spcPts val="0"/>
              </a:spcBef>
              <a:spcAft>
                <a:spcPts val="200"/>
              </a:spcAft>
            </a:pPr>
            <a:r>
              <a:rPr sz="800" b="0" i="0">
                <a:solidFill>
                  <a:srgbClr val="314550"/>
                </a:solidFill>
                <a:latin typeface="Montserrat"/>
              </a:rPr>
              <a:t>shared visibility on work and data across service lines</a:t>
            </a:r>
          </a:p>
        </p:txBody>
      </p:sp>
      <p:sp>
        <p:nvSpPr>
          <p:cNvPr id="41" name="Oval 40"/>
          <p:cNvSpPr/>
          <p:nvPr/>
        </p:nvSpPr>
        <p:spPr>
          <a:xfrm>
            <a:off x="6676167" y="4181602"/>
            <a:ext cx="420624" cy="420624"/>
          </a:xfrm>
          <a:prstGeom prst="ellipse">
            <a:avLst/>
          </a:prstGeom>
          <a:solidFill>
            <a:srgbClr val="E4FBFB"/>
          </a:solidFill>
          <a:ln w="9525">
            <a:solidFill>
              <a:srgbClr val="A2F3F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3" name="TextBox 42"/>
          <p:cNvSpPr txBox="1"/>
          <p:nvPr/>
        </p:nvSpPr>
        <p:spPr>
          <a:xfrm>
            <a:off x="7233951" y="4172458"/>
            <a:ext cx="4389120" cy="530352"/>
          </a:xfrm>
          <a:prstGeom prst="rect">
            <a:avLst/>
          </a:prstGeom>
          <a:noFill/>
        </p:spPr>
        <p:txBody>
          <a:bodyPr wrap="square" lIns="0" tIns="0" rIns="0" bIns="0">
            <a:spAutoFit/>
          </a:bodyPr>
          <a:lstStyle/>
          <a:p>
            <a:pPr algn="l">
              <a:spcBef>
                <a:spcPts val="0"/>
              </a:spcBef>
              <a:spcAft>
                <a:spcPts val="100"/>
              </a:spcAft>
            </a:pPr>
            <a:r>
              <a:rPr sz="1000" b="1" i="0">
                <a:solidFill>
                  <a:srgbClr val="053057"/>
                </a:solidFill>
                <a:latin typeface="Montserrat"/>
              </a:rPr>
              <a:t>Agile pod-based delivery</a:t>
            </a:r>
          </a:p>
          <a:p>
            <a:pPr algn="l">
              <a:lnSpc>
                <a:spcPct val="92000"/>
              </a:lnSpc>
              <a:spcBef>
                <a:spcPts val="0"/>
              </a:spcBef>
              <a:spcAft>
                <a:spcPts val="200"/>
              </a:spcAft>
            </a:pPr>
            <a:r>
              <a:rPr sz="800" b="0" i="0">
                <a:solidFill>
                  <a:srgbClr val="314550"/>
                </a:solidFill>
                <a:latin typeface="Montserrat"/>
              </a:rPr>
              <a:t>solutions designed and iterated with the business</a:t>
            </a:r>
          </a:p>
        </p:txBody>
      </p:sp>
      <p:sp>
        <p:nvSpPr>
          <p:cNvPr id="44" name="TextBox 43"/>
          <p:cNvSpPr txBox="1"/>
          <p:nvPr/>
        </p:nvSpPr>
        <p:spPr>
          <a:xfrm>
            <a:off x="6593871" y="4927241"/>
            <a:ext cx="1463040" cy="274320"/>
          </a:xfrm>
          <a:prstGeom prst="rect">
            <a:avLst/>
          </a:prstGeom>
          <a:noFill/>
        </p:spPr>
        <p:txBody>
          <a:bodyPr wrap="square" lIns="0" tIns="0" rIns="0" bIns="0">
            <a:spAutoFit/>
          </a:bodyPr>
          <a:lstStyle/>
          <a:p>
            <a:pPr algn="l">
              <a:spcBef>
                <a:spcPts val="0"/>
              </a:spcBef>
              <a:spcAft>
                <a:spcPts val="200"/>
              </a:spcAft>
            </a:pPr>
            <a:r>
              <a:rPr sz="850" b="1" i="0">
                <a:solidFill>
                  <a:srgbClr val="314550"/>
                </a:solidFill>
                <a:latin typeface="Montserrat"/>
              </a:rPr>
              <a:t>Value across:</a:t>
            </a:r>
          </a:p>
        </p:txBody>
      </p:sp>
      <p:sp>
        <p:nvSpPr>
          <p:cNvPr id="45" name="Rounded Rectangle 44"/>
          <p:cNvSpPr/>
          <p:nvPr/>
        </p:nvSpPr>
        <p:spPr>
          <a:xfrm>
            <a:off x="7524730" y="4854089"/>
            <a:ext cx="460857"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Tax</a:t>
            </a:r>
          </a:p>
        </p:txBody>
      </p:sp>
      <p:sp>
        <p:nvSpPr>
          <p:cNvPr id="46" name="Rounded Rectangle 45"/>
          <p:cNvSpPr/>
          <p:nvPr/>
        </p:nvSpPr>
        <p:spPr>
          <a:xfrm>
            <a:off x="8141035" y="4849115"/>
            <a:ext cx="958291"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Immigration</a:t>
            </a:r>
          </a:p>
        </p:txBody>
      </p:sp>
      <p:sp>
        <p:nvSpPr>
          <p:cNvPr id="5" name="TitleDescription">
            <a:extLst>
              <a:ext uri="{FF2B5EF4-FFF2-40B4-BE49-F238E27FC236}">
                <a16:creationId xmlns:a16="http://schemas.microsoft.com/office/drawing/2014/main" id="{BD6240B1-1A92-3148-8CB4-901332CC4473}"/>
              </a:ext>
            </a:extLst>
          </p:cNvPr>
          <p:cNvSpPr txBox="1"/>
          <p:nvPr/>
        </p:nvSpPr>
        <p:spPr>
          <a:xfrm>
            <a:off x="569964" y="854651"/>
            <a:ext cx="10858500" cy="330200"/>
          </a:xfrm>
          <a:prstGeom prst="rect">
            <a:avLst/>
          </a:prstGeom>
          <a:noFill/>
        </p:spPr>
        <p:txBody>
          <a:bodyPr vertOverflow="overflow" vert="horz" wrap="square" rtlCol="0" anchor="t">
            <a:noAutofit/>
          </a:bodyPr>
          <a:lstStyle/>
          <a:p>
            <a:pPr algn="l"/>
            <a:r>
              <a:rPr lang="en-US" sz="1400" b="0">
                <a:solidFill>
                  <a:srgbClr val="314550"/>
                </a:solidFill>
                <a:latin typeface="Montserrat"/>
              </a:rPr>
              <a:t>Turning Vialto's manual, document-heavy casework into a scalable, AI-augmented service model</a:t>
            </a:r>
          </a:p>
        </p:txBody>
      </p:sp>
      <p:pic>
        <p:nvPicPr>
          <p:cNvPr id="47" name="Graphic 47" descr="Tax"/>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2736850"/>
            <a:ext cx="381000" cy="381000"/>
          </a:xfrm>
          <a:prstGeom prst="rect">
            <a:avLst/>
          </a:prstGeom>
        </p:spPr>
      </p:pic>
      <p:pic>
        <p:nvPicPr>
          <p:cNvPr id="48" name="Graphic 48" descr="Immigra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750" y="2736850"/>
            <a:ext cx="381000" cy="381000"/>
          </a:xfrm>
          <a:prstGeom prst="rect">
            <a:avLst/>
          </a:prstGeom>
        </p:spPr>
      </p:pic>
      <p:pic>
        <p:nvPicPr>
          <p:cNvPr id="49" name="Graphic 49" descr="Reward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92450" y="2736850"/>
            <a:ext cx="381000" cy="381000"/>
          </a:xfrm>
          <a:prstGeom prst="rect">
            <a:avLst/>
          </a:prstGeom>
        </p:spPr>
      </p:pic>
      <p:pic>
        <p:nvPicPr>
          <p:cNvPr id="50" name="Graphic 50" descr="Advisory"/>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21150" y="2736850"/>
            <a:ext cx="381000" cy="381000"/>
          </a:xfrm>
          <a:prstGeom prst="rect">
            <a:avLst/>
          </a:prstGeom>
        </p:spPr>
      </p:pic>
      <p:pic>
        <p:nvPicPr>
          <p:cNvPr id="51" name="Graphic 51" descr="Private client service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37150" y="2736850"/>
            <a:ext cx="381000" cy="381000"/>
          </a:xfrm>
          <a:prstGeom prst="rect">
            <a:avLst/>
          </a:prstGeom>
        </p:spPr>
      </p:pic>
      <p:pic>
        <p:nvPicPr>
          <p:cNvPr id="52" name="Graphic 52" descr="Agentic AI assistants"/>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763320" y="2518480"/>
            <a:ext cx="254000" cy="254000"/>
          </a:xfrm>
          <a:prstGeom prst="rect">
            <a:avLst/>
          </a:prstGeom>
        </p:spPr>
      </p:pic>
      <p:pic>
        <p:nvPicPr>
          <p:cNvPr id="53" name="Graphic 53" descr="Automated workflows"/>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63320" y="3089980"/>
            <a:ext cx="254000" cy="254000"/>
          </a:xfrm>
          <a:prstGeom prst="rect">
            <a:avLst/>
          </a:prstGeom>
        </p:spPr>
      </p:pic>
      <p:pic>
        <p:nvPicPr>
          <p:cNvPr id="54" name="Graphic 54" descr="Dashboards and transparency"/>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63320" y="3661480"/>
            <a:ext cx="254000" cy="254000"/>
          </a:xfrm>
          <a:prstGeom prst="rect">
            <a:avLst/>
          </a:prstGeom>
        </p:spPr>
      </p:pic>
      <p:pic>
        <p:nvPicPr>
          <p:cNvPr id="55" name="Graphic 55" descr="Agile pod-based delivery"/>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763320" y="4220280"/>
            <a:ext cx="254000" cy="254000"/>
          </a:xfrm>
          <a:prstGeom prst="rect">
            <a:avLst/>
          </a:prstGeom>
        </p:spPr>
      </p:pic>
    </p:spTree>
    <p:extLst>
      <p:ext uri="{BB962C8B-B14F-4D97-AF65-F5344CB8AC3E}">
        <p14:creationId xmlns:p14="http://schemas.microsoft.com/office/powerpoint/2010/main" val="3054963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AAB0B-23CE-8FE0-F6D1-F088FD6D5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0093B-BFE7-20A1-BECF-ED60773ABE7F}"/>
              </a:ext>
            </a:extLst>
          </p:cNvPr>
          <p:cNvSpPr>
            <a:spLocks noGrp="1"/>
          </p:cNvSpPr>
          <p:nvPr>
            <p:ph type="title"/>
          </p:nvPr>
        </p:nvSpPr>
        <p:spPr>
          <a:xfrm>
            <a:off x="570465" y="453195"/>
            <a:ext cx="10857999" cy="323165"/>
          </a:xfrm>
        </p:spPr>
        <p:txBody>
          <a:bodyPr>
            <a:spAutoFit/>
          </a:bodyPr>
          <a:lstStyle/>
          <a:p>
            <a:pPr algn="l">
              <a:spcBef>
                <a:spcPts val="0"/>
              </a:spcBef>
              <a:spcAft>
                <a:spcPts val="0"/>
              </a:spcAft>
            </a:pPr>
            <a:r>
              <a:rPr lang="en-US" sz="2100" b="1" i="0">
                <a:solidFill>
                  <a:srgbClr val="053057"/>
                </a:solidFill>
                <a:latin typeface="Montserrat"/>
              </a:rPr>
              <a:t>From Vanguard to Vlabs – the 10X Boost</a:t>
            </a:r>
          </a:p>
        </p:txBody>
      </p:sp>
      <p:sp>
        <p:nvSpPr>
          <p:cNvPr id="14" name="Oval 13">
            <a:extLst>
              <a:ext uri="{FF2B5EF4-FFF2-40B4-BE49-F238E27FC236}">
                <a16:creationId xmlns:a16="http://schemas.microsoft.com/office/drawing/2014/main" id="{49FE3EEB-564C-CD9E-BB05-F7625468D5BD}"/>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1" name="TextBox 20">
            <a:extLst>
              <a:ext uri="{FF2B5EF4-FFF2-40B4-BE49-F238E27FC236}">
                <a16:creationId xmlns:a16="http://schemas.microsoft.com/office/drawing/2014/main" id="{A3C447FD-C09A-769A-6547-830E9B41371B}"/>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01 - </a:t>
            </a:r>
            <a:r>
              <a:rPr sz="900" b="1" i="0">
                <a:solidFill>
                  <a:srgbClr val="314550"/>
                </a:solidFill>
                <a:latin typeface="Montserrat"/>
              </a:rPr>
              <a:t>CONTEXT</a:t>
            </a:r>
          </a:p>
        </p:txBody>
      </p:sp>
      <p:sp>
        <p:nvSpPr>
          <p:cNvPr id="301" name="VanPanel"/>
          <p:cNvSpPr/>
          <p:nvPr/>
        </p:nvSpPr>
        <p:spPr>
          <a:xfrm>
            <a:off x="535909" y="1134042"/>
            <a:ext cx="4699000" cy="2159000"/>
          </a:xfrm>
          <a:prstGeom prst="rect">
            <a:avLst/>
          </a:prstGeom>
          <a:solidFill>
            <a:srgbClr val="F1F3F5"/>
          </a:solidFill>
          <a:ln>
            <a:noFill/>
          </a:ln>
        </p:spPr>
        <p:txBody>
          <a:bodyPr wrap="square" lIns="45720" tIns="18000" rIns="45720" bIns="18000" anchor="t">
            <a:normAutofit/>
          </a:bodyPr>
          <a:lstStyle/>
          <a:p>
            <a:endParaRPr lang="en-US"/>
          </a:p>
        </p:txBody>
      </p:sp>
      <p:sp>
        <p:nvSpPr>
          <p:cNvPr id="302" name="VlabsPanel"/>
          <p:cNvSpPr/>
          <p:nvPr/>
        </p:nvSpPr>
        <p:spPr>
          <a:xfrm>
            <a:off x="6885909" y="1134042"/>
            <a:ext cx="4699000" cy="2159000"/>
          </a:xfrm>
          <a:prstGeom prst="rect">
            <a:avLst/>
          </a:prstGeom>
          <a:solidFill>
            <a:srgbClr val="EAFDFD"/>
          </a:solidFill>
          <a:ln>
            <a:noFill/>
          </a:ln>
        </p:spPr>
        <p:txBody>
          <a:bodyPr wrap="square" lIns="45720" tIns="18000" rIns="45720" bIns="18000" anchor="t">
            <a:normAutofit/>
          </a:bodyPr>
          <a:lstStyle/>
          <a:p>
            <a:endParaRPr lang="en-US"/>
          </a:p>
        </p:txBody>
      </p:sp>
      <p:sp>
        <p:nvSpPr>
          <p:cNvPr id="303" name="VanHdr"/>
          <p:cNvSpPr/>
          <p:nvPr/>
        </p:nvSpPr>
        <p:spPr>
          <a:xfrm>
            <a:off x="751809" y="1210242"/>
            <a:ext cx="4318000" cy="508000"/>
          </a:xfrm>
          <a:prstGeom prst="rect">
            <a:avLst/>
          </a:prstGeom>
          <a:noFill/>
          <a:ln>
            <a:noFill/>
          </a:ln>
        </p:spPr>
        <p:txBody>
          <a:bodyPr wrap="square" lIns="45720" tIns="18000" rIns="45720" bIns="18000" anchor="t">
            <a:normAutofit/>
          </a:bodyPr>
          <a:lstStyle/>
          <a:p>
            <a:pPr algn="l">
              <a:spcBef>
                <a:spcPts val="0"/>
              </a:spcBef>
              <a:spcAft>
                <a:spcPts val="0"/>
              </a:spcAft>
            </a:pPr>
            <a:r>
              <a:rPr lang="en-US" sz="1600" b="1" i="0">
                <a:solidFill>
                  <a:srgbClr val="5A6B78"/>
                </a:solidFill>
                <a:latin typeface="Montserrat"/>
              </a:rPr>
              <a:t>VANGUARD</a:t>
            </a:r>
          </a:p>
          <a:p>
            <a:pPr algn="l">
              <a:spcBef>
                <a:spcPts val="200"/>
              </a:spcBef>
              <a:spcAft>
                <a:spcPts val="0"/>
              </a:spcAft>
            </a:pPr>
            <a:endParaRPr lang="en-US" sz="1600" b="1" i="0">
              <a:solidFill>
                <a:srgbClr val="5A6B78"/>
              </a:solidFill>
              <a:latin typeface="Montserrat"/>
            </a:endParaRPr>
          </a:p>
        </p:txBody>
      </p:sp>
      <p:sp>
        <p:nvSpPr>
          <p:cNvPr id="304" name="VlabsHdr"/>
          <p:cNvSpPr/>
          <p:nvPr/>
        </p:nvSpPr>
        <p:spPr>
          <a:xfrm>
            <a:off x="7101809" y="1210242"/>
            <a:ext cx="4318000" cy="508000"/>
          </a:xfrm>
          <a:prstGeom prst="rect">
            <a:avLst/>
          </a:prstGeom>
          <a:noFill/>
          <a:ln>
            <a:noFill/>
          </a:ln>
        </p:spPr>
        <p:txBody>
          <a:bodyPr wrap="square" lIns="45720" tIns="18000" rIns="45720" bIns="18000" anchor="t">
            <a:normAutofit/>
          </a:bodyPr>
          <a:lstStyle/>
          <a:p>
            <a:pPr algn="l">
              <a:spcBef>
                <a:spcPts val="0"/>
              </a:spcBef>
              <a:spcAft>
                <a:spcPts val="0"/>
              </a:spcAft>
            </a:pPr>
            <a:r>
              <a:rPr lang="en-US" sz="1600" b="1" i="0">
                <a:solidFill>
                  <a:srgbClr val="053057"/>
                </a:solidFill>
                <a:latin typeface="Montserrat"/>
              </a:rPr>
              <a:t>VLABS</a:t>
            </a:r>
          </a:p>
          <a:p>
            <a:pPr algn="l">
              <a:spcBef>
                <a:spcPts val="200"/>
              </a:spcBef>
              <a:spcAft>
                <a:spcPts val="0"/>
              </a:spcAft>
            </a:pPr>
            <a:r>
              <a:rPr lang="en-US" sz="950" b="0" i="0">
                <a:solidFill>
                  <a:srgbClr val="314550"/>
                </a:solidFill>
                <a:latin typeface="Montserrat"/>
              </a:rPr>
              <a:t>Build on Claude — author skills, not infrastructure</a:t>
            </a:r>
          </a:p>
        </p:txBody>
      </p:sp>
      <p:sp>
        <p:nvSpPr>
          <p:cNvPr id="310" name="Van0"/>
          <p:cNvSpPr/>
          <p:nvPr/>
        </p:nvSpPr>
        <p:spPr>
          <a:xfrm>
            <a:off x="980409" y="17690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spcBef>
                <a:spcPts val="0"/>
              </a:spcBef>
              <a:spcAft>
                <a:spcPts val="0"/>
              </a:spcAft>
            </a:pPr>
            <a:r>
              <a:rPr lang="en-US" sz="1050" b="0" i="0">
                <a:solidFill>
                  <a:srgbClr val="314550"/>
                </a:solidFill>
                <a:latin typeface="Montserrat"/>
              </a:rPr>
              <a:t>Custom web UI</a:t>
            </a:r>
          </a:p>
        </p:txBody>
      </p:sp>
      <p:sp>
        <p:nvSpPr>
          <p:cNvPr id="311" name="Van1"/>
          <p:cNvSpPr/>
          <p:nvPr/>
        </p:nvSpPr>
        <p:spPr>
          <a:xfrm>
            <a:off x="980409" y="19976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spcBef>
                <a:spcPts val="0"/>
              </a:spcBef>
              <a:spcAft>
                <a:spcPts val="0"/>
              </a:spcAft>
            </a:pPr>
            <a:r>
              <a:rPr lang="en-US" sz="1050" b="0" i="0">
                <a:solidFill>
                  <a:srgbClr val="314550"/>
                </a:solidFill>
                <a:latin typeface="Montserrat"/>
              </a:rPr>
              <a:t>Custom API agents (one per task)</a:t>
            </a:r>
          </a:p>
        </p:txBody>
      </p:sp>
      <p:sp>
        <p:nvSpPr>
          <p:cNvPr id="312" name="Van2"/>
          <p:cNvSpPr/>
          <p:nvPr/>
        </p:nvSpPr>
        <p:spPr>
          <a:xfrm>
            <a:off x="980409" y="22262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spcBef>
                <a:spcPts val="0"/>
              </a:spcBef>
              <a:spcAft>
                <a:spcPts val="0"/>
              </a:spcAft>
            </a:pPr>
            <a:r>
              <a:rPr lang="en-US" sz="1050" b="0" i="0">
                <a:solidFill>
                  <a:srgbClr val="314550"/>
                </a:solidFill>
                <a:latin typeface="Montserrat"/>
              </a:rPr>
              <a:t>Agent runtime (Google ADK/ MAF)</a:t>
            </a:r>
          </a:p>
        </p:txBody>
      </p:sp>
      <p:sp>
        <p:nvSpPr>
          <p:cNvPr id="313" name="Van3"/>
          <p:cNvSpPr/>
          <p:nvPr/>
        </p:nvSpPr>
        <p:spPr>
          <a:xfrm>
            <a:off x="980409" y="24548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spcBef>
                <a:spcPts val="0"/>
              </a:spcBef>
              <a:spcAft>
                <a:spcPts val="0"/>
              </a:spcAft>
            </a:pPr>
            <a:r>
              <a:rPr lang="en-US" sz="1050" b="0" i="0">
                <a:solidFill>
                  <a:srgbClr val="314550"/>
                </a:solidFill>
                <a:latin typeface="Montserrat"/>
              </a:rPr>
              <a:t>Azure AKS Infra</a:t>
            </a:r>
          </a:p>
        </p:txBody>
      </p:sp>
      <p:sp>
        <p:nvSpPr>
          <p:cNvPr id="314" name="Van4"/>
          <p:cNvSpPr/>
          <p:nvPr/>
        </p:nvSpPr>
        <p:spPr>
          <a:xfrm>
            <a:off x="980409" y="26834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spcBef>
                <a:spcPts val="0"/>
              </a:spcBef>
              <a:spcAft>
                <a:spcPts val="0"/>
              </a:spcAft>
            </a:pPr>
            <a:r>
              <a:rPr lang="en-US" sz="1050" b="0" i="0">
                <a:solidFill>
                  <a:srgbClr val="314550"/>
                </a:solidFill>
                <a:latin typeface="Montserrat"/>
              </a:rPr>
              <a:t>Data layer (FastAPI · CosmosDB)</a:t>
            </a:r>
          </a:p>
        </p:txBody>
      </p:sp>
      <p:sp>
        <p:nvSpPr>
          <p:cNvPr id="315" name="Van5"/>
          <p:cNvSpPr/>
          <p:nvPr/>
        </p:nvSpPr>
        <p:spPr>
          <a:xfrm>
            <a:off x="980409" y="2912042"/>
            <a:ext cx="3810000" cy="203200"/>
          </a:xfrm>
          <a:prstGeom prst="roundRect">
            <a:avLst/>
          </a:prstGeom>
          <a:solidFill>
            <a:srgbClr val="E4E8EC"/>
          </a:solidFill>
          <a:ln w="9525">
            <a:solidFill>
              <a:srgbClr val="D2D8DD"/>
            </a:solidFill>
          </a:ln>
        </p:spPr>
        <p:txBody>
          <a:bodyPr wrap="square" lIns="45720" tIns="18000" rIns="45720" bIns="18000" anchor="ctr">
            <a:normAutofit lnSpcReduction="10000"/>
          </a:bodyPr>
          <a:lstStyle/>
          <a:p>
            <a:pPr algn="ctr"/>
            <a:r>
              <a:rPr lang="en-US" sz="1050" b="0" i="0">
                <a:solidFill>
                  <a:srgbClr val="314550"/>
                </a:solidFill>
                <a:latin typeface="Montserrat"/>
              </a:rPr>
              <a:t>Ops, </a:t>
            </a:r>
            <a:r>
              <a:rPr lang="en-US" sz="1050">
                <a:solidFill>
                  <a:srgbClr val="314550"/>
                </a:solidFill>
                <a:latin typeface="Montserrat"/>
              </a:rPr>
              <a:t>exclusive eval</a:t>
            </a:r>
            <a:r>
              <a:rPr lang="en-US" sz="1050" b="0" i="0">
                <a:solidFill>
                  <a:srgbClr val="314550"/>
                </a:solidFill>
                <a:latin typeface="Montserrat"/>
              </a:rPr>
              <a:t> </a:t>
            </a:r>
            <a:r>
              <a:rPr lang="en-US" sz="1050">
                <a:solidFill>
                  <a:srgbClr val="314550"/>
                </a:solidFill>
                <a:latin typeface="Montserrat"/>
              </a:rPr>
              <a:t>teams </a:t>
            </a:r>
            <a:r>
              <a:rPr lang="en-US" sz="1050" b="0" i="0">
                <a:solidFill>
                  <a:srgbClr val="314550"/>
                </a:solidFill>
                <a:latin typeface="Montserrat"/>
              </a:rPr>
              <a:t>&amp; </a:t>
            </a:r>
            <a:r>
              <a:rPr lang="en-US" sz="1050">
                <a:solidFill>
                  <a:srgbClr val="314550"/>
                </a:solidFill>
                <a:latin typeface="Montserrat"/>
              </a:rPr>
              <a:t>multi </a:t>
            </a:r>
            <a:r>
              <a:rPr lang="en-US" sz="1050" b="0" i="0">
                <a:solidFill>
                  <a:srgbClr val="314550"/>
                </a:solidFill>
                <a:latin typeface="Montserrat"/>
              </a:rPr>
              <a:t>environments</a:t>
            </a:r>
          </a:p>
        </p:txBody>
      </p:sp>
      <p:sp>
        <p:nvSpPr>
          <p:cNvPr id="316" name="VanCap"/>
          <p:cNvSpPr/>
          <p:nvPr/>
        </p:nvSpPr>
        <p:spPr>
          <a:xfrm>
            <a:off x="980409" y="3127942"/>
            <a:ext cx="3810000" cy="152400"/>
          </a:xfrm>
          <a:prstGeom prst="rect">
            <a:avLst/>
          </a:prstGeom>
          <a:noFill/>
          <a:ln>
            <a:noFill/>
          </a:ln>
        </p:spPr>
        <p:txBody>
          <a:bodyPr wrap="square" lIns="45720" tIns="18000" rIns="45720" bIns="18000" anchor="ctr">
            <a:normAutofit fontScale="47500" lnSpcReduction="20000"/>
          </a:bodyPr>
          <a:lstStyle/>
          <a:p>
            <a:pPr algn="ctr">
              <a:spcBef>
                <a:spcPts val="0"/>
              </a:spcBef>
              <a:spcAft>
                <a:spcPts val="0"/>
              </a:spcAft>
            </a:pPr>
            <a:endParaRPr/>
          </a:p>
        </p:txBody>
      </p:sp>
      <p:sp>
        <p:nvSpPr>
          <p:cNvPr id="320" name="Vlabs1"/>
          <p:cNvSpPr/>
          <p:nvPr/>
        </p:nvSpPr>
        <p:spPr>
          <a:xfrm>
            <a:off x="7330409" y="1769042"/>
            <a:ext cx="3810000" cy="381000"/>
          </a:xfrm>
          <a:prstGeom prst="roundRect">
            <a:avLst/>
          </a:prstGeom>
          <a:solidFill>
            <a:srgbClr val="A2F3F3"/>
          </a:solidFill>
          <a:ln>
            <a:noFill/>
          </a:ln>
        </p:spPr>
        <p:txBody>
          <a:bodyPr wrap="square" lIns="45720" tIns="18000" rIns="45720" bIns="18000" anchor="ctr">
            <a:normAutofit fontScale="92500" lnSpcReduction="10000"/>
          </a:bodyPr>
          <a:lstStyle/>
          <a:p>
            <a:pPr algn="ctr">
              <a:spcBef>
                <a:spcPts val="0"/>
              </a:spcBef>
              <a:spcAft>
                <a:spcPts val="0"/>
              </a:spcAft>
            </a:pPr>
            <a:r>
              <a:rPr lang="en-US" sz="1200" b="1" i="0">
                <a:solidFill>
                  <a:srgbClr val="053057"/>
                </a:solidFill>
                <a:latin typeface="Montserrat"/>
              </a:rPr>
              <a:t>Claude Cowork app</a:t>
            </a:r>
          </a:p>
          <a:p>
            <a:pPr algn="ctr">
              <a:spcBef>
                <a:spcPts val="200"/>
              </a:spcBef>
              <a:spcAft>
                <a:spcPts val="0"/>
              </a:spcAft>
            </a:pPr>
            <a:r>
              <a:rPr lang="en-US" sz="950" b="0" i="1">
                <a:solidFill>
                  <a:srgbClr val="314550"/>
                </a:solidFill>
                <a:latin typeface="Montserrat"/>
              </a:rPr>
              <a:t>provided platform</a:t>
            </a:r>
          </a:p>
        </p:txBody>
      </p:sp>
      <p:sp>
        <p:nvSpPr>
          <p:cNvPr id="321" name="Vlabs2"/>
          <p:cNvSpPr/>
          <p:nvPr/>
        </p:nvSpPr>
        <p:spPr>
          <a:xfrm>
            <a:off x="7330409" y="2251642"/>
            <a:ext cx="3810000" cy="381000"/>
          </a:xfrm>
          <a:prstGeom prst="roundRect">
            <a:avLst/>
          </a:prstGeom>
          <a:solidFill>
            <a:srgbClr val="00EDED"/>
          </a:solidFill>
          <a:ln>
            <a:noFill/>
          </a:ln>
        </p:spPr>
        <p:txBody>
          <a:bodyPr wrap="square" lIns="45720" tIns="18000" rIns="45720" bIns="18000" anchor="ctr">
            <a:normAutofit fontScale="92500" lnSpcReduction="10000"/>
          </a:bodyPr>
          <a:lstStyle/>
          <a:p>
            <a:pPr algn="ctr">
              <a:spcBef>
                <a:spcPts val="0"/>
              </a:spcBef>
              <a:spcAft>
                <a:spcPts val="0"/>
              </a:spcAft>
            </a:pPr>
            <a:r>
              <a:rPr lang="en-US" sz="1200" b="1">
                <a:solidFill>
                  <a:srgbClr val="053057"/>
                </a:solidFill>
                <a:latin typeface="Montserrat"/>
              </a:rPr>
              <a:t>Plugins &amp; Agent Skills</a:t>
            </a:r>
          </a:p>
          <a:p>
            <a:pPr algn="ctr">
              <a:spcBef>
                <a:spcPts val="200"/>
              </a:spcBef>
              <a:spcAft>
                <a:spcPts val="0"/>
              </a:spcAft>
            </a:pPr>
            <a:r>
              <a:rPr lang="en-US" sz="950" i="1">
                <a:solidFill>
                  <a:srgbClr val="053057"/>
                </a:solidFill>
                <a:latin typeface="Montserrat"/>
              </a:rPr>
              <a:t>the only layer we build (business knowledge)</a:t>
            </a:r>
          </a:p>
        </p:txBody>
      </p:sp>
      <p:sp>
        <p:nvSpPr>
          <p:cNvPr id="322" name="Vlabs3"/>
          <p:cNvSpPr/>
          <p:nvPr/>
        </p:nvSpPr>
        <p:spPr>
          <a:xfrm>
            <a:off x="7330409" y="2734242"/>
            <a:ext cx="3810000" cy="381000"/>
          </a:xfrm>
          <a:prstGeom prst="roundRect">
            <a:avLst/>
          </a:prstGeom>
          <a:solidFill>
            <a:srgbClr val="A2F3F3"/>
          </a:solidFill>
          <a:ln>
            <a:noFill/>
          </a:ln>
        </p:spPr>
        <p:txBody>
          <a:bodyPr wrap="square" lIns="45720" tIns="18000" rIns="45720" bIns="18000" anchor="ctr">
            <a:normAutofit lnSpcReduction="10000"/>
          </a:bodyPr>
          <a:lstStyle/>
          <a:p>
            <a:pPr algn="ctr"/>
            <a:r>
              <a:rPr lang="en-US" sz="1200" b="1" i="0">
                <a:solidFill>
                  <a:srgbClr val="053057"/>
                </a:solidFill>
                <a:latin typeface="Montserrat"/>
              </a:rPr>
              <a:t>Managed runtime · data · ops</a:t>
            </a:r>
            <a:r>
              <a:rPr lang="en-US" sz="1200" b="1">
                <a:solidFill>
                  <a:srgbClr val="053057"/>
                </a:solidFill>
                <a:latin typeface="Montserrat"/>
              </a:rPr>
              <a:t> · evals per skill</a:t>
            </a:r>
          </a:p>
          <a:p>
            <a:pPr algn="ctr"/>
            <a:r>
              <a:rPr lang="en-US" sz="900" i="1">
                <a:solidFill>
                  <a:srgbClr val="314550"/>
                </a:solidFill>
                <a:latin typeface="Montserrat"/>
              </a:rPr>
              <a:t>now each engineer/dev evaluates their own work  </a:t>
            </a:r>
            <a:endParaRPr lang="en-US" sz="900">
              <a:solidFill>
                <a:srgbClr val="000000"/>
              </a:solidFill>
              <a:latin typeface="Montserrat"/>
            </a:endParaRPr>
          </a:p>
        </p:txBody>
      </p:sp>
      <p:sp>
        <p:nvSpPr>
          <p:cNvPr id="307" name="ShiftArrow"/>
          <p:cNvSpPr/>
          <p:nvPr/>
        </p:nvSpPr>
        <p:spPr>
          <a:xfrm>
            <a:off x="5232399" y="2277042"/>
            <a:ext cx="1666209" cy="254000"/>
          </a:xfrm>
          <a:prstGeom prst="rightArrow">
            <a:avLst/>
          </a:prstGeom>
          <a:solidFill>
            <a:srgbClr val="00EDED"/>
          </a:solidFill>
          <a:ln>
            <a:noFill/>
          </a:ln>
        </p:spPr>
        <p:txBody>
          <a:bodyPr wrap="square" lIns="45720" tIns="18000" rIns="45720" bIns="18000" anchor="ctr">
            <a:normAutofit fontScale="40000" lnSpcReduction="20000"/>
          </a:bodyPr>
          <a:lstStyle/>
          <a:p>
            <a:endParaRPr lang="en-US"/>
          </a:p>
        </p:txBody>
      </p:sp>
      <p:sp>
        <p:nvSpPr>
          <p:cNvPr id="308" name="BadgeOuter"/>
          <p:cNvSpPr/>
          <p:nvPr/>
        </p:nvSpPr>
        <p:spPr>
          <a:xfrm>
            <a:off x="5476209" y="1857942"/>
            <a:ext cx="1092200" cy="1092200"/>
          </a:xfrm>
          <a:prstGeom prst="ellipse">
            <a:avLst/>
          </a:prstGeom>
          <a:solidFill>
            <a:srgbClr val="00EDED"/>
          </a:solidFill>
          <a:ln>
            <a:noFill/>
          </a:ln>
        </p:spPr>
        <p:txBody>
          <a:bodyPr wrap="square" lIns="45720" tIns="18000" rIns="45720" bIns="18000" anchor="ctr">
            <a:normAutofit/>
          </a:bodyPr>
          <a:lstStyle/>
          <a:p>
            <a:endParaRPr lang="en-US"/>
          </a:p>
        </p:txBody>
      </p:sp>
      <p:sp>
        <p:nvSpPr>
          <p:cNvPr id="309" name="BadgeInner"/>
          <p:cNvSpPr/>
          <p:nvPr/>
        </p:nvSpPr>
        <p:spPr>
          <a:xfrm>
            <a:off x="5565109" y="1946842"/>
            <a:ext cx="914400" cy="914400"/>
          </a:xfrm>
          <a:prstGeom prst="ellipse">
            <a:avLst/>
          </a:prstGeom>
          <a:solidFill>
            <a:srgbClr val="053057"/>
          </a:solidFill>
          <a:ln>
            <a:noFill/>
          </a:ln>
        </p:spPr>
        <p:txBody>
          <a:bodyPr wrap="square" lIns="45720" tIns="18000" rIns="45720" bIns="18000" anchor="ctr">
            <a:normAutofit/>
          </a:bodyPr>
          <a:lstStyle/>
          <a:p>
            <a:pPr algn="ctr">
              <a:spcBef>
                <a:spcPts val="0"/>
              </a:spcBef>
              <a:spcAft>
                <a:spcPts val="0"/>
              </a:spcAft>
            </a:pPr>
            <a:r>
              <a:rPr lang="en-US" sz="2100" b="1">
                <a:solidFill>
                  <a:srgbClr val="00EDED"/>
                </a:solidFill>
                <a:latin typeface="Montserrat"/>
              </a:rPr>
              <a:t>10×</a:t>
            </a:r>
          </a:p>
          <a:p>
            <a:pPr algn="ctr">
              <a:spcBef>
                <a:spcPts val="100"/>
              </a:spcBef>
              <a:spcAft>
                <a:spcPts val="0"/>
              </a:spcAft>
            </a:pPr>
            <a:r>
              <a:rPr lang="en-US" sz="1000" b="1">
                <a:solidFill>
                  <a:srgbClr val="FFFFFF"/>
                </a:solidFill>
                <a:latin typeface="Montserrat"/>
              </a:rPr>
              <a:t>BOOST</a:t>
            </a:r>
          </a:p>
        </p:txBody>
      </p:sp>
      <p:sp>
        <p:nvSpPr>
          <p:cNvPr id="330" name="CovHdr"/>
          <p:cNvSpPr/>
          <p:nvPr/>
        </p:nvSpPr>
        <p:spPr>
          <a:xfrm>
            <a:off x="571500" y="3530599"/>
            <a:ext cx="4940300" cy="253999"/>
          </a:xfrm>
          <a:prstGeom prst="rect">
            <a:avLst/>
          </a:prstGeom>
          <a:noFill/>
          <a:ln>
            <a:noFill/>
          </a:ln>
        </p:spPr>
        <p:txBody>
          <a:bodyPr wrap="square" lIns="27432" tIns="9144" rIns="27432" bIns="9144" anchor="ctr">
            <a:normAutofit/>
          </a:bodyPr>
          <a:lstStyle/>
          <a:p>
            <a:pPr algn="l"/>
            <a:r>
              <a:rPr lang="en-US" sz="1050" b="1">
                <a:solidFill>
                  <a:srgbClr val="053057"/>
                </a:solidFill>
                <a:latin typeface="Montserrat"/>
              </a:rPr>
              <a:t>COVERAGE INCREASE – FROM 20% TO 100% IN WEEKS ON UK TAX</a:t>
            </a:r>
          </a:p>
        </p:txBody>
      </p:sp>
      <p:sp>
        <p:nvSpPr>
          <p:cNvPr id="340" name="Chip0"/>
          <p:cNvSpPr/>
          <p:nvPr/>
        </p:nvSpPr>
        <p:spPr>
          <a:xfrm>
            <a:off x="571500" y="3784600"/>
            <a:ext cx="2108200" cy="431800"/>
          </a:xfrm>
          <a:prstGeom prst="roundRect">
            <a:avLst/>
          </a:prstGeom>
          <a:solidFill>
            <a:srgbClr val="053057"/>
          </a:solidFill>
          <a:ln>
            <a:noFill/>
          </a:ln>
        </p:spPr>
        <p:txBody>
          <a:bodyPr wrap="square" lIns="27432" tIns="9144" rIns="27432" bIns="9144" anchor="ctr">
            <a:normAutofit/>
          </a:bodyPr>
          <a:lstStyle/>
          <a:p>
            <a:pPr algn="ctr">
              <a:spcBef>
                <a:spcPts val="0"/>
              </a:spcBef>
              <a:spcAft>
                <a:spcPts val="0"/>
              </a:spcAft>
            </a:pPr>
            <a:r>
              <a:rPr lang="en-US" sz="1050" b="1" i="0">
                <a:solidFill>
                  <a:srgbClr val="FFFFFF"/>
                </a:solidFill>
                <a:latin typeface="Montserrat"/>
              </a:rPr>
              <a:t>1 · Intake</a:t>
            </a:r>
          </a:p>
        </p:txBody>
      </p:sp>
      <p:sp>
        <p:nvSpPr>
          <p:cNvPr id="341" name="Chip1"/>
          <p:cNvSpPr/>
          <p:nvPr/>
        </p:nvSpPr>
        <p:spPr>
          <a:xfrm>
            <a:off x="2806700" y="3784600"/>
            <a:ext cx="2108200" cy="431800"/>
          </a:xfrm>
          <a:prstGeom prst="roundRect">
            <a:avLst/>
          </a:prstGeom>
          <a:solidFill>
            <a:srgbClr val="A2F3F3"/>
          </a:solidFill>
          <a:ln>
            <a:noFill/>
          </a:ln>
        </p:spPr>
        <p:txBody>
          <a:bodyPr wrap="square" lIns="27432" tIns="9144" rIns="27432" bIns="9144" anchor="ctr">
            <a:normAutofit/>
          </a:bodyPr>
          <a:lstStyle/>
          <a:p>
            <a:pPr algn="ctr">
              <a:spcBef>
                <a:spcPts val="0"/>
              </a:spcBef>
              <a:spcAft>
                <a:spcPts val="0"/>
              </a:spcAft>
            </a:pPr>
            <a:r>
              <a:rPr lang="en-US" sz="1050" b="1" i="0">
                <a:solidFill>
                  <a:srgbClr val="053057"/>
                </a:solidFill>
                <a:latin typeface="Montserrat"/>
              </a:rPr>
              <a:t>2 · Position</a:t>
            </a:r>
          </a:p>
        </p:txBody>
      </p:sp>
      <p:sp>
        <p:nvSpPr>
          <p:cNvPr id="342" name="Chip2"/>
          <p:cNvSpPr/>
          <p:nvPr/>
        </p:nvSpPr>
        <p:spPr>
          <a:xfrm>
            <a:off x="5041900" y="3784600"/>
            <a:ext cx="2108200" cy="431800"/>
          </a:xfrm>
          <a:prstGeom prst="roundRect">
            <a:avLst/>
          </a:prstGeom>
          <a:solidFill>
            <a:srgbClr val="A2F3F3"/>
          </a:solidFill>
          <a:ln>
            <a:noFill/>
          </a:ln>
        </p:spPr>
        <p:txBody>
          <a:bodyPr wrap="square" lIns="27432" tIns="9144" rIns="27432" bIns="9144" anchor="ctr">
            <a:normAutofit/>
          </a:bodyPr>
          <a:lstStyle/>
          <a:p>
            <a:pPr algn="ctr"/>
            <a:r>
              <a:rPr lang="en-US" sz="1050" b="1">
                <a:solidFill>
                  <a:srgbClr val="053057"/>
                </a:solidFill>
                <a:latin typeface="Montserrat"/>
              </a:rPr>
              <a:t>3 · Prepare &amp; Calc</a:t>
            </a:r>
          </a:p>
        </p:txBody>
      </p:sp>
      <p:sp>
        <p:nvSpPr>
          <p:cNvPr id="343" name="Chip3"/>
          <p:cNvSpPr/>
          <p:nvPr/>
        </p:nvSpPr>
        <p:spPr>
          <a:xfrm>
            <a:off x="7277100" y="3784600"/>
            <a:ext cx="2108200" cy="431800"/>
          </a:xfrm>
          <a:prstGeom prst="roundRect">
            <a:avLst/>
          </a:prstGeom>
          <a:solidFill>
            <a:srgbClr val="A2F3F3"/>
          </a:solidFill>
          <a:ln>
            <a:noFill/>
          </a:ln>
        </p:spPr>
        <p:txBody>
          <a:bodyPr wrap="square" lIns="27432" tIns="9144" rIns="27432" bIns="9144" anchor="ctr">
            <a:normAutofit/>
          </a:bodyPr>
          <a:lstStyle/>
          <a:p>
            <a:pPr algn="ctr">
              <a:spcBef>
                <a:spcPts val="0"/>
              </a:spcBef>
              <a:spcAft>
                <a:spcPts val="0"/>
              </a:spcAft>
            </a:pPr>
            <a:r>
              <a:rPr lang="en-US" sz="1050" b="1" i="0">
                <a:solidFill>
                  <a:srgbClr val="053057"/>
                </a:solidFill>
                <a:latin typeface="Montserrat"/>
              </a:rPr>
              <a:t>4 · Validate</a:t>
            </a:r>
          </a:p>
        </p:txBody>
      </p:sp>
      <p:sp>
        <p:nvSpPr>
          <p:cNvPr id="344" name="Chip4"/>
          <p:cNvSpPr/>
          <p:nvPr/>
        </p:nvSpPr>
        <p:spPr>
          <a:xfrm>
            <a:off x="9512300" y="3784600"/>
            <a:ext cx="2108200" cy="431800"/>
          </a:xfrm>
          <a:prstGeom prst="roundRect">
            <a:avLst/>
          </a:prstGeom>
          <a:solidFill>
            <a:srgbClr val="A2F3F3"/>
          </a:solidFill>
          <a:ln>
            <a:noFill/>
          </a:ln>
        </p:spPr>
        <p:txBody>
          <a:bodyPr wrap="square" lIns="27432" tIns="9144" rIns="27432" bIns="9144" anchor="ctr">
            <a:normAutofit/>
          </a:bodyPr>
          <a:lstStyle/>
          <a:p>
            <a:pPr algn="ctr">
              <a:spcBef>
                <a:spcPts val="0"/>
              </a:spcBef>
              <a:spcAft>
                <a:spcPts val="0"/>
              </a:spcAft>
            </a:pPr>
            <a:r>
              <a:rPr lang="en-US" sz="1050" b="1" i="0">
                <a:solidFill>
                  <a:srgbClr val="053057"/>
                </a:solidFill>
                <a:latin typeface="Montserrat"/>
              </a:rPr>
              <a:t>5 · Output</a:t>
            </a:r>
          </a:p>
        </p:txBody>
      </p:sp>
      <p:sp>
        <p:nvSpPr>
          <p:cNvPr id="350" name="PrincHdr"/>
          <p:cNvSpPr/>
          <p:nvPr/>
        </p:nvSpPr>
        <p:spPr>
          <a:xfrm>
            <a:off x="570465" y="4784155"/>
            <a:ext cx="7620000" cy="228600"/>
          </a:xfrm>
          <a:prstGeom prst="rect">
            <a:avLst/>
          </a:prstGeom>
          <a:noFill/>
          <a:ln>
            <a:noFill/>
          </a:ln>
        </p:spPr>
        <p:txBody>
          <a:bodyPr wrap="square" lIns="55000" tIns="18000" rIns="45720" bIns="9144" anchor="ctr">
            <a:normAutofit/>
          </a:bodyPr>
          <a:lstStyle/>
          <a:p>
            <a:pPr algn="l">
              <a:spcBef>
                <a:spcPts val="0"/>
              </a:spcBef>
              <a:spcAft>
                <a:spcPts val="0"/>
              </a:spcAft>
            </a:pPr>
            <a:r>
              <a:rPr lang="en-US" sz="1250" b="1">
                <a:solidFill>
                  <a:srgbClr val="053057"/>
                </a:solidFill>
                <a:latin typeface="Montserrat"/>
              </a:rPr>
              <a:t>AI-FIRST PRINCIPLES — WHY 10×</a:t>
            </a:r>
          </a:p>
        </p:txBody>
      </p:sp>
      <p:sp>
        <p:nvSpPr>
          <p:cNvPr id="370" name="Subtitle"/>
          <p:cNvSpPr/>
          <p:nvPr/>
        </p:nvSpPr>
        <p:spPr>
          <a:xfrm>
            <a:off x="571500" y="812800"/>
            <a:ext cx="10883900" cy="279400"/>
          </a:xfrm>
          <a:prstGeom prst="rect">
            <a:avLst/>
          </a:prstGeom>
          <a:noFill/>
          <a:ln>
            <a:noFill/>
          </a:ln>
        </p:spPr>
        <p:txBody>
          <a:bodyPr wrap="square" lIns="0" tIns="9144" rIns="0" bIns="9144" anchor="t">
            <a:normAutofit/>
          </a:bodyPr>
          <a:lstStyle/>
          <a:p>
            <a:pPr algn="l"/>
            <a:r>
              <a:rPr lang="en-US" sz="1400" b="0" i="1">
                <a:solidFill>
                  <a:srgbClr val="314550"/>
                </a:solidFill>
                <a:latin typeface="Montserrat"/>
              </a:rPr>
              <a:t>From building and running every layer, to authoring skills on Claude.</a:t>
            </a:r>
          </a:p>
        </p:txBody>
      </p:sp>
      <p:sp>
        <p:nvSpPr>
          <p:cNvPr id="401" name="PCard0"/>
          <p:cNvSpPr/>
          <p:nvPr/>
        </p:nvSpPr>
        <p:spPr>
          <a:xfrm>
            <a:off x="571500" y="5092698"/>
            <a:ext cx="2108200" cy="1371600"/>
          </a:xfrm>
          <a:prstGeom prst="roundRect">
            <a:avLst/>
          </a:prstGeom>
          <a:solidFill>
            <a:srgbClr val="FFFFFF"/>
          </a:solidFill>
          <a:ln w="9525">
            <a:solidFill>
              <a:srgbClr val="DCE1E6"/>
            </a:solidFill>
          </a:ln>
        </p:spPr>
        <p:txBody>
          <a:bodyPr wrap="square" lIns="27432" tIns="9144" rIns="18000" bIns="9144" anchor="t">
            <a:normAutofit/>
          </a:bodyPr>
          <a:lstStyle/>
          <a:p>
            <a:endParaRPr lang="en-US"/>
          </a:p>
        </p:txBody>
      </p:sp>
      <p:sp>
        <p:nvSpPr>
          <p:cNvPr id="411" name="PCirc0"/>
          <p:cNvSpPr/>
          <p:nvPr/>
        </p:nvSpPr>
        <p:spPr>
          <a:xfrm>
            <a:off x="673100" y="5168898"/>
            <a:ext cx="431800" cy="431800"/>
          </a:xfrm>
          <a:prstGeom prst="ellipse">
            <a:avLst/>
          </a:prstGeom>
          <a:solidFill>
            <a:srgbClr val="A2F3F3"/>
          </a:solidFill>
          <a:ln>
            <a:noFill/>
          </a:ln>
        </p:spPr>
        <p:txBody>
          <a:bodyPr wrap="square" lIns="27432" tIns="9144" rIns="18000" bIns="9144" anchor="ctr">
            <a:normAutofit/>
          </a:bodyPr>
          <a:lstStyle/>
          <a:p>
            <a:endParaRPr lang="en-US"/>
          </a:p>
        </p:txBody>
      </p:sp>
      <p:sp>
        <p:nvSpPr>
          <p:cNvPr id="421" name="PTitle0"/>
          <p:cNvSpPr/>
          <p:nvPr/>
        </p:nvSpPr>
        <p:spPr>
          <a:xfrm>
            <a:off x="1155700" y="5206998"/>
            <a:ext cx="1422400" cy="431800"/>
          </a:xfrm>
          <a:prstGeom prst="rect">
            <a:avLst/>
          </a:prstGeom>
          <a:noFill/>
          <a:ln>
            <a:noFill/>
          </a:ln>
        </p:spPr>
        <p:txBody>
          <a:bodyPr wrap="square" lIns="27432" tIns="9144" rIns="18000" bIns="9144" anchor="ctr">
            <a:normAutofit/>
          </a:bodyPr>
          <a:lstStyle/>
          <a:p>
            <a:pPr algn="l">
              <a:spcBef>
                <a:spcPts val="0"/>
              </a:spcBef>
              <a:spcAft>
                <a:spcPts val="0"/>
              </a:spcAft>
            </a:pPr>
            <a:r>
              <a:rPr lang="en-US" sz="1000" b="1">
                <a:solidFill>
                  <a:srgbClr val="053057"/>
                </a:solidFill>
                <a:latin typeface="Montserrat"/>
              </a:rPr>
              <a:t>Autonomous Agents</a:t>
            </a:r>
          </a:p>
        </p:txBody>
      </p:sp>
      <p:sp>
        <p:nvSpPr>
          <p:cNvPr id="431" name="PStat0"/>
          <p:cNvSpPr/>
          <p:nvPr/>
        </p:nvSpPr>
        <p:spPr>
          <a:xfrm>
            <a:off x="723900" y="5740398"/>
            <a:ext cx="1854200" cy="685800"/>
          </a:xfrm>
          <a:prstGeom prst="rect">
            <a:avLst/>
          </a:prstGeom>
          <a:noFill/>
          <a:ln>
            <a:noFill/>
          </a:ln>
        </p:spPr>
        <p:txBody>
          <a:bodyPr wrap="square" lIns="27432" tIns="9144" rIns="18000" bIns="9144" anchor="t">
            <a:normAutofit/>
          </a:bodyPr>
          <a:lstStyle/>
          <a:p>
            <a:pPr algn="l">
              <a:spcBef>
                <a:spcPts val="0"/>
              </a:spcBef>
              <a:spcAft>
                <a:spcPts val="0"/>
              </a:spcAft>
            </a:pPr>
            <a:r>
              <a:rPr lang="en-US" sz="2000" b="1">
                <a:solidFill>
                  <a:srgbClr val="053057"/>
                </a:solidFill>
                <a:latin typeface="Montserrat"/>
              </a:rPr>
              <a:t>5×</a:t>
            </a:r>
          </a:p>
          <a:p>
            <a:pPr algn="l">
              <a:spcBef>
                <a:spcPts val="200"/>
              </a:spcBef>
              <a:spcAft>
                <a:spcPts val="0"/>
              </a:spcAft>
            </a:pPr>
            <a:r>
              <a:rPr lang="en-US" sz="1000" b="0">
                <a:solidFill>
                  <a:srgbClr val="314550"/>
                </a:solidFill>
                <a:latin typeface="Montserrat"/>
              </a:rPr>
              <a:t>user productivity</a:t>
            </a:r>
          </a:p>
        </p:txBody>
      </p:sp>
      <p:sp>
        <p:nvSpPr>
          <p:cNvPr id="402" name="PCard1"/>
          <p:cNvSpPr/>
          <p:nvPr/>
        </p:nvSpPr>
        <p:spPr>
          <a:xfrm>
            <a:off x="2806700" y="5092698"/>
            <a:ext cx="2108200" cy="1371600"/>
          </a:xfrm>
          <a:prstGeom prst="roundRect">
            <a:avLst/>
          </a:prstGeom>
          <a:solidFill>
            <a:srgbClr val="FFFFFF"/>
          </a:solidFill>
          <a:ln w="9525">
            <a:solidFill>
              <a:srgbClr val="DCE1E6"/>
            </a:solidFill>
          </a:ln>
        </p:spPr>
        <p:txBody>
          <a:bodyPr wrap="square" lIns="27432" tIns="9144" rIns="18000" bIns="9144" anchor="t">
            <a:normAutofit/>
          </a:bodyPr>
          <a:lstStyle/>
          <a:p>
            <a:endParaRPr lang="en-US"/>
          </a:p>
        </p:txBody>
      </p:sp>
      <p:sp>
        <p:nvSpPr>
          <p:cNvPr id="412" name="PCirc1"/>
          <p:cNvSpPr/>
          <p:nvPr/>
        </p:nvSpPr>
        <p:spPr>
          <a:xfrm>
            <a:off x="2908300" y="5168898"/>
            <a:ext cx="431800" cy="431800"/>
          </a:xfrm>
          <a:prstGeom prst="ellipse">
            <a:avLst/>
          </a:prstGeom>
          <a:solidFill>
            <a:srgbClr val="A2F3F3"/>
          </a:solidFill>
          <a:ln>
            <a:noFill/>
          </a:ln>
        </p:spPr>
        <p:txBody>
          <a:bodyPr wrap="square" lIns="27432" tIns="9144" rIns="18000" bIns="9144" anchor="ctr">
            <a:normAutofit/>
          </a:bodyPr>
          <a:lstStyle/>
          <a:p>
            <a:endParaRPr lang="en-US"/>
          </a:p>
        </p:txBody>
      </p:sp>
      <p:sp>
        <p:nvSpPr>
          <p:cNvPr id="422" name="PTitle1"/>
          <p:cNvSpPr/>
          <p:nvPr/>
        </p:nvSpPr>
        <p:spPr>
          <a:xfrm>
            <a:off x="3390900" y="5206998"/>
            <a:ext cx="1422400" cy="431800"/>
          </a:xfrm>
          <a:prstGeom prst="rect">
            <a:avLst/>
          </a:prstGeom>
          <a:noFill/>
          <a:ln>
            <a:noFill/>
          </a:ln>
        </p:spPr>
        <p:txBody>
          <a:bodyPr wrap="square" lIns="27432" tIns="9144" rIns="18000" bIns="9144" anchor="ctr">
            <a:normAutofit/>
          </a:bodyPr>
          <a:lstStyle/>
          <a:p>
            <a:pPr algn="l">
              <a:spcBef>
                <a:spcPts val="0"/>
              </a:spcBef>
              <a:spcAft>
                <a:spcPts val="0"/>
              </a:spcAft>
            </a:pPr>
            <a:r>
              <a:rPr lang="en-US" sz="1000" b="1">
                <a:solidFill>
                  <a:srgbClr val="053057"/>
                </a:solidFill>
                <a:latin typeface="Montserrat"/>
              </a:rPr>
              <a:t>Multi-Shot Engineering</a:t>
            </a:r>
          </a:p>
        </p:txBody>
      </p:sp>
      <p:sp>
        <p:nvSpPr>
          <p:cNvPr id="432" name="PStat1"/>
          <p:cNvSpPr/>
          <p:nvPr/>
        </p:nvSpPr>
        <p:spPr>
          <a:xfrm>
            <a:off x="2959100" y="5740398"/>
            <a:ext cx="1854200" cy="685800"/>
          </a:xfrm>
          <a:prstGeom prst="rect">
            <a:avLst/>
          </a:prstGeom>
          <a:noFill/>
          <a:ln>
            <a:noFill/>
          </a:ln>
        </p:spPr>
        <p:txBody>
          <a:bodyPr wrap="square" lIns="27432" tIns="9144" rIns="18000" bIns="9144" anchor="t">
            <a:normAutofit/>
          </a:bodyPr>
          <a:lstStyle/>
          <a:p>
            <a:pPr algn="l">
              <a:spcBef>
                <a:spcPts val="0"/>
              </a:spcBef>
              <a:spcAft>
                <a:spcPts val="0"/>
              </a:spcAft>
            </a:pPr>
            <a:r>
              <a:rPr lang="en-US" sz="2000" b="1">
                <a:solidFill>
                  <a:srgbClr val="053057"/>
                </a:solidFill>
                <a:latin typeface="Montserrat"/>
              </a:rPr>
              <a:t>10–20×</a:t>
            </a:r>
          </a:p>
          <a:p>
            <a:pPr algn="l">
              <a:spcBef>
                <a:spcPts val="200"/>
              </a:spcBef>
              <a:spcAft>
                <a:spcPts val="0"/>
              </a:spcAft>
            </a:pPr>
            <a:r>
              <a:rPr lang="en-US" sz="1000" b="0">
                <a:solidFill>
                  <a:srgbClr val="314550"/>
                </a:solidFill>
                <a:latin typeface="Montserrat"/>
              </a:rPr>
              <a:t>concept to prototype</a:t>
            </a:r>
          </a:p>
        </p:txBody>
      </p:sp>
      <p:sp>
        <p:nvSpPr>
          <p:cNvPr id="403" name="PCard2"/>
          <p:cNvSpPr/>
          <p:nvPr/>
        </p:nvSpPr>
        <p:spPr>
          <a:xfrm>
            <a:off x="5041900" y="5092698"/>
            <a:ext cx="2108200" cy="1371600"/>
          </a:xfrm>
          <a:prstGeom prst="roundRect">
            <a:avLst/>
          </a:prstGeom>
          <a:solidFill>
            <a:srgbClr val="FFFFFF"/>
          </a:solidFill>
          <a:ln w="9525">
            <a:solidFill>
              <a:srgbClr val="DCE1E6"/>
            </a:solidFill>
          </a:ln>
        </p:spPr>
        <p:txBody>
          <a:bodyPr wrap="square" lIns="27432" tIns="9144" rIns="18000" bIns="9144" anchor="t">
            <a:normAutofit/>
          </a:bodyPr>
          <a:lstStyle/>
          <a:p>
            <a:endParaRPr lang="en-US"/>
          </a:p>
        </p:txBody>
      </p:sp>
      <p:sp>
        <p:nvSpPr>
          <p:cNvPr id="413" name="PCirc2"/>
          <p:cNvSpPr/>
          <p:nvPr/>
        </p:nvSpPr>
        <p:spPr>
          <a:xfrm>
            <a:off x="5143500" y="5168898"/>
            <a:ext cx="431800" cy="431800"/>
          </a:xfrm>
          <a:prstGeom prst="ellipse">
            <a:avLst/>
          </a:prstGeom>
          <a:solidFill>
            <a:srgbClr val="A2F3F3"/>
          </a:solidFill>
          <a:ln>
            <a:noFill/>
          </a:ln>
        </p:spPr>
        <p:txBody>
          <a:bodyPr wrap="square" lIns="27432" tIns="9144" rIns="18000" bIns="9144" anchor="ctr">
            <a:normAutofit/>
          </a:bodyPr>
          <a:lstStyle/>
          <a:p>
            <a:endParaRPr lang="en-US"/>
          </a:p>
        </p:txBody>
      </p:sp>
      <p:sp>
        <p:nvSpPr>
          <p:cNvPr id="423" name="PTitle2"/>
          <p:cNvSpPr/>
          <p:nvPr/>
        </p:nvSpPr>
        <p:spPr>
          <a:xfrm>
            <a:off x="5626100" y="5206998"/>
            <a:ext cx="1422400" cy="431800"/>
          </a:xfrm>
          <a:prstGeom prst="rect">
            <a:avLst/>
          </a:prstGeom>
          <a:noFill/>
          <a:ln>
            <a:noFill/>
          </a:ln>
        </p:spPr>
        <p:txBody>
          <a:bodyPr wrap="square" lIns="27432" tIns="9144" rIns="18000" bIns="9144" anchor="ctr">
            <a:normAutofit/>
          </a:bodyPr>
          <a:lstStyle/>
          <a:p>
            <a:pPr algn="l">
              <a:spcBef>
                <a:spcPts val="0"/>
              </a:spcBef>
              <a:spcAft>
                <a:spcPts val="0"/>
              </a:spcAft>
            </a:pPr>
            <a:r>
              <a:rPr lang="en-US" sz="1000" b="1">
                <a:solidFill>
                  <a:srgbClr val="053057"/>
                </a:solidFill>
                <a:latin typeface="Montserrat"/>
              </a:rPr>
              <a:t>Rapid Deploy &amp; Improve</a:t>
            </a:r>
          </a:p>
        </p:txBody>
      </p:sp>
      <p:sp>
        <p:nvSpPr>
          <p:cNvPr id="433" name="PStat2"/>
          <p:cNvSpPr/>
          <p:nvPr/>
        </p:nvSpPr>
        <p:spPr>
          <a:xfrm>
            <a:off x="5194300" y="5740398"/>
            <a:ext cx="1854200" cy="685800"/>
          </a:xfrm>
          <a:prstGeom prst="rect">
            <a:avLst/>
          </a:prstGeom>
          <a:noFill/>
          <a:ln>
            <a:noFill/>
          </a:ln>
        </p:spPr>
        <p:txBody>
          <a:bodyPr wrap="square" lIns="27432" tIns="9144" rIns="18000" bIns="9144" anchor="t">
            <a:normAutofit/>
          </a:bodyPr>
          <a:lstStyle/>
          <a:p>
            <a:pPr algn="l">
              <a:spcBef>
                <a:spcPts val="0"/>
              </a:spcBef>
              <a:spcAft>
                <a:spcPts val="0"/>
              </a:spcAft>
            </a:pPr>
            <a:r>
              <a:rPr lang="en-US" sz="2000" b="1">
                <a:solidFill>
                  <a:srgbClr val="053057"/>
                </a:solidFill>
                <a:latin typeface="Montserrat"/>
              </a:rPr>
              <a:t>3–5×</a:t>
            </a:r>
          </a:p>
          <a:p>
            <a:pPr algn="l">
              <a:spcBef>
                <a:spcPts val="200"/>
              </a:spcBef>
              <a:spcAft>
                <a:spcPts val="0"/>
              </a:spcAft>
            </a:pPr>
            <a:r>
              <a:rPr lang="en-US" sz="1000" b="0">
                <a:solidFill>
                  <a:srgbClr val="314550"/>
                </a:solidFill>
                <a:latin typeface="Montserrat"/>
              </a:rPr>
              <a:t>faster time to value</a:t>
            </a:r>
          </a:p>
        </p:txBody>
      </p:sp>
      <p:sp>
        <p:nvSpPr>
          <p:cNvPr id="404" name="PCard3"/>
          <p:cNvSpPr/>
          <p:nvPr/>
        </p:nvSpPr>
        <p:spPr>
          <a:xfrm>
            <a:off x="7277100" y="5092698"/>
            <a:ext cx="2108200" cy="1371600"/>
          </a:xfrm>
          <a:prstGeom prst="roundRect">
            <a:avLst/>
          </a:prstGeom>
          <a:solidFill>
            <a:srgbClr val="FFFFFF"/>
          </a:solidFill>
          <a:ln w="9525">
            <a:solidFill>
              <a:srgbClr val="DCE1E6"/>
            </a:solidFill>
          </a:ln>
        </p:spPr>
        <p:txBody>
          <a:bodyPr wrap="square" lIns="27432" tIns="9144" rIns="18000" bIns="9144" anchor="t">
            <a:normAutofit/>
          </a:bodyPr>
          <a:lstStyle/>
          <a:p>
            <a:endParaRPr lang="en-US"/>
          </a:p>
        </p:txBody>
      </p:sp>
      <p:sp>
        <p:nvSpPr>
          <p:cNvPr id="414" name="PCirc3"/>
          <p:cNvSpPr/>
          <p:nvPr/>
        </p:nvSpPr>
        <p:spPr>
          <a:xfrm>
            <a:off x="7378700" y="5168898"/>
            <a:ext cx="431800" cy="431800"/>
          </a:xfrm>
          <a:prstGeom prst="ellipse">
            <a:avLst/>
          </a:prstGeom>
          <a:solidFill>
            <a:srgbClr val="A2F3F3"/>
          </a:solidFill>
          <a:ln>
            <a:noFill/>
          </a:ln>
        </p:spPr>
        <p:txBody>
          <a:bodyPr wrap="square" lIns="27432" tIns="9144" rIns="18000" bIns="9144" anchor="ctr">
            <a:normAutofit/>
          </a:bodyPr>
          <a:lstStyle/>
          <a:p>
            <a:endParaRPr lang="en-US"/>
          </a:p>
        </p:txBody>
      </p:sp>
      <p:sp>
        <p:nvSpPr>
          <p:cNvPr id="424" name="PTitle3"/>
          <p:cNvSpPr/>
          <p:nvPr/>
        </p:nvSpPr>
        <p:spPr>
          <a:xfrm>
            <a:off x="7861300" y="5206998"/>
            <a:ext cx="1422400" cy="431800"/>
          </a:xfrm>
          <a:prstGeom prst="rect">
            <a:avLst/>
          </a:prstGeom>
          <a:noFill/>
          <a:ln>
            <a:noFill/>
          </a:ln>
        </p:spPr>
        <p:txBody>
          <a:bodyPr wrap="square" lIns="27432" tIns="9144" rIns="18000" bIns="9144" anchor="ctr">
            <a:normAutofit/>
          </a:bodyPr>
          <a:lstStyle/>
          <a:p>
            <a:pPr algn="l">
              <a:spcBef>
                <a:spcPts val="0"/>
              </a:spcBef>
              <a:spcAft>
                <a:spcPts val="0"/>
              </a:spcAft>
            </a:pPr>
            <a:r>
              <a:rPr lang="en-US" sz="1000" b="1">
                <a:solidFill>
                  <a:srgbClr val="053057"/>
                </a:solidFill>
                <a:latin typeface="Montserrat"/>
              </a:rPr>
              <a:t>Non-Linear Processes</a:t>
            </a:r>
          </a:p>
        </p:txBody>
      </p:sp>
      <p:sp>
        <p:nvSpPr>
          <p:cNvPr id="434" name="PStat3"/>
          <p:cNvSpPr/>
          <p:nvPr/>
        </p:nvSpPr>
        <p:spPr>
          <a:xfrm>
            <a:off x="7429500" y="5740398"/>
            <a:ext cx="1854200" cy="685800"/>
          </a:xfrm>
          <a:prstGeom prst="rect">
            <a:avLst/>
          </a:prstGeom>
          <a:noFill/>
          <a:ln>
            <a:noFill/>
          </a:ln>
        </p:spPr>
        <p:txBody>
          <a:bodyPr wrap="square" lIns="27432" tIns="9144" rIns="18000" bIns="9144" anchor="t">
            <a:normAutofit/>
          </a:bodyPr>
          <a:lstStyle/>
          <a:p>
            <a:pPr algn="l">
              <a:spcBef>
                <a:spcPts val="0"/>
              </a:spcBef>
              <a:spcAft>
                <a:spcPts val="0"/>
              </a:spcAft>
            </a:pPr>
            <a:r>
              <a:rPr lang="en-US" sz="2000" b="1">
                <a:solidFill>
                  <a:srgbClr val="053057"/>
                </a:solidFill>
                <a:latin typeface="Montserrat"/>
              </a:rPr>
              <a:t>30–60%</a:t>
            </a:r>
          </a:p>
          <a:p>
            <a:pPr algn="l">
              <a:spcBef>
                <a:spcPts val="200"/>
              </a:spcBef>
              <a:spcAft>
                <a:spcPts val="0"/>
              </a:spcAft>
            </a:pPr>
            <a:r>
              <a:rPr lang="en-US" sz="1000" b="0">
                <a:solidFill>
                  <a:srgbClr val="314550"/>
                </a:solidFill>
                <a:latin typeface="Montserrat"/>
              </a:rPr>
              <a:t>cycle-time reduction</a:t>
            </a:r>
          </a:p>
        </p:txBody>
      </p:sp>
      <p:sp>
        <p:nvSpPr>
          <p:cNvPr id="405" name="PCard4"/>
          <p:cNvSpPr/>
          <p:nvPr/>
        </p:nvSpPr>
        <p:spPr>
          <a:xfrm>
            <a:off x="9512300" y="5092698"/>
            <a:ext cx="2108200" cy="1371600"/>
          </a:xfrm>
          <a:prstGeom prst="roundRect">
            <a:avLst/>
          </a:prstGeom>
          <a:solidFill>
            <a:srgbClr val="FFFFFF"/>
          </a:solidFill>
          <a:ln w="9525">
            <a:solidFill>
              <a:srgbClr val="DCE1E6"/>
            </a:solidFill>
          </a:ln>
        </p:spPr>
        <p:txBody>
          <a:bodyPr wrap="square" lIns="27432" tIns="9144" rIns="18000" bIns="9144" anchor="t">
            <a:normAutofit/>
          </a:bodyPr>
          <a:lstStyle/>
          <a:p>
            <a:endParaRPr lang="en-US"/>
          </a:p>
        </p:txBody>
      </p:sp>
      <p:sp>
        <p:nvSpPr>
          <p:cNvPr id="415" name="PCirc4"/>
          <p:cNvSpPr/>
          <p:nvPr/>
        </p:nvSpPr>
        <p:spPr>
          <a:xfrm>
            <a:off x="9613900" y="5168898"/>
            <a:ext cx="431800" cy="431800"/>
          </a:xfrm>
          <a:prstGeom prst="ellipse">
            <a:avLst/>
          </a:prstGeom>
          <a:solidFill>
            <a:srgbClr val="A2F3F3"/>
          </a:solidFill>
          <a:ln>
            <a:noFill/>
          </a:ln>
        </p:spPr>
        <p:txBody>
          <a:bodyPr wrap="square" lIns="27432" tIns="9144" rIns="18000" bIns="9144" anchor="ctr">
            <a:normAutofit/>
          </a:bodyPr>
          <a:lstStyle/>
          <a:p>
            <a:endParaRPr lang="en-US"/>
          </a:p>
        </p:txBody>
      </p:sp>
      <p:sp>
        <p:nvSpPr>
          <p:cNvPr id="425" name="PTitle4"/>
          <p:cNvSpPr/>
          <p:nvPr/>
        </p:nvSpPr>
        <p:spPr>
          <a:xfrm>
            <a:off x="10096500" y="5206998"/>
            <a:ext cx="1422400" cy="431800"/>
          </a:xfrm>
          <a:prstGeom prst="rect">
            <a:avLst/>
          </a:prstGeom>
          <a:noFill/>
          <a:ln>
            <a:noFill/>
          </a:ln>
        </p:spPr>
        <p:txBody>
          <a:bodyPr wrap="square" lIns="27432" tIns="9144" rIns="18000" bIns="9144" anchor="ctr">
            <a:normAutofit/>
          </a:bodyPr>
          <a:lstStyle/>
          <a:p>
            <a:pPr algn="l">
              <a:spcBef>
                <a:spcPts val="0"/>
              </a:spcBef>
              <a:spcAft>
                <a:spcPts val="0"/>
              </a:spcAft>
            </a:pPr>
            <a:r>
              <a:rPr lang="en-US" sz="1000" b="1">
                <a:solidFill>
                  <a:srgbClr val="053057"/>
                </a:solidFill>
                <a:latin typeface="Montserrat"/>
              </a:rPr>
              <a:t>AI-Enabled Code</a:t>
            </a:r>
          </a:p>
        </p:txBody>
      </p:sp>
      <p:sp>
        <p:nvSpPr>
          <p:cNvPr id="435" name="PStat4"/>
          <p:cNvSpPr/>
          <p:nvPr/>
        </p:nvSpPr>
        <p:spPr>
          <a:xfrm>
            <a:off x="9664700" y="5740398"/>
            <a:ext cx="1854200" cy="685800"/>
          </a:xfrm>
          <a:prstGeom prst="rect">
            <a:avLst/>
          </a:prstGeom>
          <a:noFill/>
          <a:ln>
            <a:noFill/>
          </a:ln>
        </p:spPr>
        <p:txBody>
          <a:bodyPr wrap="square" lIns="27432" tIns="9144" rIns="18000" bIns="9144" anchor="t">
            <a:normAutofit/>
          </a:bodyPr>
          <a:lstStyle/>
          <a:p>
            <a:pPr algn="l">
              <a:spcBef>
                <a:spcPts val="0"/>
              </a:spcBef>
              <a:spcAft>
                <a:spcPts val="0"/>
              </a:spcAft>
            </a:pPr>
            <a:r>
              <a:rPr lang="en-US" sz="2000" b="1">
                <a:solidFill>
                  <a:srgbClr val="053057"/>
                </a:solidFill>
                <a:latin typeface="Montserrat"/>
              </a:rPr>
              <a:t>5–10×</a:t>
            </a:r>
          </a:p>
          <a:p>
            <a:pPr algn="l">
              <a:spcBef>
                <a:spcPts val="200"/>
              </a:spcBef>
              <a:spcAft>
                <a:spcPts val="0"/>
              </a:spcAft>
            </a:pPr>
            <a:r>
              <a:rPr lang="en-US" sz="1000" b="0">
                <a:solidFill>
                  <a:srgbClr val="314550"/>
                </a:solidFill>
                <a:latin typeface="Montserrat"/>
              </a:rPr>
              <a:t>engineering productivity</a:t>
            </a:r>
          </a:p>
        </p:txBody>
      </p:sp>
      <p:pic>
        <p:nvPicPr>
          <p:cNvPr id="436" name="Graphic 436" descr="Autonomous Agent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0" y="5257798"/>
            <a:ext cx="254000" cy="254000"/>
          </a:xfrm>
          <a:prstGeom prst="rect">
            <a:avLst/>
          </a:prstGeom>
        </p:spPr>
      </p:pic>
      <p:pic>
        <p:nvPicPr>
          <p:cNvPr id="437" name="Graphic 437" descr="Multi-Shot Engineeri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7200" y="5257798"/>
            <a:ext cx="254000" cy="254000"/>
          </a:xfrm>
          <a:prstGeom prst="rect">
            <a:avLst/>
          </a:prstGeom>
        </p:spPr>
      </p:pic>
      <p:pic>
        <p:nvPicPr>
          <p:cNvPr id="438" name="Graphic 438" descr="Rapid Deploy and Improv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2400" y="5257798"/>
            <a:ext cx="254000" cy="254000"/>
          </a:xfrm>
          <a:prstGeom prst="rect">
            <a:avLst/>
          </a:prstGeom>
        </p:spPr>
      </p:pic>
      <p:pic>
        <p:nvPicPr>
          <p:cNvPr id="439" name="Graphic 439" descr="Non-Linear Processe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67600" y="5257798"/>
            <a:ext cx="254000" cy="254000"/>
          </a:xfrm>
          <a:prstGeom prst="rect">
            <a:avLst/>
          </a:prstGeom>
        </p:spPr>
      </p:pic>
      <p:pic>
        <p:nvPicPr>
          <p:cNvPr id="440" name="Graphic 440" descr="AI-Enabled Code"/>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02800" y="5257798"/>
            <a:ext cx="254000" cy="254000"/>
          </a:xfrm>
          <a:prstGeom prst="rect">
            <a:avLst/>
          </a:prstGeom>
        </p:spPr>
      </p:pic>
      <p:sp>
        <p:nvSpPr>
          <p:cNvPr id="3" name="nAct2">
            <a:extLst>
              <a:ext uri="{FF2B5EF4-FFF2-40B4-BE49-F238E27FC236}">
                <a16:creationId xmlns:a16="http://schemas.microsoft.com/office/drawing/2014/main" id="{81B3BA6B-D1FB-CC33-471C-44C47CC2501F}"/>
              </a:ext>
            </a:extLst>
          </p:cNvPr>
          <p:cNvSpPr/>
          <p:nvPr/>
        </p:nvSpPr>
        <p:spPr>
          <a:xfrm>
            <a:off x="685800" y="4265861"/>
            <a:ext cx="1905000" cy="136245"/>
          </a:xfrm>
          <a:prstGeom prst="rect">
            <a:avLst/>
          </a:prstGeom>
          <a:noFill/>
          <a:ln>
            <a:noFill/>
          </a:ln>
        </p:spPr>
        <p:txBody>
          <a:bodyPr wrap="square" lIns="0" tIns="0" rIns="0" bIns="0" anchor="ctr">
            <a:normAutofit/>
          </a:bodyPr>
          <a:lstStyle/>
          <a:p>
            <a:pPr algn="ctr">
              <a:spcBef>
                <a:spcPts val="0"/>
              </a:spcBef>
              <a:spcAft>
                <a:spcPts val="0"/>
              </a:spcAft>
            </a:pPr>
            <a:r>
              <a:rPr lang="en-US" sz="700" b="1" i="1">
                <a:solidFill>
                  <a:srgbClr val="314550"/>
                </a:solidFill>
                <a:latin typeface="Montserrat"/>
              </a:rPr>
              <a:t>Vanguard</a:t>
            </a:r>
            <a:r>
              <a:rPr lang="en-US" sz="700" i="1">
                <a:solidFill>
                  <a:srgbClr val="314550"/>
                </a:solidFill>
                <a:latin typeface="Montserrat"/>
              </a:rPr>
              <a:t> Coverage</a:t>
            </a:r>
          </a:p>
        </p:txBody>
      </p:sp>
      <p:sp>
        <p:nvSpPr>
          <p:cNvPr id="4" name="nAct2">
            <a:extLst>
              <a:ext uri="{FF2B5EF4-FFF2-40B4-BE49-F238E27FC236}">
                <a16:creationId xmlns:a16="http://schemas.microsoft.com/office/drawing/2014/main" id="{2BA96EE7-2BB6-3523-0082-1827D7CB7FAB}"/>
              </a:ext>
            </a:extLst>
          </p:cNvPr>
          <p:cNvSpPr/>
          <p:nvPr/>
        </p:nvSpPr>
        <p:spPr>
          <a:xfrm>
            <a:off x="5194300" y="438354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b="1" i="1">
                <a:solidFill>
                  <a:srgbClr val="314550"/>
                </a:solidFill>
                <a:latin typeface="Montserrat"/>
              </a:rPr>
              <a:t>Vlabs</a:t>
            </a:r>
            <a:r>
              <a:rPr lang="en-US" sz="700" i="1">
                <a:solidFill>
                  <a:srgbClr val="314550"/>
                </a:solidFill>
                <a:latin typeface="Montserrat"/>
              </a:rPr>
              <a:t> Coverage</a:t>
            </a:r>
          </a:p>
        </p:txBody>
      </p:sp>
      <p:cxnSp>
        <p:nvCxnSpPr>
          <p:cNvPr id="6" name="Straight Arrow Connector 5">
            <a:extLst>
              <a:ext uri="{FF2B5EF4-FFF2-40B4-BE49-F238E27FC236}">
                <a16:creationId xmlns:a16="http://schemas.microsoft.com/office/drawing/2014/main" id="{5F50D635-E7E9-4BB5-D6A4-4854AE92F69F}"/>
              </a:ext>
            </a:extLst>
          </p:cNvPr>
          <p:cNvCxnSpPr>
            <a:cxnSpLocks/>
          </p:cNvCxnSpPr>
          <p:nvPr/>
        </p:nvCxnSpPr>
        <p:spPr>
          <a:xfrm>
            <a:off x="630936" y="4561349"/>
            <a:ext cx="10953973" cy="0"/>
          </a:xfrm>
          <a:prstGeom prst="straightConnector1">
            <a:avLst/>
          </a:prstGeom>
          <a:ln w="635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B72D58D-EC59-E8A0-7EC9-9DB8502E87DF}"/>
              </a:ext>
            </a:extLst>
          </p:cNvPr>
          <p:cNvCxnSpPr>
            <a:cxnSpLocks/>
          </p:cNvCxnSpPr>
          <p:nvPr/>
        </p:nvCxnSpPr>
        <p:spPr>
          <a:xfrm flipV="1">
            <a:off x="630936" y="4432298"/>
            <a:ext cx="1947164" cy="6908"/>
          </a:xfrm>
          <a:prstGeom prst="straightConnector1">
            <a:avLst/>
          </a:prstGeom>
          <a:ln w="6350">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114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89ADA-2EFB-A6F1-A04C-1FD5279D96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AFBD53-7B80-4F4C-D36E-877BF5E39BD3}"/>
              </a:ext>
            </a:extLst>
          </p:cNvPr>
          <p:cNvSpPr txBox="1"/>
          <p:nvPr/>
        </p:nvSpPr>
        <p:spPr>
          <a:xfrm>
            <a:off x="571500" y="914400"/>
            <a:ext cx="10881360" cy="215444"/>
          </a:xfrm>
          <a:prstGeom prst="rect">
            <a:avLst/>
          </a:prstGeom>
          <a:noFill/>
        </p:spPr>
        <p:txBody>
          <a:bodyPr wrap="square" lIns="0" tIns="0" rIns="0" bIns="0">
            <a:spAutoFit/>
          </a:bodyPr>
          <a:lstStyle/>
          <a:p>
            <a:pPr algn="l">
              <a:spcBef>
                <a:spcPts val="0"/>
              </a:spcBef>
              <a:spcAft>
                <a:spcPts val="0"/>
              </a:spcAft>
            </a:pPr>
            <a:r>
              <a:rPr lang="en-US" sz="1400" b="0" i="1">
                <a:solidFill>
                  <a:srgbClr val="314550"/>
                </a:solidFill>
                <a:latin typeface="Montserrat"/>
              </a:rPr>
              <a:t>From vague to specific: what actually makes one process “better”?</a:t>
            </a:r>
          </a:p>
        </p:txBody>
      </p:sp>
      <p:sp>
        <p:nvSpPr>
          <p:cNvPr id="61" name="Oval 60">
            <a:extLst>
              <a:ext uri="{FF2B5EF4-FFF2-40B4-BE49-F238E27FC236}">
                <a16:creationId xmlns:a16="http://schemas.microsoft.com/office/drawing/2014/main" id="{26EB049A-E996-899D-10E0-8DDF9E1FC791}"/>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62" name="TextBox 61">
            <a:extLst>
              <a:ext uri="{FF2B5EF4-FFF2-40B4-BE49-F238E27FC236}">
                <a16:creationId xmlns:a16="http://schemas.microsoft.com/office/drawing/2014/main" id="{C6E4F83A-4FD2-9AEF-453E-62C3B16A08D0}"/>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02 - </a:t>
            </a:r>
            <a:r>
              <a:rPr lang="es-419" sz="900" b="1">
                <a:solidFill>
                  <a:srgbClr val="314550"/>
                </a:solidFill>
                <a:latin typeface="Montserrat"/>
              </a:rPr>
              <a:t>DEFINITIONS</a:t>
            </a:r>
            <a:endParaRPr sz="900" b="1" i="0">
              <a:solidFill>
                <a:srgbClr val="314550"/>
              </a:solidFill>
              <a:latin typeface="Montserrat"/>
            </a:endParaRPr>
          </a:p>
        </p:txBody>
      </p:sp>
      <p:sp>
        <p:nvSpPr>
          <p:cNvPr id="67" name="Title 1">
            <a:extLst>
              <a:ext uri="{FF2B5EF4-FFF2-40B4-BE49-F238E27FC236}">
                <a16:creationId xmlns:a16="http://schemas.microsoft.com/office/drawing/2014/main" id="{D7B007B9-FE25-A03B-FDBE-734AB2C04856}"/>
              </a:ext>
            </a:extLst>
          </p:cNvPr>
          <p:cNvSpPr txBox="1">
            <a:spLocks/>
          </p:cNvSpPr>
          <p:nvPr/>
        </p:nvSpPr>
        <p:spPr>
          <a:xfrm>
            <a:off x="570465" y="453195"/>
            <a:ext cx="10857999" cy="323165"/>
          </a:xfrm>
          <a:prstGeom prst="rect">
            <a:avLst/>
          </a:prstGeom>
        </p:spPr>
        <p:txBody>
          <a:bodyPr vert="horz" wrap="square" lIns="0" tIns="0" rIns="0" bIns="0" rtlCol="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sz="2100" b="1">
                <a:solidFill>
                  <a:srgbClr val="053057"/>
                </a:solidFill>
                <a:latin typeface="Montserrat"/>
              </a:rPr>
              <a:t>Measuring Progress</a:t>
            </a:r>
          </a:p>
        </p:txBody>
      </p:sp>
      <p:sp>
        <p:nvSpPr>
          <p:cNvPr id="201" name="Card Speed"/>
          <p:cNvSpPr/>
          <p:nvPr/>
        </p:nvSpPr>
        <p:spPr>
          <a:xfrm>
            <a:off x="571500" y="1651000"/>
            <a:ext cx="2552700" cy="2349500"/>
          </a:xfrm>
          <a:prstGeom prst="roundRect">
            <a:avLst>
              <a:gd name="adj" fmla="val 6000"/>
            </a:avLst>
          </a:prstGeom>
          <a:solidFill>
            <a:srgbClr val="F4F3F0"/>
          </a:solidFill>
          <a:ln>
            <a:noFill/>
          </a:ln>
        </p:spPr>
        <p:txBody>
          <a:bodyPr wrap="square" lIns="203200" tIns="711200" rIns="203200" bIns="177800" anchor="t"/>
          <a:lstStyle/>
          <a:p>
            <a:pPr algn="l"/>
            <a:r>
              <a:rPr lang="en-US" sz="1600" b="1">
                <a:solidFill>
                  <a:srgbClr val="053057"/>
                </a:solidFill>
                <a:latin typeface="Montserrat"/>
              </a:rPr>
              <a:t>Speed</a:t>
            </a:r>
          </a:p>
          <a:p>
            <a:pPr algn="l">
              <a:spcBef>
                <a:spcPts val="600"/>
              </a:spcBef>
            </a:pPr>
            <a:r>
              <a:rPr lang="en-US" sz="1400" b="0">
                <a:solidFill>
                  <a:srgbClr val="314550"/>
                </a:solidFill>
                <a:latin typeface="Montserrat"/>
              </a:rPr>
              <a:t>How fast the pipeline runs, end to end.</a:t>
            </a:r>
          </a:p>
        </p:txBody>
      </p:sp>
      <p:sp>
        <p:nvSpPr>
          <p:cNvPr id="202" name="Card Cost"/>
          <p:cNvSpPr/>
          <p:nvPr/>
        </p:nvSpPr>
        <p:spPr>
          <a:xfrm>
            <a:off x="3403600" y="1651000"/>
            <a:ext cx="2552700" cy="2349500"/>
          </a:xfrm>
          <a:prstGeom prst="roundRect">
            <a:avLst>
              <a:gd name="adj" fmla="val 6000"/>
            </a:avLst>
          </a:prstGeom>
          <a:solidFill>
            <a:srgbClr val="F4F3F0"/>
          </a:solidFill>
          <a:ln>
            <a:noFill/>
          </a:ln>
        </p:spPr>
        <p:txBody>
          <a:bodyPr wrap="square" lIns="203200" tIns="711200" rIns="203200" bIns="177800" anchor="t"/>
          <a:lstStyle/>
          <a:p>
            <a:pPr algn="l"/>
            <a:r>
              <a:rPr lang="en-US" sz="1600" b="1">
                <a:solidFill>
                  <a:srgbClr val="053057"/>
                </a:solidFill>
                <a:latin typeface="Montserrat"/>
              </a:rPr>
              <a:t>Cost</a:t>
            </a:r>
          </a:p>
          <a:p>
            <a:pPr algn="l">
              <a:spcBef>
                <a:spcPts val="600"/>
              </a:spcBef>
            </a:pPr>
            <a:r>
              <a:rPr lang="en-US" sz="1400" b="0">
                <a:solidFill>
                  <a:srgbClr val="314550"/>
                </a:solidFill>
                <a:latin typeface="Montserrat"/>
              </a:rPr>
              <a:t>Dollar cost to run each execution.</a:t>
            </a:r>
          </a:p>
        </p:txBody>
      </p:sp>
      <p:sp>
        <p:nvSpPr>
          <p:cNvPr id="203" name="Card Tokens"/>
          <p:cNvSpPr/>
          <p:nvPr/>
        </p:nvSpPr>
        <p:spPr>
          <a:xfrm>
            <a:off x="6235700" y="1651000"/>
            <a:ext cx="2552700" cy="2349500"/>
          </a:xfrm>
          <a:prstGeom prst="roundRect">
            <a:avLst>
              <a:gd name="adj" fmla="val 6000"/>
            </a:avLst>
          </a:prstGeom>
          <a:solidFill>
            <a:srgbClr val="F4F3F0"/>
          </a:solidFill>
          <a:ln>
            <a:noFill/>
          </a:ln>
        </p:spPr>
        <p:txBody>
          <a:bodyPr wrap="square" lIns="203200" tIns="711200" rIns="203200" bIns="177800" anchor="t"/>
          <a:lstStyle/>
          <a:p>
            <a:pPr algn="l"/>
            <a:r>
              <a:rPr lang="en-US" sz="1600" b="1">
                <a:solidFill>
                  <a:srgbClr val="053057"/>
                </a:solidFill>
                <a:latin typeface="Montserrat"/>
              </a:rPr>
              <a:t>Token efficiency</a:t>
            </a:r>
          </a:p>
          <a:p>
            <a:pPr algn="l">
              <a:spcBef>
                <a:spcPts val="600"/>
              </a:spcBef>
            </a:pPr>
            <a:r>
              <a:rPr lang="en-US" sz="1400" b="0">
                <a:solidFill>
                  <a:srgbClr val="314550"/>
                </a:solidFill>
                <a:latin typeface="Montserrat"/>
              </a:rPr>
              <a:t>Tokens consumed per unit of useful work.</a:t>
            </a:r>
          </a:p>
        </p:txBody>
      </p:sp>
      <p:sp>
        <p:nvSpPr>
          <p:cNvPr id="204" name="Card Subjective"/>
          <p:cNvSpPr/>
          <p:nvPr/>
        </p:nvSpPr>
        <p:spPr>
          <a:xfrm>
            <a:off x="9067800" y="1651000"/>
            <a:ext cx="2552700" cy="2349500"/>
          </a:xfrm>
          <a:prstGeom prst="roundRect">
            <a:avLst>
              <a:gd name="adj" fmla="val 6000"/>
            </a:avLst>
          </a:prstGeom>
          <a:solidFill>
            <a:srgbClr val="053057"/>
          </a:solidFill>
          <a:ln>
            <a:noFill/>
          </a:ln>
        </p:spPr>
        <p:txBody>
          <a:bodyPr wrap="square" lIns="203200" tIns="711200" rIns="203200" bIns="177800" anchor="t"/>
          <a:lstStyle/>
          <a:p>
            <a:pPr algn="l"/>
            <a:r>
              <a:rPr lang="en-US" sz="1600" b="1">
                <a:solidFill>
                  <a:srgbClr val="00EDED"/>
                </a:solidFill>
                <a:latin typeface="Montserrat"/>
              </a:rPr>
              <a:t>Subjective criteria</a:t>
            </a:r>
          </a:p>
          <a:p>
            <a:pPr>
              <a:spcBef>
                <a:spcPts val="600"/>
              </a:spcBef>
            </a:pPr>
            <a:r>
              <a:rPr lang="en-US" sz="1400" b="0">
                <a:solidFill>
                  <a:srgbClr val="FFFFFF"/>
                </a:solidFill>
                <a:latin typeface="Montserrat"/>
              </a:rPr>
              <a:t>Quality of the output</a:t>
            </a:r>
            <a:r>
              <a:rPr lang="en-US" sz="1400">
                <a:solidFill>
                  <a:srgbClr val="FFFFFF"/>
                </a:solidFill>
                <a:latin typeface="Montserrat"/>
              </a:rPr>
              <a:t>: </a:t>
            </a:r>
            <a:r>
              <a:rPr lang="en-US" sz="1400" b="0">
                <a:solidFill>
                  <a:srgbClr val="FFFFFF"/>
                </a:solidFill>
                <a:latin typeface="Montserrat"/>
              </a:rPr>
              <a:t>where “better” stops being obvious.</a:t>
            </a:r>
          </a:p>
        </p:txBody>
      </p:sp>
      <p:sp>
        <p:nvSpPr>
          <p:cNvPr id="205" name="Takeaway Bar"/>
          <p:cNvSpPr/>
          <p:nvPr/>
        </p:nvSpPr>
        <p:spPr>
          <a:xfrm>
            <a:off x="571500" y="4381500"/>
            <a:ext cx="11049000" cy="1524000"/>
          </a:xfrm>
          <a:prstGeom prst="roundRect">
            <a:avLst>
              <a:gd name="adj" fmla="val 5000"/>
            </a:avLst>
          </a:prstGeom>
          <a:solidFill>
            <a:srgbClr val="F4F3F0"/>
          </a:solidFill>
          <a:ln>
            <a:noFill/>
          </a:ln>
        </p:spPr>
        <p:txBody>
          <a:bodyPr wrap="square" lIns="330200" tIns="228600" rIns="304800" bIns="203200" anchor="ctr"/>
          <a:lstStyle/>
          <a:p>
            <a:pPr algn="l"/>
            <a:r>
              <a:rPr lang="en-US" sz="1600" b="1">
                <a:solidFill>
                  <a:srgbClr val="053057"/>
                </a:solidFill>
                <a:latin typeface="Montserrat"/>
              </a:rPr>
              <a:t>The requirement</a:t>
            </a:r>
          </a:p>
          <a:p>
            <a:pPr>
              <a:spcBef>
                <a:spcPts val="600"/>
              </a:spcBef>
            </a:pPr>
            <a:r>
              <a:rPr lang="en-US" sz="1500">
                <a:solidFill>
                  <a:srgbClr val="314550"/>
                </a:solidFill>
                <a:latin typeface="Montserrat"/>
              </a:rPr>
              <a:t>To have a unique</a:t>
            </a:r>
            <a:r>
              <a:rPr lang="en-US" sz="1500" b="0">
                <a:solidFill>
                  <a:srgbClr val="314550"/>
                </a:solidFill>
                <a:latin typeface="Montserrat"/>
              </a:rPr>
              <a:t> definition of </a:t>
            </a:r>
            <a:r>
              <a:rPr lang="en-US" sz="1500">
                <a:solidFill>
                  <a:srgbClr val="314550"/>
                </a:solidFill>
                <a:latin typeface="Montserrat"/>
              </a:rPr>
              <a:t>improvement, general</a:t>
            </a:r>
            <a:r>
              <a:rPr lang="en-US" sz="1500" b="0">
                <a:solidFill>
                  <a:srgbClr val="314550"/>
                </a:solidFill>
                <a:latin typeface="Montserrat"/>
              </a:rPr>
              <a:t> enough to apply to every pipeline we ran</a:t>
            </a:r>
            <a:r>
              <a:rPr lang="en-US" sz="1500">
                <a:solidFill>
                  <a:srgbClr val="314550"/>
                </a:solidFill>
                <a:latin typeface="Montserrat"/>
              </a:rPr>
              <a:t>,</a:t>
            </a:r>
            <a:r>
              <a:rPr lang="en-US" sz="1500" b="0">
                <a:solidFill>
                  <a:srgbClr val="314550"/>
                </a:solidFill>
                <a:latin typeface="Montserrat"/>
              </a:rPr>
              <a:t> and configurable, so </a:t>
            </a:r>
            <a:r>
              <a:rPr lang="en-US" sz="1500">
                <a:solidFill>
                  <a:srgbClr val="314550"/>
                </a:solidFill>
                <a:latin typeface="Montserrat"/>
              </a:rPr>
              <a:t>that it</a:t>
            </a:r>
            <a:r>
              <a:rPr lang="en-US" sz="1500" b="0">
                <a:solidFill>
                  <a:srgbClr val="314550"/>
                </a:solidFill>
                <a:latin typeface="Montserrat"/>
              </a:rPr>
              <a:t> could vary by country and by process.</a:t>
            </a:r>
          </a:p>
        </p:txBody>
      </p:sp>
      <p:sp>
        <p:nvSpPr>
          <p:cNvPr id="206" name="Takeaway Accent"/>
          <p:cNvSpPr/>
          <p:nvPr/>
        </p:nvSpPr>
        <p:spPr>
          <a:xfrm>
            <a:off x="571500" y="4381500"/>
            <a:ext cx="63500" cy="1524000"/>
          </a:xfrm>
          <a:prstGeom prst="rect">
            <a:avLst/>
          </a:prstGeom>
          <a:solidFill>
            <a:srgbClr val="00EDED"/>
          </a:solidFill>
          <a:ln>
            <a:noFill/>
          </a:ln>
        </p:spPr>
        <p:txBody>
          <a:bodyPr wrap="square" lIns="203200" tIns="711200" rIns="203200" bIns="177800" anchor="t"/>
          <a:lstStyle/>
          <a:p>
            <a:endParaRPr lang="en-US"/>
          </a:p>
        </p:txBody>
      </p:sp>
      <p:pic>
        <p:nvPicPr>
          <p:cNvPr id="207" name="Graphic 207" descr="Spee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4700" y="1854200"/>
            <a:ext cx="381000" cy="381000"/>
          </a:xfrm>
          <a:prstGeom prst="rect">
            <a:avLst/>
          </a:prstGeom>
        </p:spPr>
      </p:pic>
      <p:pic>
        <p:nvPicPr>
          <p:cNvPr id="208" name="Graphic 208" descr="Cos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6800" y="1854200"/>
            <a:ext cx="381000" cy="381000"/>
          </a:xfrm>
          <a:prstGeom prst="rect">
            <a:avLst/>
          </a:prstGeom>
        </p:spPr>
      </p:pic>
      <p:pic>
        <p:nvPicPr>
          <p:cNvPr id="209" name="Graphic 209" descr="Token efficienc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8900" y="1854200"/>
            <a:ext cx="381000" cy="381000"/>
          </a:xfrm>
          <a:prstGeom prst="rect">
            <a:avLst/>
          </a:prstGeom>
        </p:spPr>
      </p:pic>
      <p:pic>
        <p:nvPicPr>
          <p:cNvPr id="210" name="Graphic 210" descr="Subjective criteria"/>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71000" y="1854200"/>
            <a:ext cx="381000" cy="381000"/>
          </a:xfrm>
          <a:prstGeom prst="rect">
            <a:avLst/>
          </a:prstGeom>
        </p:spPr>
      </p:pic>
    </p:spTree>
    <p:extLst>
      <p:ext uri="{BB962C8B-B14F-4D97-AF65-F5344CB8AC3E}">
        <p14:creationId xmlns:p14="http://schemas.microsoft.com/office/powerpoint/2010/main" val="1378869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CDD0F-C9E3-955C-9EA8-7A08E49080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E5DA7F3-5939-25D8-FA94-78D1A9B61141}"/>
              </a:ext>
            </a:extLst>
          </p:cNvPr>
          <p:cNvSpPr txBox="1"/>
          <p:nvPr/>
        </p:nvSpPr>
        <p:spPr>
          <a:xfrm>
            <a:off x="571500" y="914400"/>
            <a:ext cx="10881360" cy="215444"/>
          </a:xfrm>
          <a:prstGeom prst="rect">
            <a:avLst/>
          </a:prstGeom>
          <a:noFill/>
        </p:spPr>
        <p:txBody>
          <a:bodyPr wrap="square" lIns="0" tIns="0" rIns="0" bIns="0">
            <a:spAutoFit/>
          </a:bodyPr>
          <a:lstStyle/>
          <a:p>
            <a:pPr algn="l">
              <a:spcBef>
                <a:spcPts val="0"/>
              </a:spcBef>
              <a:spcAft>
                <a:spcPts val="0"/>
              </a:spcAft>
            </a:pPr>
            <a:r>
              <a:rPr lang="en-US" sz="1400" b="0" i="1">
                <a:solidFill>
                  <a:srgbClr val="314550"/>
                </a:solidFill>
                <a:latin typeface="Montserrat"/>
              </a:rPr>
              <a:t>Without evals, teams fly blind as agents scale; with evals, quality becomes defined, testable, and measurable.</a:t>
            </a:r>
          </a:p>
        </p:txBody>
      </p:sp>
      <p:sp>
        <p:nvSpPr>
          <p:cNvPr id="6" name="Rectangle 5">
            <a:extLst>
              <a:ext uri="{FF2B5EF4-FFF2-40B4-BE49-F238E27FC236}">
                <a16:creationId xmlns:a16="http://schemas.microsoft.com/office/drawing/2014/main" id="{81C3A9C3-1269-929D-EDB0-3CCA4AA7A6D0}"/>
              </a:ext>
            </a:extLst>
          </p:cNvPr>
          <p:cNvSpPr/>
          <p:nvPr/>
        </p:nvSpPr>
        <p:spPr>
          <a:xfrm>
            <a:off x="570465" y="1303233"/>
            <a:ext cx="5080000" cy="1377806"/>
          </a:xfrm>
          <a:prstGeom prst="rect">
            <a:avLst/>
          </a:prstGeom>
          <a:solidFill>
            <a:srgbClr val="FFFFFF"/>
          </a:solidFill>
          <a:ln w="9525">
            <a:solidFill>
              <a:srgbClr val="C9D3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7" name="TextBox 6">
            <a:extLst>
              <a:ext uri="{FF2B5EF4-FFF2-40B4-BE49-F238E27FC236}">
                <a16:creationId xmlns:a16="http://schemas.microsoft.com/office/drawing/2014/main" id="{60DF1E90-D0EB-B40D-983B-4F8EED11528E}"/>
              </a:ext>
            </a:extLst>
          </p:cNvPr>
          <p:cNvSpPr txBox="1"/>
          <p:nvPr/>
        </p:nvSpPr>
        <p:spPr>
          <a:xfrm>
            <a:off x="730485" y="1390101"/>
            <a:ext cx="4754880" cy="146194"/>
          </a:xfrm>
          <a:prstGeom prst="rect">
            <a:avLst/>
          </a:prstGeom>
          <a:noFill/>
        </p:spPr>
        <p:txBody>
          <a:bodyPr wrap="square" lIns="0" tIns="0" rIns="0" bIns="0">
            <a:spAutoFit/>
          </a:bodyPr>
          <a:lstStyle/>
          <a:p>
            <a:pPr algn="l">
              <a:spcBef>
                <a:spcPts val="0"/>
              </a:spcBef>
              <a:spcAft>
                <a:spcPts val="200"/>
              </a:spcAft>
            </a:pPr>
            <a:r>
              <a:rPr lang="es-419" sz="950" b="1">
                <a:solidFill>
                  <a:srgbClr val="053057"/>
                </a:solidFill>
                <a:latin typeface="Montserrat"/>
              </a:rPr>
              <a:t>EVALUATION STRUCTURE</a:t>
            </a:r>
            <a:endParaRPr sz="950" b="1" i="0">
              <a:solidFill>
                <a:srgbClr val="053057"/>
              </a:solidFill>
              <a:latin typeface="Montserrat"/>
            </a:endParaRPr>
          </a:p>
        </p:txBody>
      </p:sp>
      <p:sp>
        <p:nvSpPr>
          <p:cNvPr id="8" name="Rounded Rectangle 7">
            <a:extLst>
              <a:ext uri="{FF2B5EF4-FFF2-40B4-BE49-F238E27FC236}">
                <a16:creationId xmlns:a16="http://schemas.microsoft.com/office/drawing/2014/main" id="{56037EEC-006C-46FB-9194-F3227E701F63}"/>
              </a:ext>
            </a:extLst>
          </p:cNvPr>
          <p:cNvSpPr/>
          <p:nvPr/>
        </p:nvSpPr>
        <p:spPr>
          <a:xfrm>
            <a:off x="730485" y="1700997"/>
            <a:ext cx="1042415" cy="310896"/>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TASK</a:t>
            </a:r>
          </a:p>
        </p:txBody>
      </p:sp>
      <p:sp>
        <p:nvSpPr>
          <p:cNvPr id="9" name="Chevron 8">
            <a:extLst>
              <a:ext uri="{FF2B5EF4-FFF2-40B4-BE49-F238E27FC236}">
                <a16:creationId xmlns:a16="http://schemas.microsoft.com/office/drawing/2014/main" id="{E67B83DD-BFE6-BE6D-334D-25B0D5B8005E}"/>
              </a:ext>
            </a:extLst>
          </p:cNvPr>
          <p:cNvSpPr/>
          <p:nvPr/>
        </p:nvSpPr>
        <p:spPr>
          <a:xfrm>
            <a:off x="1791189" y="1755861"/>
            <a:ext cx="164592" cy="201168"/>
          </a:xfrm>
          <a:prstGeom prst="chevron">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 name="Rounded Rectangle 9">
            <a:extLst>
              <a:ext uri="{FF2B5EF4-FFF2-40B4-BE49-F238E27FC236}">
                <a16:creationId xmlns:a16="http://schemas.microsoft.com/office/drawing/2014/main" id="{C8A777A6-40F5-5141-91B7-465AABE1D603}"/>
              </a:ext>
            </a:extLst>
          </p:cNvPr>
          <p:cNvSpPr/>
          <p:nvPr/>
        </p:nvSpPr>
        <p:spPr>
          <a:xfrm>
            <a:off x="1974069" y="1700997"/>
            <a:ext cx="1042415" cy="310896"/>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TRIAL ×N</a:t>
            </a:r>
          </a:p>
        </p:txBody>
      </p:sp>
      <p:sp>
        <p:nvSpPr>
          <p:cNvPr id="11" name="Chevron 10">
            <a:extLst>
              <a:ext uri="{FF2B5EF4-FFF2-40B4-BE49-F238E27FC236}">
                <a16:creationId xmlns:a16="http://schemas.microsoft.com/office/drawing/2014/main" id="{CA2FB839-D34C-1591-AF37-F04F156B2871}"/>
              </a:ext>
            </a:extLst>
          </p:cNvPr>
          <p:cNvSpPr/>
          <p:nvPr/>
        </p:nvSpPr>
        <p:spPr>
          <a:xfrm>
            <a:off x="3034773" y="1755861"/>
            <a:ext cx="164592" cy="201168"/>
          </a:xfrm>
          <a:prstGeom prst="chevron">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2" name="Rounded Rectangle 11">
            <a:extLst>
              <a:ext uri="{FF2B5EF4-FFF2-40B4-BE49-F238E27FC236}">
                <a16:creationId xmlns:a16="http://schemas.microsoft.com/office/drawing/2014/main" id="{AD0AF694-BEA1-93BA-B77B-BB0CBA200DBC}"/>
              </a:ext>
            </a:extLst>
          </p:cNvPr>
          <p:cNvSpPr/>
          <p:nvPr/>
        </p:nvSpPr>
        <p:spPr>
          <a:xfrm>
            <a:off x="3217653" y="1700997"/>
            <a:ext cx="1042415" cy="310896"/>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GRADERS</a:t>
            </a:r>
          </a:p>
        </p:txBody>
      </p:sp>
      <p:sp>
        <p:nvSpPr>
          <p:cNvPr id="13" name="Chevron 12">
            <a:extLst>
              <a:ext uri="{FF2B5EF4-FFF2-40B4-BE49-F238E27FC236}">
                <a16:creationId xmlns:a16="http://schemas.microsoft.com/office/drawing/2014/main" id="{30A73764-C379-0FFB-267F-DBD958D28437}"/>
              </a:ext>
            </a:extLst>
          </p:cNvPr>
          <p:cNvSpPr/>
          <p:nvPr/>
        </p:nvSpPr>
        <p:spPr>
          <a:xfrm>
            <a:off x="4278357" y="1755861"/>
            <a:ext cx="164592" cy="201168"/>
          </a:xfrm>
          <a:prstGeom prst="chevron">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4" name="Rounded Rectangle 13">
            <a:extLst>
              <a:ext uri="{FF2B5EF4-FFF2-40B4-BE49-F238E27FC236}">
                <a16:creationId xmlns:a16="http://schemas.microsoft.com/office/drawing/2014/main" id="{747F578B-65AF-3798-EA7D-1365EB1A2875}"/>
              </a:ext>
            </a:extLst>
          </p:cNvPr>
          <p:cNvSpPr/>
          <p:nvPr/>
        </p:nvSpPr>
        <p:spPr>
          <a:xfrm>
            <a:off x="4461237" y="1700997"/>
            <a:ext cx="1042415" cy="310896"/>
          </a:xfrm>
          <a:prstGeom prst="roundRect">
            <a:avLst>
              <a:gd name="adj" fmla="val 50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FFFFFF"/>
                </a:solidFill>
                <a:latin typeface="Montserrat"/>
              </a:rPr>
              <a:t>VERDICT</a:t>
            </a:r>
          </a:p>
        </p:txBody>
      </p:sp>
      <p:sp>
        <p:nvSpPr>
          <p:cNvPr id="15" name="TextBox 14">
            <a:extLst>
              <a:ext uri="{FF2B5EF4-FFF2-40B4-BE49-F238E27FC236}">
                <a16:creationId xmlns:a16="http://schemas.microsoft.com/office/drawing/2014/main" id="{C732E67B-820D-E354-EFFC-2B94A42F7303}"/>
              </a:ext>
            </a:extLst>
          </p:cNvPr>
          <p:cNvSpPr txBox="1"/>
          <p:nvPr/>
        </p:nvSpPr>
        <p:spPr>
          <a:xfrm>
            <a:off x="750774" y="2293753"/>
            <a:ext cx="4749800" cy="246221"/>
          </a:xfrm>
          <a:prstGeom prst="rect">
            <a:avLst/>
          </a:prstGeom>
          <a:noFill/>
        </p:spPr>
        <p:txBody>
          <a:bodyPr wrap="square" lIns="0" tIns="0" rIns="0" bIns="0">
            <a:spAutoFit/>
          </a:bodyPr>
          <a:lstStyle/>
          <a:p>
            <a:pPr algn="l">
              <a:lnSpc>
                <a:spcPct val="100000"/>
              </a:lnSpc>
              <a:spcBef>
                <a:spcPts val="0"/>
              </a:spcBef>
              <a:spcAft>
                <a:spcPts val="200"/>
              </a:spcAft>
            </a:pPr>
            <a:r>
              <a:rPr sz="800" b="0" i="0">
                <a:solidFill>
                  <a:srgbClr val="314550"/>
                </a:solidFill>
                <a:latin typeface="Montserrat"/>
              </a:rPr>
              <a:t>A task with defined success criteria</a:t>
            </a:r>
            <a:r>
              <a:rPr lang="es-419" sz="800" b="0" i="0">
                <a:solidFill>
                  <a:srgbClr val="314550"/>
                </a:solidFill>
                <a:latin typeface="Montserrat"/>
              </a:rPr>
              <a:t> (and ground truth)</a:t>
            </a:r>
            <a:r>
              <a:rPr sz="800" b="0" i="0">
                <a:solidFill>
                  <a:srgbClr val="314550"/>
                </a:solidFill>
                <a:latin typeface="Montserrat"/>
              </a:rPr>
              <a:t>; multiple trials because outputs vary; graders score both the transcript (the path) and the outcome (the end state).</a:t>
            </a:r>
          </a:p>
        </p:txBody>
      </p:sp>
      <p:sp>
        <p:nvSpPr>
          <p:cNvPr id="16" name="Rectangle 15">
            <a:extLst>
              <a:ext uri="{FF2B5EF4-FFF2-40B4-BE49-F238E27FC236}">
                <a16:creationId xmlns:a16="http://schemas.microsoft.com/office/drawing/2014/main" id="{41CBF8C6-F0CC-C6E5-A693-62532CB44F36}"/>
              </a:ext>
            </a:extLst>
          </p:cNvPr>
          <p:cNvSpPr/>
          <p:nvPr/>
        </p:nvSpPr>
        <p:spPr>
          <a:xfrm>
            <a:off x="570465" y="2656545"/>
            <a:ext cx="5080000" cy="1580388"/>
          </a:xfrm>
          <a:prstGeom prst="rect">
            <a:avLst/>
          </a:prstGeom>
          <a:solidFill>
            <a:srgbClr val="FFFFFF"/>
          </a:solidFill>
          <a:ln w="9525">
            <a:solidFill>
              <a:srgbClr val="C9D3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 name="TextBox 16">
            <a:extLst>
              <a:ext uri="{FF2B5EF4-FFF2-40B4-BE49-F238E27FC236}">
                <a16:creationId xmlns:a16="http://schemas.microsoft.com/office/drawing/2014/main" id="{A5D1AC05-FD82-93E6-D823-DC67B815D2BF}"/>
              </a:ext>
            </a:extLst>
          </p:cNvPr>
          <p:cNvSpPr txBox="1"/>
          <p:nvPr/>
        </p:nvSpPr>
        <p:spPr>
          <a:xfrm>
            <a:off x="684765" y="2738045"/>
            <a:ext cx="4749800" cy="203200"/>
          </a:xfrm>
          <a:prstGeom prst="rect">
            <a:avLst/>
          </a:prstGeom>
          <a:noFill/>
        </p:spPr>
        <p:txBody>
          <a:bodyPr wrap="square" lIns="0" tIns="0" rIns="0" bIns="0">
            <a:spAutoFit/>
          </a:bodyPr>
          <a:lstStyle/>
          <a:p>
            <a:pPr algn="l">
              <a:spcBef>
                <a:spcPts val="0"/>
              </a:spcBef>
              <a:spcAft>
                <a:spcPts val="200"/>
              </a:spcAft>
            </a:pPr>
            <a:r>
              <a:rPr sz="950" b="1" i="0">
                <a:solidFill>
                  <a:srgbClr val="053057"/>
                </a:solidFill>
                <a:latin typeface="Montserrat"/>
              </a:rPr>
              <a:t>EVALUATION GRADERS</a:t>
            </a:r>
          </a:p>
        </p:txBody>
      </p:sp>
      <p:sp>
        <p:nvSpPr>
          <p:cNvPr id="18" name="Rounded Rectangle 17">
            <a:extLst>
              <a:ext uri="{FF2B5EF4-FFF2-40B4-BE49-F238E27FC236}">
                <a16:creationId xmlns:a16="http://schemas.microsoft.com/office/drawing/2014/main" id="{88205402-F133-D0C2-CACD-9519430BA803}"/>
              </a:ext>
            </a:extLst>
          </p:cNvPr>
          <p:cNvSpPr/>
          <p:nvPr/>
        </p:nvSpPr>
        <p:spPr>
          <a:xfrm>
            <a:off x="684765" y="2992045"/>
            <a:ext cx="1460500" cy="279400"/>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053057"/>
                </a:solidFill>
                <a:latin typeface="Montserrat"/>
              </a:rPr>
              <a:t>CODE</a:t>
            </a:r>
          </a:p>
        </p:txBody>
      </p:sp>
      <p:sp>
        <p:nvSpPr>
          <p:cNvPr id="19" name="TextBox 18">
            <a:extLst>
              <a:ext uri="{FF2B5EF4-FFF2-40B4-BE49-F238E27FC236}">
                <a16:creationId xmlns:a16="http://schemas.microsoft.com/office/drawing/2014/main" id="{A91C5803-A3BF-B29C-F62A-E5BBD6C0554E}"/>
              </a:ext>
            </a:extLst>
          </p:cNvPr>
          <p:cNvSpPr txBox="1"/>
          <p:nvPr/>
        </p:nvSpPr>
        <p:spPr>
          <a:xfrm>
            <a:off x="684765" y="3347645"/>
            <a:ext cx="1460500" cy="130805"/>
          </a:xfrm>
          <a:prstGeom prst="rect">
            <a:avLst/>
          </a:prstGeom>
          <a:noFill/>
        </p:spPr>
        <p:txBody>
          <a:bodyPr wrap="square" lIns="0" tIns="0" rIns="0" bIns="0">
            <a:spAutoFit/>
          </a:bodyPr>
          <a:lstStyle/>
          <a:p>
            <a:pPr algn="l">
              <a:spcBef>
                <a:spcPts val="0"/>
              </a:spcBef>
              <a:spcAft>
                <a:spcPts val="0"/>
              </a:spcAft>
            </a:pPr>
            <a:r>
              <a:rPr lang="en-US" sz="850" b="0" i="0">
                <a:solidFill>
                  <a:srgbClr val="0E7C6B"/>
                </a:solidFill>
                <a:latin typeface="Montserrat"/>
              </a:rPr>
              <a:t>✓ fast · cheap · objective</a:t>
            </a:r>
          </a:p>
        </p:txBody>
      </p:sp>
      <p:sp>
        <p:nvSpPr>
          <p:cNvPr id="20" name="Rounded Rectangle 19">
            <a:extLst>
              <a:ext uri="{FF2B5EF4-FFF2-40B4-BE49-F238E27FC236}">
                <a16:creationId xmlns:a16="http://schemas.microsoft.com/office/drawing/2014/main" id="{9EC68B75-C840-1801-B7A0-33CC277F97AB}"/>
              </a:ext>
            </a:extLst>
          </p:cNvPr>
          <p:cNvSpPr/>
          <p:nvPr/>
        </p:nvSpPr>
        <p:spPr>
          <a:xfrm>
            <a:off x="2310365" y="2992045"/>
            <a:ext cx="1460500" cy="279400"/>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053057"/>
                </a:solidFill>
                <a:latin typeface="Montserrat"/>
              </a:rPr>
              <a:t>LLM-AS-JUDGE</a:t>
            </a:r>
          </a:p>
        </p:txBody>
      </p:sp>
      <p:sp>
        <p:nvSpPr>
          <p:cNvPr id="21" name="TextBox 20">
            <a:extLst>
              <a:ext uri="{FF2B5EF4-FFF2-40B4-BE49-F238E27FC236}">
                <a16:creationId xmlns:a16="http://schemas.microsoft.com/office/drawing/2014/main" id="{B1CD1CCF-D39B-4D2D-0F39-E6A0D0543212}"/>
              </a:ext>
            </a:extLst>
          </p:cNvPr>
          <p:cNvSpPr txBox="1"/>
          <p:nvPr/>
        </p:nvSpPr>
        <p:spPr>
          <a:xfrm>
            <a:off x="2310365" y="3347645"/>
            <a:ext cx="1460500" cy="261610"/>
          </a:xfrm>
          <a:prstGeom prst="rect">
            <a:avLst/>
          </a:prstGeom>
          <a:noFill/>
        </p:spPr>
        <p:txBody>
          <a:bodyPr wrap="square" lIns="0" tIns="0" rIns="0" bIns="0">
            <a:spAutoFit/>
          </a:bodyPr>
          <a:lstStyle/>
          <a:p>
            <a:pPr algn="l">
              <a:spcBef>
                <a:spcPts val="0"/>
              </a:spcBef>
              <a:spcAft>
                <a:spcPts val="0"/>
              </a:spcAft>
            </a:pPr>
            <a:r>
              <a:rPr lang="en-US" sz="850" b="0" i="0">
                <a:solidFill>
                  <a:srgbClr val="0E7C6B"/>
                </a:solidFill>
                <a:latin typeface="Montserrat"/>
              </a:rPr>
              <a:t>✓ flexible · scalable · nuanced</a:t>
            </a:r>
          </a:p>
        </p:txBody>
      </p:sp>
      <p:sp>
        <p:nvSpPr>
          <p:cNvPr id="22" name="Rounded Rectangle 21">
            <a:extLst>
              <a:ext uri="{FF2B5EF4-FFF2-40B4-BE49-F238E27FC236}">
                <a16:creationId xmlns:a16="http://schemas.microsoft.com/office/drawing/2014/main" id="{47D3ADFC-17ED-7BFE-95E3-A9BB41329138}"/>
              </a:ext>
            </a:extLst>
          </p:cNvPr>
          <p:cNvSpPr/>
          <p:nvPr/>
        </p:nvSpPr>
        <p:spPr>
          <a:xfrm>
            <a:off x="3935965" y="2992045"/>
            <a:ext cx="1460500" cy="279400"/>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750" b="1" i="0">
                <a:solidFill>
                  <a:srgbClr val="053057"/>
                </a:solidFill>
                <a:latin typeface="Montserrat"/>
              </a:rPr>
              <a:t>HUMAN</a:t>
            </a:r>
          </a:p>
        </p:txBody>
      </p:sp>
      <p:sp>
        <p:nvSpPr>
          <p:cNvPr id="23" name="TextBox 22">
            <a:extLst>
              <a:ext uri="{FF2B5EF4-FFF2-40B4-BE49-F238E27FC236}">
                <a16:creationId xmlns:a16="http://schemas.microsoft.com/office/drawing/2014/main" id="{309526FD-318F-E8AB-63A1-1A73A5CAF2CF}"/>
              </a:ext>
            </a:extLst>
          </p:cNvPr>
          <p:cNvSpPr txBox="1"/>
          <p:nvPr/>
        </p:nvSpPr>
        <p:spPr>
          <a:xfrm>
            <a:off x="3935965" y="3347645"/>
            <a:ext cx="1460500" cy="130805"/>
          </a:xfrm>
          <a:prstGeom prst="rect">
            <a:avLst/>
          </a:prstGeom>
          <a:noFill/>
        </p:spPr>
        <p:txBody>
          <a:bodyPr wrap="square" lIns="0" tIns="0" rIns="0" bIns="0">
            <a:spAutoFit/>
          </a:bodyPr>
          <a:lstStyle/>
          <a:p>
            <a:pPr algn="l">
              <a:spcBef>
                <a:spcPts val="0"/>
              </a:spcBef>
              <a:spcAft>
                <a:spcPts val="0"/>
              </a:spcAft>
            </a:pPr>
            <a:r>
              <a:rPr lang="en-US" sz="850" b="0" i="0">
                <a:solidFill>
                  <a:srgbClr val="0E7C6B"/>
                </a:solidFill>
                <a:latin typeface="Montserrat"/>
              </a:rPr>
              <a:t>✓ gold-standard judgment</a:t>
            </a:r>
          </a:p>
        </p:txBody>
      </p:sp>
      <p:sp>
        <p:nvSpPr>
          <p:cNvPr id="24" name="Rectangle 23">
            <a:extLst>
              <a:ext uri="{FF2B5EF4-FFF2-40B4-BE49-F238E27FC236}">
                <a16:creationId xmlns:a16="http://schemas.microsoft.com/office/drawing/2014/main" id="{A7E8AA9E-2C5F-BB27-0650-6AB710A2FC75}"/>
              </a:ext>
            </a:extLst>
          </p:cNvPr>
          <p:cNvSpPr/>
          <p:nvPr/>
        </p:nvSpPr>
        <p:spPr>
          <a:xfrm>
            <a:off x="570465" y="4313133"/>
            <a:ext cx="5080000" cy="1549400"/>
          </a:xfrm>
          <a:prstGeom prst="rect">
            <a:avLst/>
          </a:prstGeom>
          <a:solidFill>
            <a:srgbClr val="FFFFFF"/>
          </a:solidFill>
          <a:ln w="9525">
            <a:solidFill>
              <a:srgbClr val="C9D3D8"/>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5" name="TextBox 24">
            <a:extLst>
              <a:ext uri="{FF2B5EF4-FFF2-40B4-BE49-F238E27FC236}">
                <a16:creationId xmlns:a16="http://schemas.microsoft.com/office/drawing/2014/main" id="{B71025C1-EAFC-17E5-CD4D-E21B583A292D}"/>
              </a:ext>
            </a:extLst>
          </p:cNvPr>
          <p:cNvSpPr txBox="1"/>
          <p:nvPr/>
        </p:nvSpPr>
        <p:spPr>
          <a:xfrm>
            <a:off x="735565" y="4402033"/>
            <a:ext cx="4749800" cy="146194"/>
          </a:xfrm>
          <a:prstGeom prst="rect">
            <a:avLst/>
          </a:prstGeom>
          <a:noFill/>
        </p:spPr>
        <p:txBody>
          <a:bodyPr wrap="square" lIns="0" tIns="0" rIns="0" bIns="0">
            <a:spAutoFit/>
          </a:bodyPr>
          <a:lstStyle/>
          <a:p>
            <a:pPr algn="l">
              <a:spcBef>
                <a:spcPts val="0"/>
              </a:spcBef>
              <a:spcAft>
                <a:spcPts val="200"/>
              </a:spcAft>
            </a:pPr>
            <a:r>
              <a:rPr lang="es-419" sz="950" b="1" i="0">
                <a:solidFill>
                  <a:srgbClr val="053057"/>
                </a:solidFill>
                <a:latin typeface="Montserrat"/>
              </a:rPr>
              <a:t>EVALUATION TYPES</a:t>
            </a:r>
            <a:endParaRPr sz="950" b="1" i="0">
              <a:solidFill>
                <a:srgbClr val="053057"/>
              </a:solidFill>
              <a:latin typeface="Montserrat"/>
            </a:endParaRPr>
          </a:p>
        </p:txBody>
      </p:sp>
      <p:sp>
        <p:nvSpPr>
          <p:cNvPr id="26" name="TextBox 25">
            <a:extLst>
              <a:ext uri="{FF2B5EF4-FFF2-40B4-BE49-F238E27FC236}">
                <a16:creationId xmlns:a16="http://schemas.microsoft.com/office/drawing/2014/main" id="{2FFBAB5A-092B-DCCD-B74F-013EB1499AE8}"/>
              </a:ext>
            </a:extLst>
          </p:cNvPr>
          <p:cNvSpPr txBox="1"/>
          <p:nvPr/>
        </p:nvSpPr>
        <p:spPr>
          <a:xfrm>
            <a:off x="735565" y="4694133"/>
            <a:ext cx="2108200" cy="292388"/>
          </a:xfrm>
          <a:prstGeom prst="rect">
            <a:avLst/>
          </a:prstGeom>
          <a:noFill/>
        </p:spPr>
        <p:txBody>
          <a:bodyPr wrap="square" lIns="0" tIns="0" rIns="0" bIns="0">
            <a:spAutoFit/>
          </a:bodyPr>
          <a:lstStyle/>
          <a:p>
            <a:pPr algn="l">
              <a:spcBef>
                <a:spcPts val="0"/>
              </a:spcBef>
              <a:spcAft>
                <a:spcPts val="0"/>
              </a:spcAft>
            </a:pPr>
            <a:r>
              <a:rPr lang="en-US" sz="950" b="1" i="0">
                <a:solidFill>
                  <a:srgbClr val="053057"/>
                </a:solidFill>
                <a:latin typeface="Montserrat"/>
              </a:rPr>
              <a:t>Capability — “what can it do well?”</a:t>
            </a:r>
          </a:p>
        </p:txBody>
      </p:sp>
      <p:sp>
        <p:nvSpPr>
          <p:cNvPr id="27" name="Rectangle 26">
            <a:extLst>
              <a:ext uri="{FF2B5EF4-FFF2-40B4-BE49-F238E27FC236}">
                <a16:creationId xmlns:a16="http://schemas.microsoft.com/office/drawing/2014/main" id="{2AE33194-B2EB-EC61-5571-E7FA87D52D3E}"/>
              </a:ext>
            </a:extLst>
          </p:cNvPr>
          <p:cNvSpPr/>
          <p:nvPr/>
        </p:nvSpPr>
        <p:spPr>
          <a:xfrm>
            <a:off x="837165" y="5291033"/>
            <a:ext cx="292100" cy="203200"/>
          </a:xfrm>
          <a:prstGeom prst="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8" name="Rectangle 27">
            <a:extLst>
              <a:ext uri="{FF2B5EF4-FFF2-40B4-BE49-F238E27FC236}">
                <a16:creationId xmlns:a16="http://schemas.microsoft.com/office/drawing/2014/main" id="{4993783D-218E-CD3A-550F-3298CA1CF536}"/>
              </a:ext>
            </a:extLst>
          </p:cNvPr>
          <p:cNvSpPr/>
          <p:nvPr/>
        </p:nvSpPr>
        <p:spPr>
          <a:xfrm>
            <a:off x="1243565" y="5164033"/>
            <a:ext cx="292100" cy="330200"/>
          </a:xfrm>
          <a:prstGeom prst="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9" name="Rectangle 28">
            <a:extLst>
              <a:ext uri="{FF2B5EF4-FFF2-40B4-BE49-F238E27FC236}">
                <a16:creationId xmlns:a16="http://schemas.microsoft.com/office/drawing/2014/main" id="{2BF05EC8-9DA4-9152-B8B3-38D9E3C9AA6D}"/>
              </a:ext>
            </a:extLst>
          </p:cNvPr>
          <p:cNvSpPr/>
          <p:nvPr/>
        </p:nvSpPr>
        <p:spPr>
          <a:xfrm>
            <a:off x="1649965" y="5037033"/>
            <a:ext cx="292100" cy="457200"/>
          </a:xfrm>
          <a:prstGeom prst="rect">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0" name="Rectangle 29">
            <a:extLst>
              <a:ext uri="{FF2B5EF4-FFF2-40B4-BE49-F238E27FC236}">
                <a16:creationId xmlns:a16="http://schemas.microsoft.com/office/drawing/2014/main" id="{C1BF7492-00D8-5713-6518-4D28A04E8F89}"/>
              </a:ext>
            </a:extLst>
          </p:cNvPr>
          <p:cNvSpPr/>
          <p:nvPr/>
        </p:nvSpPr>
        <p:spPr>
          <a:xfrm>
            <a:off x="735565" y="5494233"/>
            <a:ext cx="1828800" cy="25400"/>
          </a:xfrm>
          <a:prstGeom prst="rect">
            <a:avLst/>
          </a:prstGeom>
          <a:solidFill>
            <a:srgbClr val="314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1" name="TextBox 30">
            <a:extLst>
              <a:ext uri="{FF2B5EF4-FFF2-40B4-BE49-F238E27FC236}">
                <a16:creationId xmlns:a16="http://schemas.microsoft.com/office/drawing/2014/main" id="{5B288F3C-9247-D5E7-3094-C4CD2665FFD4}"/>
              </a:ext>
            </a:extLst>
          </p:cNvPr>
          <p:cNvSpPr txBox="1"/>
          <p:nvPr/>
        </p:nvSpPr>
        <p:spPr>
          <a:xfrm>
            <a:off x="735565" y="5545033"/>
            <a:ext cx="2108200" cy="123111"/>
          </a:xfrm>
          <a:prstGeom prst="rect">
            <a:avLst/>
          </a:prstGeom>
          <a:noFill/>
        </p:spPr>
        <p:txBody>
          <a:bodyPr wrap="square" lIns="0" tIns="0" rIns="0" bIns="0">
            <a:spAutoFit/>
          </a:bodyPr>
          <a:lstStyle/>
          <a:p>
            <a:pPr algn="l">
              <a:spcBef>
                <a:spcPts val="0"/>
              </a:spcBef>
              <a:spcAft>
                <a:spcPts val="0"/>
              </a:spcAft>
            </a:pPr>
            <a:r>
              <a:rPr lang="en-US" sz="800" b="0" i="0">
                <a:solidFill>
                  <a:srgbClr val="6E8494"/>
                </a:solidFill>
                <a:latin typeface="Montserrat"/>
              </a:rPr>
              <a:t>starts low; climbs as you improve</a:t>
            </a:r>
          </a:p>
        </p:txBody>
      </p:sp>
      <p:sp>
        <p:nvSpPr>
          <p:cNvPr id="32" name="Right Arrow 31">
            <a:extLst>
              <a:ext uri="{FF2B5EF4-FFF2-40B4-BE49-F238E27FC236}">
                <a16:creationId xmlns:a16="http://schemas.microsoft.com/office/drawing/2014/main" id="{23ADE4F0-B601-B092-9B58-B1D44165234B}"/>
              </a:ext>
            </a:extLst>
          </p:cNvPr>
          <p:cNvSpPr/>
          <p:nvPr/>
        </p:nvSpPr>
        <p:spPr>
          <a:xfrm>
            <a:off x="2691365" y="5037033"/>
            <a:ext cx="508000" cy="177800"/>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3" name="TextBox 32">
            <a:extLst>
              <a:ext uri="{FF2B5EF4-FFF2-40B4-BE49-F238E27FC236}">
                <a16:creationId xmlns:a16="http://schemas.microsoft.com/office/drawing/2014/main" id="{ECB6B266-13B1-2C5B-192E-A29459C6149F}"/>
              </a:ext>
            </a:extLst>
          </p:cNvPr>
          <p:cNvSpPr txBox="1"/>
          <p:nvPr/>
        </p:nvSpPr>
        <p:spPr>
          <a:xfrm>
            <a:off x="2577065" y="4795733"/>
            <a:ext cx="774700" cy="203200"/>
          </a:xfrm>
          <a:prstGeom prst="rect">
            <a:avLst/>
          </a:prstGeom>
          <a:noFill/>
        </p:spPr>
        <p:txBody>
          <a:bodyPr wrap="square" lIns="0" tIns="0" rIns="0" bIns="0">
            <a:spAutoFit/>
          </a:bodyPr>
          <a:lstStyle/>
          <a:p>
            <a:pPr algn="ctr">
              <a:spcBef>
                <a:spcPts val="0"/>
              </a:spcBef>
              <a:spcAft>
                <a:spcPts val="200"/>
              </a:spcAft>
            </a:pPr>
            <a:r>
              <a:rPr sz="650" b="0" i="1">
                <a:solidFill>
                  <a:srgbClr val="314550"/>
                </a:solidFill>
                <a:latin typeface="Montserrat"/>
              </a:rPr>
              <a:t>graduates</a:t>
            </a:r>
          </a:p>
        </p:txBody>
      </p:sp>
      <p:sp>
        <p:nvSpPr>
          <p:cNvPr id="34" name="TextBox 33">
            <a:extLst>
              <a:ext uri="{FF2B5EF4-FFF2-40B4-BE49-F238E27FC236}">
                <a16:creationId xmlns:a16="http://schemas.microsoft.com/office/drawing/2014/main" id="{02DCC0D6-E7EB-823E-58EC-7A2023A4558A}"/>
              </a:ext>
            </a:extLst>
          </p:cNvPr>
          <p:cNvSpPr txBox="1"/>
          <p:nvPr/>
        </p:nvSpPr>
        <p:spPr>
          <a:xfrm>
            <a:off x="3364465" y="4694133"/>
            <a:ext cx="2197100" cy="146194"/>
          </a:xfrm>
          <a:prstGeom prst="rect">
            <a:avLst/>
          </a:prstGeom>
          <a:noFill/>
        </p:spPr>
        <p:txBody>
          <a:bodyPr wrap="square" lIns="0" tIns="0" rIns="0" bIns="0">
            <a:spAutoFit/>
          </a:bodyPr>
          <a:lstStyle/>
          <a:p>
            <a:pPr algn="l">
              <a:spcBef>
                <a:spcPts val="0"/>
              </a:spcBef>
              <a:spcAft>
                <a:spcPts val="0"/>
              </a:spcAft>
            </a:pPr>
            <a:r>
              <a:rPr lang="en-US" sz="950" b="1" i="0">
                <a:solidFill>
                  <a:srgbClr val="053057"/>
                </a:solidFill>
                <a:latin typeface="Montserrat"/>
              </a:rPr>
              <a:t>Regression — “does it still work?”</a:t>
            </a:r>
          </a:p>
        </p:txBody>
      </p:sp>
      <p:sp>
        <p:nvSpPr>
          <p:cNvPr id="35" name="Rounded Rectangle 34">
            <a:extLst>
              <a:ext uri="{FF2B5EF4-FFF2-40B4-BE49-F238E27FC236}">
                <a16:creationId xmlns:a16="http://schemas.microsoft.com/office/drawing/2014/main" id="{7144930A-B7AB-F307-1A9E-6CC716FD98F3}"/>
              </a:ext>
            </a:extLst>
          </p:cNvPr>
          <p:cNvSpPr/>
          <p:nvPr/>
        </p:nvSpPr>
        <p:spPr>
          <a:xfrm>
            <a:off x="3364465" y="5062433"/>
            <a:ext cx="2108200" cy="215900"/>
          </a:xfrm>
          <a:prstGeom prst="roundRect">
            <a:avLst>
              <a:gd name="adj" fmla="val 50000"/>
            </a:avLst>
          </a:prstGeom>
          <a:solidFill>
            <a:srgbClr val="E2E8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6" name="Rounded Rectangle 35">
            <a:extLst>
              <a:ext uri="{FF2B5EF4-FFF2-40B4-BE49-F238E27FC236}">
                <a16:creationId xmlns:a16="http://schemas.microsoft.com/office/drawing/2014/main" id="{D8343C49-DB13-FF26-A84B-62B792B2342A}"/>
              </a:ext>
            </a:extLst>
          </p:cNvPr>
          <p:cNvSpPr/>
          <p:nvPr/>
        </p:nvSpPr>
        <p:spPr>
          <a:xfrm>
            <a:off x="3364465" y="5062433"/>
            <a:ext cx="1993900" cy="215900"/>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7" name="TextBox 36">
            <a:extLst>
              <a:ext uri="{FF2B5EF4-FFF2-40B4-BE49-F238E27FC236}">
                <a16:creationId xmlns:a16="http://schemas.microsoft.com/office/drawing/2014/main" id="{C08B013E-FCE7-BB63-1315-8B9B4F6EEDCD}"/>
              </a:ext>
            </a:extLst>
          </p:cNvPr>
          <p:cNvSpPr txBox="1"/>
          <p:nvPr/>
        </p:nvSpPr>
        <p:spPr>
          <a:xfrm>
            <a:off x="4831315" y="5106121"/>
            <a:ext cx="736600" cy="203200"/>
          </a:xfrm>
          <a:prstGeom prst="rect">
            <a:avLst/>
          </a:prstGeom>
          <a:noFill/>
        </p:spPr>
        <p:txBody>
          <a:bodyPr wrap="square" lIns="0" tIns="0" rIns="0" bIns="0">
            <a:spAutoFit/>
          </a:bodyPr>
          <a:lstStyle/>
          <a:p>
            <a:pPr algn="l">
              <a:spcBef>
                <a:spcPts val="0"/>
              </a:spcBef>
              <a:spcAft>
                <a:spcPts val="200"/>
              </a:spcAft>
            </a:pPr>
            <a:r>
              <a:rPr sz="750" b="1" i="0">
                <a:solidFill>
                  <a:srgbClr val="00EDED"/>
                </a:solidFill>
                <a:latin typeface="Montserrat"/>
              </a:rPr>
              <a:t>≈100%</a:t>
            </a:r>
          </a:p>
        </p:txBody>
      </p:sp>
      <p:sp>
        <p:nvSpPr>
          <p:cNvPr id="38" name="TextBox 37">
            <a:extLst>
              <a:ext uri="{FF2B5EF4-FFF2-40B4-BE49-F238E27FC236}">
                <a16:creationId xmlns:a16="http://schemas.microsoft.com/office/drawing/2014/main" id="{5386C247-FF2D-0FBB-A00B-700BC4C2B9B1}"/>
              </a:ext>
            </a:extLst>
          </p:cNvPr>
          <p:cNvSpPr txBox="1"/>
          <p:nvPr/>
        </p:nvSpPr>
        <p:spPr>
          <a:xfrm>
            <a:off x="3364465" y="5545033"/>
            <a:ext cx="2286000" cy="123111"/>
          </a:xfrm>
          <a:prstGeom prst="rect">
            <a:avLst/>
          </a:prstGeom>
          <a:noFill/>
        </p:spPr>
        <p:txBody>
          <a:bodyPr wrap="square" lIns="0" tIns="0" rIns="0" bIns="0">
            <a:spAutoFit/>
          </a:bodyPr>
          <a:lstStyle/>
          <a:p>
            <a:pPr algn="l">
              <a:spcBef>
                <a:spcPts val="0"/>
              </a:spcBef>
              <a:spcAft>
                <a:spcPts val="0"/>
              </a:spcAft>
            </a:pPr>
            <a:r>
              <a:rPr lang="en-US" sz="800" b="0" i="0">
                <a:solidFill>
                  <a:srgbClr val="6E8494"/>
                </a:solidFill>
                <a:latin typeface="Montserrat"/>
              </a:rPr>
              <a:t>stays ~100%; a drop = something broke</a:t>
            </a:r>
          </a:p>
        </p:txBody>
      </p:sp>
      <p:sp>
        <p:nvSpPr>
          <p:cNvPr id="60" name="TextBox 59">
            <a:extLst>
              <a:ext uri="{FF2B5EF4-FFF2-40B4-BE49-F238E27FC236}">
                <a16:creationId xmlns:a16="http://schemas.microsoft.com/office/drawing/2014/main" id="{11FD67E4-94D4-3FD4-E16E-3E204B01D806}"/>
              </a:ext>
            </a:extLst>
          </p:cNvPr>
          <p:cNvSpPr txBox="1"/>
          <p:nvPr/>
        </p:nvSpPr>
        <p:spPr>
          <a:xfrm>
            <a:off x="576072" y="6382512"/>
            <a:ext cx="10881360" cy="256032"/>
          </a:xfrm>
          <a:prstGeom prst="rect">
            <a:avLst/>
          </a:prstGeom>
          <a:noFill/>
        </p:spPr>
        <p:txBody>
          <a:bodyPr wrap="square" lIns="0" tIns="0" rIns="0" bIns="0">
            <a:spAutoFit/>
          </a:bodyPr>
          <a:lstStyle/>
          <a:p>
            <a:pPr algn="l">
              <a:spcBef>
                <a:spcPts val="0"/>
              </a:spcBef>
              <a:spcAft>
                <a:spcPts val="200"/>
              </a:spcAft>
            </a:pPr>
            <a:r>
              <a:rPr sz="850" b="0" i="1">
                <a:solidFill>
                  <a:srgbClr val="314550"/>
                </a:solidFill>
                <a:latin typeface="Montserrat"/>
              </a:rPr>
              <a:t>Source: </a:t>
            </a:r>
            <a:r>
              <a:rPr sz="850" b="0" i="1" err="1">
                <a:solidFill>
                  <a:srgbClr val="314550"/>
                </a:solidFill>
                <a:latin typeface="Montserrat"/>
              </a:rPr>
              <a:t>anthropic.com</a:t>
            </a:r>
            <a:r>
              <a:rPr sz="850" b="0" i="1">
                <a:solidFill>
                  <a:srgbClr val="314550"/>
                </a:solidFill>
                <a:latin typeface="Montserrat"/>
              </a:rPr>
              <a:t>/engineering/demystifying-evals-for-ai-agents (Jan 2026).</a:t>
            </a:r>
          </a:p>
        </p:txBody>
      </p:sp>
      <p:sp>
        <p:nvSpPr>
          <p:cNvPr id="61" name="Oval 60">
            <a:extLst>
              <a:ext uri="{FF2B5EF4-FFF2-40B4-BE49-F238E27FC236}">
                <a16:creationId xmlns:a16="http://schemas.microsoft.com/office/drawing/2014/main" id="{5BFBDDE9-73EA-473E-4643-AF984E9415F8}"/>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62" name="TextBox 61">
            <a:extLst>
              <a:ext uri="{FF2B5EF4-FFF2-40B4-BE49-F238E27FC236}">
                <a16:creationId xmlns:a16="http://schemas.microsoft.com/office/drawing/2014/main" id="{451CED3A-DC72-2E46-3948-1766AFD444C4}"/>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02 - </a:t>
            </a:r>
            <a:r>
              <a:rPr lang="es-419" sz="900" b="1">
                <a:solidFill>
                  <a:srgbClr val="314550"/>
                </a:solidFill>
                <a:latin typeface="Montserrat"/>
              </a:rPr>
              <a:t>DEFINITIONS</a:t>
            </a:r>
            <a:endParaRPr sz="900" b="1" i="0">
              <a:solidFill>
                <a:srgbClr val="314550"/>
              </a:solidFill>
              <a:latin typeface="Montserrat"/>
            </a:endParaRPr>
          </a:p>
        </p:txBody>
      </p:sp>
      <p:sp>
        <p:nvSpPr>
          <p:cNvPr id="63" name="ConCode">
            <a:extLst>
              <a:ext uri="{FF2B5EF4-FFF2-40B4-BE49-F238E27FC236}">
                <a16:creationId xmlns:a16="http://schemas.microsoft.com/office/drawing/2014/main" id="{5A725358-240D-4F89-C5F1-144F0089DFC6}"/>
              </a:ext>
            </a:extLst>
          </p:cNvPr>
          <p:cNvSpPr/>
          <p:nvPr/>
        </p:nvSpPr>
        <p:spPr>
          <a:xfrm>
            <a:off x="684765" y="3677845"/>
            <a:ext cx="1460500" cy="381000"/>
          </a:xfrm>
          <a:prstGeom prst="rect">
            <a:avLst/>
          </a:prstGeom>
          <a:noFill/>
          <a:ln>
            <a:noFill/>
          </a:ln>
        </p:spPr>
        <p:txBody>
          <a:bodyPr wrap="square" lIns="36000" tIns="7000" rIns="36000" bIns="7000" anchor="t">
            <a:normAutofit/>
          </a:bodyPr>
          <a:lstStyle/>
          <a:p>
            <a:pPr algn="l">
              <a:spcBef>
                <a:spcPts val="0"/>
              </a:spcBef>
              <a:spcAft>
                <a:spcPts val="0"/>
              </a:spcAft>
            </a:pPr>
            <a:r>
              <a:rPr lang="en-US" sz="850" b="0" i="0">
                <a:solidFill>
                  <a:srgbClr val="6E8494"/>
                </a:solidFill>
                <a:latin typeface="Montserrat"/>
              </a:rPr>
              <a:t>✗ brittle to valid variation</a:t>
            </a:r>
          </a:p>
        </p:txBody>
      </p:sp>
      <p:sp>
        <p:nvSpPr>
          <p:cNvPr id="64" name="ConLLM">
            <a:extLst>
              <a:ext uri="{FF2B5EF4-FFF2-40B4-BE49-F238E27FC236}">
                <a16:creationId xmlns:a16="http://schemas.microsoft.com/office/drawing/2014/main" id="{E62EAE2D-9DDC-7FD2-7EA2-1EC14952944D}"/>
              </a:ext>
            </a:extLst>
          </p:cNvPr>
          <p:cNvSpPr/>
          <p:nvPr/>
        </p:nvSpPr>
        <p:spPr>
          <a:xfrm>
            <a:off x="2310365" y="3677845"/>
            <a:ext cx="1460500" cy="381000"/>
          </a:xfrm>
          <a:prstGeom prst="rect">
            <a:avLst/>
          </a:prstGeom>
          <a:noFill/>
          <a:ln>
            <a:noFill/>
          </a:ln>
        </p:spPr>
        <p:txBody>
          <a:bodyPr wrap="square" lIns="36000" tIns="7000" rIns="36000" bIns="7000" anchor="t">
            <a:normAutofit/>
          </a:bodyPr>
          <a:lstStyle/>
          <a:p>
            <a:pPr algn="l">
              <a:spcBef>
                <a:spcPts val="0"/>
              </a:spcBef>
              <a:spcAft>
                <a:spcPts val="0"/>
              </a:spcAft>
            </a:pPr>
            <a:r>
              <a:rPr lang="en-US" sz="850" b="0" i="0">
                <a:solidFill>
                  <a:srgbClr val="6E8494"/>
                </a:solidFill>
                <a:latin typeface="Montserrat"/>
              </a:rPr>
              <a:t>✗ variable · needs calibration</a:t>
            </a:r>
          </a:p>
        </p:txBody>
      </p:sp>
      <p:sp>
        <p:nvSpPr>
          <p:cNvPr id="65" name="ConHuman">
            <a:extLst>
              <a:ext uri="{FF2B5EF4-FFF2-40B4-BE49-F238E27FC236}">
                <a16:creationId xmlns:a16="http://schemas.microsoft.com/office/drawing/2014/main" id="{9B6BA446-5624-5C08-0BB7-3A9D14F6A7C7}"/>
              </a:ext>
            </a:extLst>
          </p:cNvPr>
          <p:cNvSpPr/>
          <p:nvPr/>
        </p:nvSpPr>
        <p:spPr>
          <a:xfrm>
            <a:off x="3935965" y="3677845"/>
            <a:ext cx="1460500" cy="381000"/>
          </a:xfrm>
          <a:prstGeom prst="rect">
            <a:avLst/>
          </a:prstGeom>
          <a:noFill/>
          <a:ln>
            <a:noFill/>
          </a:ln>
        </p:spPr>
        <p:txBody>
          <a:bodyPr wrap="square" lIns="36000" tIns="7000" rIns="36000" bIns="7000" anchor="t">
            <a:normAutofit/>
          </a:bodyPr>
          <a:lstStyle/>
          <a:p>
            <a:pPr algn="l">
              <a:spcBef>
                <a:spcPts val="0"/>
              </a:spcBef>
              <a:spcAft>
                <a:spcPts val="0"/>
              </a:spcAft>
            </a:pPr>
            <a:r>
              <a:rPr lang="en-US" sz="850" b="0" i="0">
                <a:solidFill>
                  <a:srgbClr val="6E8494"/>
                </a:solidFill>
                <a:latin typeface="Montserrat"/>
              </a:rPr>
              <a:t>✗ slow · costly · needs experts</a:t>
            </a:r>
          </a:p>
        </p:txBody>
      </p:sp>
      <p:sp>
        <p:nvSpPr>
          <p:cNvPr id="3" name="Rectangle 2">
            <a:extLst>
              <a:ext uri="{FF2B5EF4-FFF2-40B4-BE49-F238E27FC236}">
                <a16:creationId xmlns:a16="http://schemas.microsoft.com/office/drawing/2014/main" id="{D474E1FD-173C-3F46-789E-5D307D69059C}"/>
              </a:ext>
            </a:extLst>
          </p:cNvPr>
          <p:cNvSpPr/>
          <p:nvPr/>
        </p:nvSpPr>
        <p:spPr>
          <a:xfrm>
            <a:off x="5896845" y="1315594"/>
            <a:ext cx="5715000" cy="4553712"/>
          </a:xfrm>
          <a:prstGeom prst="rect">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 name="TextBox 3">
            <a:extLst>
              <a:ext uri="{FF2B5EF4-FFF2-40B4-BE49-F238E27FC236}">
                <a16:creationId xmlns:a16="http://schemas.microsoft.com/office/drawing/2014/main" id="{EB20F98E-A559-F3F8-7325-D6218D67356A}"/>
              </a:ext>
            </a:extLst>
          </p:cNvPr>
          <p:cNvSpPr txBox="1"/>
          <p:nvPr/>
        </p:nvSpPr>
        <p:spPr>
          <a:xfrm>
            <a:off x="6079725" y="1408389"/>
            <a:ext cx="5394960" cy="274320"/>
          </a:xfrm>
          <a:prstGeom prst="rect">
            <a:avLst/>
          </a:prstGeom>
          <a:noFill/>
        </p:spPr>
        <p:txBody>
          <a:bodyPr wrap="square" lIns="0" tIns="0" rIns="0" bIns="0">
            <a:spAutoFit/>
          </a:bodyPr>
          <a:lstStyle/>
          <a:p>
            <a:pPr algn="l">
              <a:spcBef>
                <a:spcPts val="0"/>
              </a:spcBef>
              <a:spcAft>
                <a:spcPts val="200"/>
              </a:spcAft>
            </a:pPr>
            <a:r>
              <a:rPr sz="950" b="1" i="0">
                <a:solidFill>
                  <a:srgbClr val="00EDED"/>
                </a:solidFill>
                <a:latin typeface="Montserrat"/>
              </a:rPr>
              <a:t>HOW EVALS FIT TOGETHER — THE SWISS CHEESE OF QUALITY</a:t>
            </a:r>
          </a:p>
        </p:txBody>
      </p:sp>
      <p:sp>
        <p:nvSpPr>
          <p:cNvPr id="39" name="Rounded Rectangle 38">
            <a:extLst>
              <a:ext uri="{FF2B5EF4-FFF2-40B4-BE49-F238E27FC236}">
                <a16:creationId xmlns:a16="http://schemas.microsoft.com/office/drawing/2014/main" id="{2D8B9BB8-5DD4-D627-59A2-2C0A8F432B4D}"/>
              </a:ext>
            </a:extLst>
          </p:cNvPr>
          <p:cNvSpPr/>
          <p:nvPr/>
        </p:nvSpPr>
        <p:spPr>
          <a:xfrm>
            <a:off x="6262605" y="1920453"/>
            <a:ext cx="1600200" cy="1600200"/>
          </a:xfrm>
          <a:prstGeom prst="roundRect">
            <a:avLst>
              <a:gd name="adj" fmla="val 15000"/>
            </a:avLst>
          </a:prstGeom>
          <a:solidFill>
            <a:srgbClr val="A2F3F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0" name="Oval 39">
            <a:extLst>
              <a:ext uri="{FF2B5EF4-FFF2-40B4-BE49-F238E27FC236}">
                <a16:creationId xmlns:a16="http://schemas.microsoft.com/office/drawing/2014/main" id="{48833324-6354-4214-5C66-D7F3FB4382E4}"/>
              </a:ext>
            </a:extLst>
          </p:cNvPr>
          <p:cNvSpPr/>
          <p:nvPr/>
        </p:nvSpPr>
        <p:spPr>
          <a:xfrm>
            <a:off x="6582644" y="2286212"/>
            <a:ext cx="256032" cy="256032"/>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1" name="Oval 40">
            <a:extLst>
              <a:ext uri="{FF2B5EF4-FFF2-40B4-BE49-F238E27FC236}">
                <a16:creationId xmlns:a16="http://schemas.microsoft.com/office/drawing/2014/main" id="{D6B50A30-3DBB-E8A7-8FCD-878D9092BDAC}"/>
              </a:ext>
            </a:extLst>
          </p:cNvPr>
          <p:cNvSpPr/>
          <p:nvPr/>
        </p:nvSpPr>
        <p:spPr>
          <a:xfrm>
            <a:off x="7268444" y="2880572"/>
            <a:ext cx="201168" cy="201168"/>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2" name="Rounded Rectangle 41">
            <a:extLst>
              <a:ext uri="{FF2B5EF4-FFF2-40B4-BE49-F238E27FC236}">
                <a16:creationId xmlns:a16="http://schemas.microsoft.com/office/drawing/2014/main" id="{B549C37C-3452-4FDF-CF66-F7B7D2F2A111}"/>
              </a:ext>
            </a:extLst>
          </p:cNvPr>
          <p:cNvSpPr/>
          <p:nvPr/>
        </p:nvSpPr>
        <p:spPr>
          <a:xfrm>
            <a:off x="6902685" y="2423373"/>
            <a:ext cx="1600200" cy="1600200"/>
          </a:xfrm>
          <a:prstGeom prst="roundRect">
            <a:avLst>
              <a:gd name="adj" fmla="val 15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3" name="Oval 42">
            <a:extLst>
              <a:ext uri="{FF2B5EF4-FFF2-40B4-BE49-F238E27FC236}">
                <a16:creationId xmlns:a16="http://schemas.microsoft.com/office/drawing/2014/main" id="{89AD8079-F25B-57EE-B346-4A0F905AA5FA}"/>
              </a:ext>
            </a:extLst>
          </p:cNvPr>
          <p:cNvSpPr/>
          <p:nvPr/>
        </p:nvSpPr>
        <p:spPr>
          <a:xfrm>
            <a:off x="7725644" y="2743413"/>
            <a:ext cx="219456" cy="219456"/>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4" name="Oval 43">
            <a:extLst>
              <a:ext uri="{FF2B5EF4-FFF2-40B4-BE49-F238E27FC236}">
                <a16:creationId xmlns:a16="http://schemas.microsoft.com/office/drawing/2014/main" id="{7E5A38F7-4823-7219-69DB-19FD2A82F44C}"/>
              </a:ext>
            </a:extLst>
          </p:cNvPr>
          <p:cNvSpPr/>
          <p:nvPr/>
        </p:nvSpPr>
        <p:spPr>
          <a:xfrm>
            <a:off x="7222724" y="3474933"/>
            <a:ext cx="274320" cy="27432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5" name="Rounded Rectangle 44">
            <a:extLst>
              <a:ext uri="{FF2B5EF4-FFF2-40B4-BE49-F238E27FC236}">
                <a16:creationId xmlns:a16="http://schemas.microsoft.com/office/drawing/2014/main" id="{43587831-9A05-D2EA-D76A-C70344324087}"/>
              </a:ext>
            </a:extLst>
          </p:cNvPr>
          <p:cNvSpPr/>
          <p:nvPr/>
        </p:nvSpPr>
        <p:spPr>
          <a:xfrm>
            <a:off x="7542765" y="2926293"/>
            <a:ext cx="1600200" cy="1600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6" name="Oval 45">
            <a:extLst>
              <a:ext uri="{FF2B5EF4-FFF2-40B4-BE49-F238E27FC236}">
                <a16:creationId xmlns:a16="http://schemas.microsoft.com/office/drawing/2014/main" id="{8B4419ED-2578-FDD6-877B-2B31A6AE4B41}"/>
              </a:ext>
            </a:extLst>
          </p:cNvPr>
          <p:cNvSpPr/>
          <p:nvPr/>
        </p:nvSpPr>
        <p:spPr>
          <a:xfrm>
            <a:off x="8502885" y="3612093"/>
            <a:ext cx="237744" cy="237744"/>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7" name="Oval 46">
            <a:extLst>
              <a:ext uri="{FF2B5EF4-FFF2-40B4-BE49-F238E27FC236}">
                <a16:creationId xmlns:a16="http://schemas.microsoft.com/office/drawing/2014/main" id="{624F7DF8-9442-9B45-CFB0-7C94EFB45C0F}"/>
              </a:ext>
            </a:extLst>
          </p:cNvPr>
          <p:cNvSpPr/>
          <p:nvPr/>
        </p:nvSpPr>
        <p:spPr>
          <a:xfrm>
            <a:off x="7908525" y="3246333"/>
            <a:ext cx="182880" cy="18288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8" name="Right Arrow 47">
            <a:extLst>
              <a:ext uri="{FF2B5EF4-FFF2-40B4-BE49-F238E27FC236}">
                <a16:creationId xmlns:a16="http://schemas.microsoft.com/office/drawing/2014/main" id="{718EA51B-494C-297A-BD10-942DA8182222}"/>
              </a:ext>
            </a:extLst>
          </p:cNvPr>
          <p:cNvSpPr/>
          <p:nvPr/>
        </p:nvSpPr>
        <p:spPr>
          <a:xfrm rot="1500000">
            <a:off x="6052293" y="2213061"/>
            <a:ext cx="502920" cy="128016"/>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9" name="Right Arrow 48">
            <a:extLst>
              <a:ext uri="{FF2B5EF4-FFF2-40B4-BE49-F238E27FC236}">
                <a16:creationId xmlns:a16="http://schemas.microsoft.com/office/drawing/2014/main" id="{09EF6367-E5B3-73AE-86E8-178756195CF9}"/>
              </a:ext>
            </a:extLst>
          </p:cNvPr>
          <p:cNvSpPr/>
          <p:nvPr/>
        </p:nvSpPr>
        <p:spPr>
          <a:xfrm rot="1500000">
            <a:off x="7177005" y="2880573"/>
            <a:ext cx="502920" cy="128016"/>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50" name="Right Arrow 49">
            <a:extLst>
              <a:ext uri="{FF2B5EF4-FFF2-40B4-BE49-F238E27FC236}">
                <a16:creationId xmlns:a16="http://schemas.microsoft.com/office/drawing/2014/main" id="{5E1FA485-B029-7DDD-BF5E-140248FCA1D1}"/>
              </a:ext>
            </a:extLst>
          </p:cNvPr>
          <p:cNvSpPr/>
          <p:nvPr/>
        </p:nvSpPr>
        <p:spPr>
          <a:xfrm rot="1500000">
            <a:off x="8365725" y="3794972"/>
            <a:ext cx="502920" cy="128016"/>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51" name="Oval 50">
            <a:extLst>
              <a:ext uri="{FF2B5EF4-FFF2-40B4-BE49-F238E27FC236}">
                <a16:creationId xmlns:a16="http://schemas.microsoft.com/office/drawing/2014/main" id="{B42BF4D0-2493-9550-6120-D7666FFCCFC0}"/>
              </a:ext>
            </a:extLst>
          </p:cNvPr>
          <p:cNvSpPr/>
          <p:nvPr/>
        </p:nvSpPr>
        <p:spPr>
          <a:xfrm>
            <a:off x="9417285" y="2149053"/>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52" name="TextBox 51">
            <a:extLst>
              <a:ext uri="{FF2B5EF4-FFF2-40B4-BE49-F238E27FC236}">
                <a16:creationId xmlns:a16="http://schemas.microsoft.com/office/drawing/2014/main" id="{571C339A-546C-153C-4D1A-54D86FC04DAE}"/>
              </a:ext>
            </a:extLst>
          </p:cNvPr>
          <p:cNvSpPr txBox="1"/>
          <p:nvPr/>
        </p:nvSpPr>
        <p:spPr>
          <a:xfrm>
            <a:off x="9600165" y="2057613"/>
            <a:ext cx="1874519" cy="725327"/>
          </a:xfrm>
          <a:prstGeom prst="rect">
            <a:avLst/>
          </a:prstGeom>
          <a:noFill/>
        </p:spPr>
        <p:txBody>
          <a:bodyPr wrap="square" lIns="0" tIns="0" rIns="0" bIns="0">
            <a:spAutoFit/>
          </a:bodyPr>
          <a:lstStyle/>
          <a:p>
            <a:pPr algn="l">
              <a:lnSpc>
                <a:spcPct val="95000"/>
              </a:lnSpc>
              <a:spcBef>
                <a:spcPts val="0"/>
              </a:spcBef>
              <a:spcAft>
                <a:spcPts val="100"/>
              </a:spcAft>
            </a:pPr>
            <a:r>
              <a:rPr sz="1000" b="1" i="0">
                <a:solidFill>
                  <a:srgbClr val="FFFFFF"/>
                </a:solidFill>
                <a:latin typeface="Montserrat"/>
              </a:rPr>
              <a:t>Automated evals</a:t>
            </a:r>
          </a:p>
          <a:p>
            <a:pPr algn="l">
              <a:lnSpc>
                <a:spcPct val="92000"/>
              </a:lnSpc>
              <a:spcBef>
                <a:spcPts val="0"/>
              </a:spcBef>
              <a:spcAft>
                <a:spcPts val="200"/>
              </a:spcAft>
            </a:pPr>
            <a:r>
              <a:rPr sz="1000" b="0" i="0">
                <a:solidFill>
                  <a:srgbClr val="A2F3F3"/>
                </a:solidFill>
                <a:latin typeface="Montserrat"/>
              </a:rPr>
              <a:t>consistent measurement · baselines · catches regressions before deployment</a:t>
            </a:r>
          </a:p>
        </p:txBody>
      </p:sp>
      <p:sp>
        <p:nvSpPr>
          <p:cNvPr id="53" name="Oval 52">
            <a:extLst>
              <a:ext uri="{FF2B5EF4-FFF2-40B4-BE49-F238E27FC236}">
                <a16:creationId xmlns:a16="http://schemas.microsoft.com/office/drawing/2014/main" id="{A96375E8-E03B-BFC7-5078-5107F3083CD6}"/>
              </a:ext>
            </a:extLst>
          </p:cNvPr>
          <p:cNvSpPr/>
          <p:nvPr/>
        </p:nvSpPr>
        <p:spPr>
          <a:xfrm>
            <a:off x="9417285" y="3154893"/>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54" name="TextBox 53">
            <a:extLst>
              <a:ext uri="{FF2B5EF4-FFF2-40B4-BE49-F238E27FC236}">
                <a16:creationId xmlns:a16="http://schemas.microsoft.com/office/drawing/2014/main" id="{36654DAB-2320-9957-B817-83E533BEB08C}"/>
              </a:ext>
            </a:extLst>
          </p:cNvPr>
          <p:cNvSpPr txBox="1"/>
          <p:nvPr/>
        </p:nvSpPr>
        <p:spPr>
          <a:xfrm>
            <a:off x="9600165" y="3063453"/>
            <a:ext cx="1749287" cy="583750"/>
          </a:xfrm>
          <a:prstGeom prst="rect">
            <a:avLst/>
          </a:prstGeom>
          <a:noFill/>
        </p:spPr>
        <p:txBody>
          <a:bodyPr wrap="square" lIns="0" tIns="0" rIns="0" bIns="0" anchor="t">
            <a:spAutoFit/>
          </a:bodyPr>
          <a:lstStyle/>
          <a:p>
            <a:pPr>
              <a:lnSpc>
                <a:spcPct val="95000"/>
              </a:lnSpc>
              <a:spcAft>
                <a:spcPts val="100"/>
              </a:spcAft>
            </a:pPr>
            <a:r>
              <a:rPr sz="1000" b="1" i="0">
                <a:solidFill>
                  <a:srgbClr val="FFFFFF"/>
                </a:solidFill>
                <a:latin typeface="Montserrat"/>
              </a:rPr>
              <a:t>Manual review</a:t>
            </a:r>
            <a:r>
              <a:rPr lang="en-US" sz="1000" b="1">
                <a:solidFill>
                  <a:srgbClr val="FFFFFF"/>
                </a:solidFill>
                <a:latin typeface="Montserrat"/>
              </a:rPr>
              <a:t> &amp; judges</a:t>
            </a:r>
            <a:endParaRPr lang="en-US" sz="1000" b="1" i="0">
              <a:solidFill>
                <a:srgbClr val="FFFFFF"/>
              </a:solidFill>
              <a:latin typeface="Montserrat"/>
            </a:endParaRPr>
          </a:p>
          <a:p>
            <a:pPr algn="l">
              <a:lnSpc>
                <a:spcPct val="92000"/>
              </a:lnSpc>
              <a:spcBef>
                <a:spcPts val="0"/>
              </a:spcBef>
              <a:spcAft>
                <a:spcPts val="200"/>
              </a:spcAft>
            </a:pPr>
            <a:r>
              <a:rPr sz="1000" b="0" i="0">
                <a:solidFill>
                  <a:srgbClr val="A2F3F3"/>
                </a:solidFill>
                <a:latin typeface="Montserrat"/>
              </a:rPr>
              <a:t>catches nuanced failures and unexpected user or agent behavior</a:t>
            </a:r>
          </a:p>
        </p:txBody>
      </p:sp>
      <p:sp>
        <p:nvSpPr>
          <p:cNvPr id="55" name="Oval 54">
            <a:extLst>
              <a:ext uri="{FF2B5EF4-FFF2-40B4-BE49-F238E27FC236}">
                <a16:creationId xmlns:a16="http://schemas.microsoft.com/office/drawing/2014/main" id="{93A9FAB5-A891-0F6C-6515-4D640E8C5D4B}"/>
              </a:ext>
            </a:extLst>
          </p:cNvPr>
          <p:cNvSpPr/>
          <p:nvPr/>
        </p:nvSpPr>
        <p:spPr>
          <a:xfrm>
            <a:off x="9417285" y="4160733"/>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56" name="TextBox 55">
            <a:extLst>
              <a:ext uri="{FF2B5EF4-FFF2-40B4-BE49-F238E27FC236}">
                <a16:creationId xmlns:a16="http://schemas.microsoft.com/office/drawing/2014/main" id="{B2446ED8-5136-0B33-C75A-61BDDBAD039A}"/>
              </a:ext>
            </a:extLst>
          </p:cNvPr>
          <p:cNvSpPr txBox="1"/>
          <p:nvPr/>
        </p:nvSpPr>
        <p:spPr>
          <a:xfrm>
            <a:off x="9600165" y="4069293"/>
            <a:ext cx="1874519" cy="588366"/>
          </a:xfrm>
          <a:prstGeom prst="rect">
            <a:avLst/>
          </a:prstGeom>
          <a:noFill/>
        </p:spPr>
        <p:txBody>
          <a:bodyPr wrap="square" lIns="0" tIns="0" rIns="0" bIns="0">
            <a:spAutoFit/>
          </a:bodyPr>
          <a:lstStyle/>
          <a:p>
            <a:pPr algn="l">
              <a:lnSpc>
                <a:spcPct val="95000"/>
              </a:lnSpc>
              <a:spcBef>
                <a:spcPts val="0"/>
              </a:spcBef>
              <a:spcAft>
                <a:spcPts val="100"/>
              </a:spcAft>
            </a:pPr>
            <a:r>
              <a:rPr sz="1000" b="1" i="0">
                <a:solidFill>
                  <a:srgbClr val="FFFFFF"/>
                </a:solidFill>
                <a:latin typeface="Montserrat"/>
              </a:rPr>
              <a:t>Production monitoring, A/B tests &amp; user feedback</a:t>
            </a:r>
          </a:p>
          <a:p>
            <a:pPr algn="l">
              <a:lnSpc>
                <a:spcPct val="92000"/>
              </a:lnSpc>
              <a:spcBef>
                <a:spcPts val="0"/>
              </a:spcBef>
              <a:spcAft>
                <a:spcPts val="200"/>
              </a:spcAft>
            </a:pPr>
            <a:r>
              <a:rPr sz="1000" b="0" i="0">
                <a:solidFill>
                  <a:srgbClr val="A2F3F3"/>
                </a:solidFill>
                <a:latin typeface="Montserrat"/>
              </a:rPr>
              <a:t>surfaces rare edge cases and real usage patterns at scale</a:t>
            </a:r>
          </a:p>
        </p:txBody>
      </p:sp>
      <p:sp>
        <p:nvSpPr>
          <p:cNvPr id="57" name="TextBox 56">
            <a:extLst>
              <a:ext uri="{FF2B5EF4-FFF2-40B4-BE49-F238E27FC236}">
                <a16:creationId xmlns:a16="http://schemas.microsoft.com/office/drawing/2014/main" id="{90D57374-57FB-7EC0-B91F-2B4D8464304C}"/>
              </a:ext>
            </a:extLst>
          </p:cNvPr>
          <p:cNvSpPr txBox="1"/>
          <p:nvPr/>
        </p:nvSpPr>
        <p:spPr>
          <a:xfrm>
            <a:off x="6079725" y="5166573"/>
            <a:ext cx="5394960" cy="338554"/>
          </a:xfrm>
          <a:prstGeom prst="rect">
            <a:avLst/>
          </a:prstGeom>
          <a:noFill/>
        </p:spPr>
        <p:txBody>
          <a:bodyPr wrap="square" lIns="0" tIns="0" rIns="0" bIns="0">
            <a:spAutoFit/>
          </a:bodyPr>
          <a:lstStyle/>
          <a:p>
            <a:pPr algn="l">
              <a:lnSpc>
                <a:spcPct val="100000"/>
              </a:lnSpc>
              <a:spcBef>
                <a:spcPts val="0"/>
              </a:spcBef>
              <a:spcAft>
                <a:spcPts val="200"/>
              </a:spcAft>
            </a:pPr>
            <a:r>
              <a:rPr sz="1100" b="0" i="1">
                <a:solidFill>
                  <a:srgbClr val="FFFFFF"/>
                </a:solidFill>
                <a:latin typeface="Montserrat"/>
              </a:rPr>
              <a:t>No single evaluation layer catches every issue. With multiple layers combined, failures that slip through one are caught by another.</a:t>
            </a:r>
          </a:p>
        </p:txBody>
      </p:sp>
      <p:sp>
        <p:nvSpPr>
          <p:cNvPr id="58" name="TextBox 57">
            <a:extLst>
              <a:ext uri="{FF2B5EF4-FFF2-40B4-BE49-F238E27FC236}">
                <a16:creationId xmlns:a16="http://schemas.microsoft.com/office/drawing/2014/main" id="{1EAC5374-79CE-C2D4-244C-2EB66618A290}"/>
              </a:ext>
            </a:extLst>
          </p:cNvPr>
          <p:cNvSpPr txBox="1"/>
          <p:nvPr/>
        </p:nvSpPr>
        <p:spPr>
          <a:xfrm>
            <a:off x="872725" y="2022373"/>
            <a:ext cx="4749800" cy="123111"/>
          </a:xfrm>
          <a:prstGeom prst="rect">
            <a:avLst/>
          </a:prstGeom>
          <a:noFill/>
        </p:spPr>
        <p:txBody>
          <a:bodyPr wrap="square" lIns="0" tIns="0" rIns="0" bIns="0">
            <a:spAutoFit/>
          </a:bodyPr>
          <a:lstStyle/>
          <a:p>
            <a:pPr algn="l">
              <a:lnSpc>
                <a:spcPct val="100000"/>
              </a:lnSpc>
              <a:spcBef>
                <a:spcPts val="0"/>
              </a:spcBef>
              <a:spcAft>
                <a:spcPts val="200"/>
              </a:spcAft>
            </a:pPr>
            <a:r>
              <a:rPr lang="es-419" sz="800" b="0" i="0">
                <a:solidFill>
                  <a:srgbClr val="314550"/>
                </a:solidFill>
                <a:latin typeface="Montserrat"/>
              </a:rPr>
              <a:t>+ reference / GT</a:t>
            </a:r>
            <a:endParaRPr sz="800" b="0" i="0">
              <a:solidFill>
                <a:srgbClr val="314550"/>
              </a:solidFill>
              <a:latin typeface="Montserrat"/>
            </a:endParaRPr>
          </a:p>
        </p:txBody>
      </p:sp>
      <p:sp>
        <p:nvSpPr>
          <p:cNvPr id="67" name="Title 1">
            <a:extLst>
              <a:ext uri="{FF2B5EF4-FFF2-40B4-BE49-F238E27FC236}">
                <a16:creationId xmlns:a16="http://schemas.microsoft.com/office/drawing/2014/main" id="{2F387CA2-F917-16E2-DF97-A1049A27F5AD}"/>
              </a:ext>
            </a:extLst>
          </p:cNvPr>
          <p:cNvSpPr txBox="1">
            <a:spLocks/>
          </p:cNvSpPr>
          <p:nvPr/>
        </p:nvSpPr>
        <p:spPr>
          <a:xfrm>
            <a:off x="570465" y="453195"/>
            <a:ext cx="10857999" cy="323165"/>
          </a:xfrm>
          <a:prstGeom prst="rect">
            <a:avLst/>
          </a:prstGeom>
        </p:spPr>
        <p:txBody>
          <a:bodyPr vert="horz" wrap="square" lIns="0" tIns="0" rIns="0" bIns="0" rtlCol="0" anchor="t">
            <a:spAutoFit/>
          </a:bodyPr>
          <a:lstStyle>
            <a:lvl1pPr marL="0" algn="l" defTabSz="913974" rtl="0" eaLnBrk="1" latinLnBrk="0" hangingPunct="1">
              <a:lnSpc>
                <a:spcPct val="100000"/>
              </a:lnSpc>
              <a:spcBef>
                <a:spcPct val="0"/>
              </a:spcBef>
              <a:buNone/>
              <a:defRPr lang="en-IN" sz="3600" b="0" i="0" kern="1200" dirty="0">
                <a:solidFill>
                  <a:schemeClr val="bg2"/>
                </a:solidFill>
                <a:latin typeface="+mn-lt"/>
                <a:ea typeface="+mj-ea"/>
                <a:cs typeface="+mj-cs"/>
              </a:defRPr>
            </a:lvl1pPr>
          </a:lstStyle>
          <a:p>
            <a:r>
              <a:rPr lang="en-US" sz="2100" b="1">
                <a:solidFill>
                  <a:srgbClr val="053057"/>
                </a:solidFill>
                <a:latin typeface="Montserrat"/>
              </a:rPr>
              <a:t>The Anatomy of Evaluation</a:t>
            </a:r>
          </a:p>
        </p:txBody>
      </p:sp>
    </p:spTree>
    <p:extLst>
      <p:ext uri="{BB962C8B-B14F-4D97-AF65-F5344CB8AC3E}">
        <p14:creationId xmlns:p14="http://schemas.microsoft.com/office/powerpoint/2010/main" val="1159627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A5556-6D3E-5010-33B5-A92286016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A45AA-25D6-F70D-C4AB-84084580D669}"/>
              </a:ext>
            </a:extLst>
          </p:cNvPr>
          <p:cNvSpPr>
            <a:spLocks noGrp="1"/>
          </p:cNvSpPr>
          <p:nvPr>
            <p:ph type="title"/>
          </p:nvPr>
        </p:nvSpPr>
        <p:spPr>
          <a:xfrm>
            <a:off x="570465" y="453195"/>
            <a:ext cx="10857999" cy="307777"/>
          </a:xfrm>
        </p:spPr>
        <p:txBody>
          <a:bodyPr/>
          <a:lstStyle/>
          <a:p>
            <a:r>
              <a:rPr lang="en-US" sz="2000" b="1">
                <a:solidFill>
                  <a:srgbClr val="053057"/>
                </a:solidFill>
                <a:latin typeface="Montserrat"/>
              </a:rPr>
              <a:t>Vanguard Evals — Plan &amp; Results</a:t>
            </a:r>
          </a:p>
        </p:txBody>
      </p:sp>
      <p:sp>
        <p:nvSpPr>
          <p:cNvPr id="5" name="TextBox 4"/>
          <p:cNvSpPr txBox="1"/>
          <p:nvPr/>
        </p:nvSpPr>
        <p:spPr>
          <a:xfrm>
            <a:off x="576072" y="787400"/>
            <a:ext cx="10881360" cy="215444"/>
          </a:xfrm>
          <a:prstGeom prst="rect">
            <a:avLst/>
          </a:prstGeom>
          <a:noFill/>
        </p:spPr>
        <p:txBody>
          <a:bodyPr wrap="square" lIns="0" tIns="0" rIns="0" bIns="0">
            <a:spAutoFit/>
          </a:bodyPr>
          <a:lstStyle/>
          <a:p>
            <a:r>
              <a:rPr lang="en-US" sz="1400">
                <a:solidFill>
                  <a:srgbClr val="314550"/>
                </a:solidFill>
                <a:latin typeface="Montserrat"/>
              </a:rPr>
              <a:t>An end-to-end evaluation framework — </a:t>
            </a:r>
            <a:r>
              <a:rPr lang="en-US" sz="1400" b="1">
                <a:solidFill>
                  <a:srgbClr val="314550"/>
                </a:solidFill>
                <a:latin typeface="Montserrat"/>
              </a:rPr>
              <a:t>VG-Experiments package </a:t>
            </a:r>
            <a:r>
              <a:rPr lang="en-US" sz="1400">
                <a:solidFill>
                  <a:srgbClr val="314550"/>
                </a:solidFill>
                <a:latin typeface="Montserrat"/>
              </a:rPr>
              <a:t>which automates the engine (Phases 3–4)</a:t>
            </a:r>
          </a:p>
        </p:txBody>
      </p:sp>
      <p:sp>
        <p:nvSpPr>
          <p:cNvPr id="28" name="Oval 27">
            <a:extLst>
              <a:ext uri="{FF2B5EF4-FFF2-40B4-BE49-F238E27FC236}">
                <a16:creationId xmlns:a16="http://schemas.microsoft.com/office/drawing/2014/main" id="{18B90A13-ACEA-6792-7D97-4369AD85CB84}"/>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9" name="TextBox 28">
            <a:extLst>
              <a:ext uri="{FF2B5EF4-FFF2-40B4-BE49-F238E27FC236}">
                <a16:creationId xmlns:a16="http://schemas.microsoft.com/office/drawing/2014/main" id="{0E12B625-9072-7A6E-4934-088DE8F1992F}"/>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03 – DEVELOPMENT – VANGUARD EVALS</a:t>
            </a:r>
            <a:endParaRPr sz="900" b="1" i="0">
              <a:solidFill>
                <a:srgbClr val="314550"/>
              </a:solidFill>
              <a:latin typeface="Montserrat"/>
            </a:endParaRPr>
          </a:p>
        </p:txBody>
      </p:sp>
      <p:sp>
        <p:nvSpPr>
          <p:cNvPr id="237" name="phxFrame0"/>
          <p:cNvSpPr/>
          <p:nvPr/>
        </p:nvSpPr>
        <p:spPr>
          <a:xfrm>
            <a:off x="569430" y="4471019"/>
            <a:ext cx="2095500" cy="863600"/>
          </a:xfrm>
          <a:prstGeom prst="rect">
            <a:avLst/>
          </a:prstGeom>
          <a:solidFill>
            <a:srgbClr val="F4F3F0"/>
          </a:solidFill>
          <a:ln w="6350">
            <a:solidFill>
              <a:srgbClr val="314550"/>
            </a:solidFill>
          </a:ln>
        </p:spPr>
        <p:txBody>
          <a:bodyPr/>
          <a:lstStyle/>
          <a:p>
            <a:endParaRPr lang="es-ES_tradnl"/>
          </a:p>
        </p:txBody>
      </p:sp>
      <p:sp>
        <p:nvSpPr>
          <p:cNvPr id="239" name="phxFrame1"/>
          <p:cNvSpPr/>
          <p:nvPr/>
        </p:nvSpPr>
        <p:spPr>
          <a:xfrm>
            <a:off x="2791930" y="4471019"/>
            <a:ext cx="2095500" cy="863600"/>
          </a:xfrm>
          <a:prstGeom prst="rect">
            <a:avLst/>
          </a:prstGeom>
          <a:solidFill>
            <a:srgbClr val="F4F3F0"/>
          </a:solidFill>
          <a:ln w="6350">
            <a:solidFill>
              <a:srgbClr val="314550"/>
            </a:solidFill>
          </a:ln>
        </p:spPr>
        <p:txBody>
          <a:bodyPr/>
          <a:lstStyle/>
          <a:p>
            <a:endParaRPr lang="es-ES_tradnl"/>
          </a:p>
        </p:txBody>
      </p:sp>
      <p:sp>
        <p:nvSpPr>
          <p:cNvPr id="241" name="phxFrame2"/>
          <p:cNvSpPr/>
          <p:nvPr/>
        </p:nvSpPr>
        <p:spPr>
          <a:xfrm>
            <a:off x="5014430" y="4471019"/>
            <a:ext cx="2095500" cy="863600"/>
          </a:xfrm>
          <a:prstGeom prst="rect">
            <a:avLst/>
          </a:prstGeom>
          <a:solidFill>
            <a:srgbClr val="F4F3F0"/>
          </a:solidFill>
          <a:ln w="6350">
            <a:solidFill>
              <a:srgbClr val="314550"/>
            </a:solidFill>
          </a:ln>
        </p:spPr>
        <p:txBody>
          <a:bodyPr/>
          <a:lstStyle/>
          <a:p>
            <a:endParaRPr lang="es-ES_tradnl"/>
          </a:p>
        </p:txBody>
      </p:sp>
      <p:pic>
        <p:nvPicPr>
          <p:cNvPr id="3" name="Picture 2">
            <a:extLst>
              <a:ext uri="{FF2B5EF4-FFF2-40B4-BE49-F238E27FC236}">
                <a16:creationId xmlns:a16="http://schemas.microsoft.com/office/drawing/2014/main" id="{B49C9D63-3D98-9364-BD47-8221E3535B02}"/>
              </a:ext>
            </a:extLst>
          </p:cNvPr>
          <p:cNvPicPr>
            <a:picLocks noChangeAspect="1"/>
          </p:cNvPicPr>
          <p:nvPr/>
        </p:nvPicPr>
        <p:blipFill>
          <a:blip r:embed="rId3"/>
          <a:stretch>
            <a:fillRect/>
          </a:stretch>
        </p:blipFill>
        <p:spPr>
          <a:xfrm>
            <a:off x="594830" y="4496419"/>
            <a:ext cx="2044700" cy="831127"/>
          </a:xfrm>
          <a:prstGeom prst="rect">
            <a:avLst/>
          </a:prstGeom>
        </p:spPr>
      </p:pic>
      <p:pic>
        <p:nvPicPr>
          <p:cNvPr id="4" name="Picture 3">
            <a:extLst>
              <a:ext uri="{FF2B5EF4-FFF2-40B4-BE49-F238E27FC236}">
                <a16:creationId xmlns:a16="http://schemas.microsoft.com/office/drawing/2014/main" id="{D151DDE2-ADC4-A583-2BA1-81435065FEED}"/>
              </a:ext>
            </a:extLst>
          </p:cNvPr>
          <p:cNvPicPr>
            <a:picLocks noChangeAspect="1"/>
          </p:cNvPicPr>
          <p:nvPr/>
        </p:nvPicPr>
        <p:blipFill>
          <a:blip r:embed="rId4"/>
          <a:stretch>
            <a:fillRect/>
          </a:stretch>
        </p:blipFill>
        <p:spPr>
          <a:xfrm>
            <a:off x="2817330" y="4496419"/>
            <a:ext cx="2044700" cy="837251"/>
          </a:xfrm>
          <a:prstGeom prst="rect">
            <a:avLst/>
          </a:prstGeom>
        </p:spPr>
      </p:pic>
      <p:pic>
        <p:nvPicPr>
          <p:cNvPr id="6" name="Picture 5">
            <a:extLst>
              <a:ext uri="{FF2B5EF4-FFF2-40B4-BE49-F238E27FC236}">
                <a16:creationId xmlns:a16="http://schemas.microsoft.com/office/drawing/2014/main" id="{09C13081-CC57-B98B-6FB0-BD26572FB958}"/>
              </a:ext>
            </a:extLst>
          </p:cNvPr>
          <p:cNvPicPr>
            <a:picLocks noChangeAspect="1"/>
          </p:cNvPicPr>
          <p:nvPr/>
        </p:nvPicPr>
        <p:blipFill>
          <a:blip r:embed="rId5"/>
          <a:stretch>
            <a:fillRect/>
          </a:stretch>
        </p:blipFill>
        <p:spPr>
          <a:xfrm>
            <a:off x="5039830" y="4496419"/>
            <a:ext cx="2044700" cy="832946"/>
          </a:xfrm>
          <a:prstGeom prst="rect">
            <a:avLst/>
          </a:prstGeom>
        </p:spPr>
      </p:pic>
      <p:sp>
        <p:nvSpPr>
          <p:cNvPr id="321" name="B_head"/>
          <p:cNvSpPr/>
          <p:nvPr/>
        </p:nvSpPr>
        <p:spPr>
          <a:xfrm>
            <a:off x="569430" y="2743819"/>
            <a:ext cx="6350000" cy="190500"/>
          </a:xfrm>
          <a:prstGeom prst="rect">
            <a:avLst/>
          </a:prstGeom>
          <a:noFill/>
          <a:ln>
            <a:noFill/>
          </a:ln>
        </p:spPr>
        <p:txBody>
          <a:bodyPr wrap="square" lIns="0" tIns="0" rIns="0" bIns="0" anchor="ctr">
            <a:normAutofit/>
          </a:bodyPr>
          <a:lstStyle/>
          <a:p>
            <a:pPr algn="l">
              <a:spcBef>
                <a:spcPts val="0"/>
              </a:spcBef>
              <a:spcAft>
                <a:spcPts val="0"/>
              </a:spcAft>
            </a:pPr>
            <a:r>
              <a:rPr lang="en-US" sz="1050" b="1">
                <a:solidFill>
                  <a:srgbClr val="053057"/>
                </a:solidFill>
                <a:latin typeface="Montserrat"/>
              </a:rPr>
              <a:t>2 · One Pattern for Every Agent</a:t>
            </a:r>
          </a:p>
        </p:txBody>
      </p:sp>
      <p:sp>
        <p:nvSpPr>
          <p:cNvPr id="322" name="anat0"/>
          <p:cNvSpPr/>
          <p:nvPr/>
        </p:nvSpPr>
        <p:spPr>
          <a:xfrm>
            <a:off x="569430" y="3010519"/>
            <a:ext cx="3365500" cy="431800"/>
          </a:xfrm>
          <a:prstGeom prst="roundRect">
            <a:avLst/>
          </a:prstGeom>
          <a:solidFill>
            <a:srgbClr val="A2F3F3"/>
          </a:solidFill>
          <a:ln>
            <a:noFill/>
          </a:ln>
        </p:spPr>
        <p:txBody>
          <a:bodyPr wrap="square" lIns="0" tIns="0" rIns="0" bIns="0" anchor="ctr">
            <a:normAutofit/>
          </a:bodyPr>
          <a:lstStyle/>
          <a:p>
            <a:pPr algn="ctr">
              <a:spcBef>
                <a:spcPts val="0"/>
              </a:spcBef>
              <a:spcAft>
                <a:spcPts val="0"/>
              </a:spcAft>
            </a:pPr>
            <a:r>
              <a:rPr lang="en-US" sz="950" b="1">
                <a:solidFill>
                  <a:srgbClr val="053057"/>
                </a:solidFill>
                <a:latin typeface="Montserrat"/>
              </a:rPr>
              <a:t>Dataset</a:t>
            </a:r>
          </a:p>
          <a:p>
            <a:pPr algn="ctr">
              <a:spcBef>
                <a:spcPts val="0"/>
              </a:spcBef>
              <a:spcAft>
                <a:spcPts val="0"/>
              </a:spcAft>
            </a:pPr>
            <a:r>
              <a:rPr lang="en-US" sz="750">
                <a:solidFill>
                  <a:srgbClr val="314550"/>
                </a:solidFill>
                <a:latin typeface="Montserrat"/>
              </a:rPr>
              <a:t>Versioned GT in Phoenix</a:t>
            </a:r>
          </a:p>
        </p:txBody>
      </p:sp>
      <p:sp>
        <p:nvSpPr>
          <p:cNvPr id="323" name="anat1"/>
          <p:cNvSpPr/>
          <p:nvPr/>
        </p:nvSpPr>
        <p:spPr>
          <a:xfrm>
            <a:off x="4277830" y="3010519"/>
            <a:ext cx="3365500" cy="431800"/>
          </a:xfrm>
          <a:prstGeom prst="roundRect">
            <a:avLst/>
          </a:prstGeom>
          <a:solidFill>
            <a:srgbClr val="A2F3F3"/>
          </a:solidFill>
          <a:ln>
            <a:noFill/>
          </a:ln>
        </p:spPr>
        <p:txBody>
          <a:bodyPr wrap="square" lIns="0" tIns="0" rIns="0" bIns="0" anchor="ctr">
            <a:normAutofit/>
          </a:bodyPr>
          <a:lstStyle/>
          <a:p>
            <a:pPr algn="ctr">
              <a:spcBef>
                <a:spcPts val="0"/>
              </a:spcBef>
              <a:spcAft>
                <a:spcPts val="0"/>
              </a:spcAft>
            </a:pPr>
            <a:r>
              <a:rPr lang="en-US" sz="950" b="1">
                <a:solidFill>
                  <a:srgbClr val="053057"/>
                </a:solidFill>
                <a:latin typeface="Montserrat"/>
              </a:rPr>
              <a:t>Task</a:t>
            </a:r>
          </a:p>
          <a:p>
            <a:pPr algn="ctr">
              <a:spcBef>
                <a:spcPts val="0"/>
              </a:spcBef>
              <a:spcAft>
                <a:spcPts val="0"/>
              </a:spcAft>
            </a:pPr>
            <a:r>
              <a:rPr lang="en-US" sz="750">
                <a:solidFill>
                  <a:srgbClr val="314550"/>
                </a:solidFill>
                <a:latin typeface="Montserrat"/>
              </a:rPr>
              <a:t>Calls the agent / feature</a:t>
            </a:r>
          </a:p>
        </p:txBody>
      </p:sp>
      <p:sp>
        <p:nvSpPr>
          <p:cNvPr id="324" name="anat2"/>
          <p:cNvSpPr/>
          <p:nvPr/>
        </p:nvSpPr>
        <p:spPr>
          <a:xfrm>
            <a:off x="7986230" y="3010519"/>
            <a:ext cx="3365500" cy="431800"/>
          </a:xfrm>
          <a:prstGeom prst="roundRect">
            <a:avLst/>
          </a:prstGeom>
          <a:solidFill>
            <a:srgbClr val="A2F3F3"/>
          </a:solidFill>
          <a:ln>
            <a:noFill/>
          </a:ln>
        </p:spPr>
        <p:txBody>
          <a:bodyPr wrap="square" lIns="0" tIns="0" rIns="0" bIns="0" anchor="ctr">
            <a:normAutofit/>
          </a:bodyPr>
          <a:lstStyle/>
          <a:p>
            <a:pPr algn="ctr">
              <a:spcBef>
                <a:spcPts val="0"/>
              </a:spcBef>
              <a:spcAft>
                <a:spcPts val="0"/>
              </a:spcAft>
            </a:pPr>
            <a:r>
              <a:rPr lang="en-US" sz="950" b="1">
                <a:solidFill>
                  <a:srgbClr val="053057"/>
                </a:solidFill>
                <a:latin typeface="Montserrat"/>
              </a:rPr>
              <a:t>Graders</a:t>
            </a:r>
          </a:p>
          <a:p>
            <a:pPr algn="ctr">
              <a:spcBef>
                <a:spcPts val="0"/>
              </a:spcBef>
              <a:spcAft>
                <a:spcPts val="0"/>
              </a:spcAft>
            </a:pPr>
            <a:r>
              <a:rPr lang="en-US" sz="750">
                <a:solidFill>
                  <a:srgbClr val="314550"/>
                </a:solidFill>
                <a:latin typeface="Montserrat"/>
              </a:rPr>
              <a:t>Score the output</a:t>
            </a:r>
          </a:p>
        </p:txBody>
      </p:sp>
      <p:sp>
        <p:nvSpPr>
          <p:cNvPr id="325" name="plusA"/>
          <p:cNvSpPr/>
          <p:nvPr/>
        </p:nvSpPr>
        <p:spPr>
          <a:xfrm>
            <a:off x="3960330" y="3035919"/>
            <a:ext cx="279400" cy="381000"/>
          </a:xfrm>
          <a:prstGeom prst="rect">
            <a:avLst/>
          </a:prstGeom>
          <a:noFill/>
          <a:ln>
            <a:noFill/>
          </a:ln>
        </p:spPr>
        <p:txBody>
          <a:bodyPr wrap="square" lIns="0" tIns="0" rIns="0" bIns="0" anchor="ctr">
            <a:normAutofit/>
          </a:bodyPr>
          <a:lstStyle/>
          <a:p>
            <a:pPr algn="ctr">
              <a:spcBef>
                <a:spcPts val="0"/>
              </a:spcBef>
              <a:spcAft>
                <a:spcPts val="0"/>
              </a:spcAft>
            </a:pPr>
            <a:r>
              <a:rPr lang="en-US" sz="1400" b="1">
                <a:solidFill>
                  <a:srgbClr val="053057"/>
                </a:solidFill>
                <a:latin typeface="Montserrat"/>
              </a:rPr>
              <a:t>+</a:t>
            </a:r>
          </a:p>
        </p:txBody>
      </p:sp>
      <p:sp>
        <p:nvSpPr>
          <p:cNvPr id="326" name="plusB"/>
          <p:cNvSpPr/>
          <p:nvPr/>
        </p:nvSpPr>
        <p:spPr>
          <a:xfrm>
            <a:off x="7668730" y="3035919"/>
            <a:ext cx="279400" cy="381000"/>
          </a:xfrm>
          <a:prstGeom prst="rect">
            <a:avLst/>
          </a:prstGeom>
          <a:noFill/>
          <a:ln>
            <a:noFill/>
          </a:ln>
        </p:spPr>
        <p:txBody>
          <a:bodyPr wrap="square" lIns="0" tIns="0" rIns="0" bIns="0" anchor="ctr">
            <a:normAutofit/>
          </a:bodyPr>
          <a:lstStyle/>
          <a:p>
            <a:pPr algn="ctr">
              <a:spcBef>
                <a:spcPts val="0"/>
              </a:spcBef>
              <a:spcAft>
                <a:spcPts val="0"/>
              </a:spcAft>
            </a:pPr>
            <a:r>
              <a:rPr lang="en-US" sz="1400" b="1">
                <a:solidFill>
                  <a:srgbClr val="053057"/>
                </a:solidFill>
                <a:latin typeface="Montserrat"/>
              </a:rPr>
              <a:t>+</a:t>
            </a:r>
          </a:p>
        </p:txBody>
      </p:sp>
      <p:sp>
        <p:nvSpPr>
          <p:cNvPr id="327" name="chip0"/>
          <p:cNvSpPr/>
          <p:nvPr/>
        </p:nvSpPr>
        <p:spPr>
          <a:xfrm>
            <a:off x="569430" y="3556619"/>
            <a:ext cx="1905000" cy="2286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800" b="1">
                <a:solidFill>
                  <a:srgbClr val="FFFFFF"/>
                </a:solidFill>
                <a:latin typeface="Montserrat"/>
              </a:rPr>
              <a:t>User / Client</a:t>
            </a:r>
          </a:p>
        </p:txBody>
      </p:sp>
      <p:sp>
        <p:nvSpPr>
          <p:cNvPr id="328" name="arr0"/>
          <p:cNvSpPr/>
          <p:nvPr/>
        </p:nvSpPr>
        <p:spPr>
          <a:xfrm>
            <a:off x="2474430" y="3556619"/>
            <a:ext cx="304800" cy="228600"/>
          </a:xfrm>
          <a:prstGeom prst="rect">
            <a:avLst/>
          </a:prstGeom>
          <a:noFill/>
          <a:ln>
            <a:noFill/>
          </a:ln>
        </p:spPr>
        <p:txBody>
          <a:bodyPr wrap="square" lIns="0" tIns="0" rIns="0" bIns="0" anchor="ctr">
            <a:normAutofit/>
          </a:bodyPr>
          <a:lstStyle/>
          <a:p>
            <a:pPr algn="ctr">
              <a:spcBef>
                <a:spcPts val="0"/>
              </a:spcBef>
              <a:spcAft>
                <a:spcPts val="0"/>
              </a:spcAft>
            </a:pPr>
            <a:r>
              <a:rPr lang="en-US" sz="1100" b="1">
                <a:solidFill>
                  <a:srgbClr val="053057"/>
                </a:solidFill>
                <a:latin typeface="Montserrat"/>
              </a:rPr>
              <a:t>→</a:t>
            </a:r>
          </a:p>
        </p:txBody>
      </p:sp>
      <p:sp>
        <p:nvSpPr>
          <p:cNvPr id="329" name="chip1"/>
          <p:cNvSpPr/>
          <p:nvPr/>
        </p:nvSpPr>
        <p:spPr>
          <a:xfrm>
            <a:off x="2779230" y="3556619"/>
            <a:ext cx="1905000" cy="2286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800" b="1">
                <a:solidFill>
                  <a:srgbClr val="FFFFFF"/>
                </a:solidFill>
                <a:latin typeface="Montserrat"/>
              </a:rPr>
              <a:t>VG-Experiments API</a:t>
            </a:r>
          </a:p>
        </p:txBody>
      </p:sp>
      <p:sp>
        <p:nvSpPr>
          <p:cNvPr id="330" name="arr1"/>
          <p:cNvSpPr/>
          <p:nvPr/>
        </p:nvSpPr>
        <p:spPr>
          <a:xfrm>
            <a:off x="4684230" y="3556619"/>
            <a:ext cx="304800" cy="228600"/>
          </a:xfrm>
          <a:prstGeom prst="rect">
            <a:avLst/>
          </a:prstGeom>
          <a:noFill/>
          <a:ln>
            <a:noFill/>
          </a:ln>
        </p:spPr>
        <p:txBody>
          <a:bodyPr wrap="square" lIns="0" tIns="0" rIns="0" bIns="0" anchor="ctr">
            <a:normAutofit/>
          </a:bodyPr>
          <a:lstStyle/>
          <a:p>
            <a:pPr algn="ctr">
              <a:spcBef>
                <a:spcPts val="0"/>
              </a:spcBef>
              <a:spcAft>
                <a:spcPts val="0"/>
              </a:spcAft>
            </a:pPr>
            <a:r>
              <a:rPr lang="en-US" sz="1100" b="1">
                <a:solidFill>
                  <a:srgbClr val="053057"/>
                </a:solidFill>
                <a:latin typeface="Montserrat"/>
              </a:rPr>
              <a:t>→</a:t>
            </a:r>
          </a:p>
        </p:txBody>
      </p:sp>
      <p:sp>
        <p:nvSpPr>
          <p:cNvPr id="331" name="chip2"/>
          <p:cNvSpPr/>
          <p:nvPr/>
        </p:nvSpPr>
        <p:spPr>
          <a:xfrm>
            <a:off x="4989030" y="3556619"/>
            <a:ext cx="1905000" cy="2286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800" b="1">
                <a:solidFill>
                  <a:srgbClr val="FFFFFF"/>
                </a:solidFill>
                <a:latin typeface="Montserrat"/>
              </a:rPr>
              <a:t>Azure Blob</a:t>
            </a:r>
          </a:p>
        </p:txBody>
      </p:sp>
      <p:sp>
        <p:nvSpPr>
          <p:cNvPr id="332" name="arr2"/>
          <p:cNvSpPr/>
          <p:nvPr/>
        </p:nvSpPr>
        <p:spPr>
          <a:xfrm>
            <a:off x="6894030" y="3556619"/>
            <a:ext cx="304800" cy="228600"/>
          </a:xfrm>
          <a:prstGeom prst="rect">
            <a:avLst/>
          </a:prstGeom>
          <a:noFill/>
          <a:ln>
            <a:noFill/>
          </a:ln>
        </p:spPr>
        <p:txBody>
          <a:bodyPr wrap="square" lIns="0" tIns="0" rIns="0" bIns="0" anchor="ctr">
            <a:normAutofit/>
          </a:bodyPr>
          <a:lstStyle/>
          <a:p>
            <a:pPr algn="ctr">
              <a:spcBef>
                <a:spcPts val="0"/>
              </a:spcBef>
              <a:spcAft>
                <a:spcPts val="0"/>
              </a:spcAft>
            </a:pPr>
            <a:r>
              <a:rPr lang="en-US" sz="1100" b="1">
                <a:solidFill>
                  <a:srgbClr val="053057"/>
                </a:solidFill>
                <a:latin typeface="Montserrat"/>
              </a:rPr>
              <a:t>→</a:t>
            </a:r>
          </a:p>
        </p:txBody>
      </p:sp>
      <p:sp>
        <p:nvSpPr>
          <p:cNvPr id="333" name="chip3"/>
          <p:cNvSpPr/>
          <p:nvPr/>
        </p:nvSpPr>
        <p:spPr>
          <a:xfrm>
            <a:off x="7198830" y="3556619"/>
            <a:ext cx="1905000" cy="2286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800" b="1">
                <a:solidFill>
                  <a:srgbClr val="FFFFFF"/>
                </a:solidFill>
                <a:latin typeface="Montserrat"/>
              </a:rPr>
              <a:t>Phoenix</a:t>
            </a:r>
          </a:p>
        </p:txBody>
      </p:sp>
      <p:sp>
        <p:nvSpPr>
          <p:cNvPr id="334" name="arr3"/>
          <p:cNvSpPr/>
          <p:nvPr/>
        </p:nvSpPr>
        <p:spPr>
          <a:xfrm>
            <a:off x="9103830" y="3556619"/>
            <a:ext cx="304800" cy="228600"/>
          </a:xfrm>
          <a:prstGeom prst="rect">
            <a:avLst/>
          </a:prstGeom>
          <a:noFill/>
          <a:ln>
            <a:noFill/>
          </a:ln>
        </p:spPr>
        <p:txBody>
          <a:bodyPr wrap="square" lIns="0" tIns="0" rIns="0" bIns="0" anchor="ctr">
            <a:normAutofit/>
          </a:bodyPr>
          <a:lstStyle/>
          <a:p>
            <a:pPr algn="ctr">
              <a:spcBef>
                <a:spcPts val="0"/>
              </a:spcBef>
              <a:spcAft>
                <a:spcPts val="0"/>
              </a:spcAft>
            </a:pPr>
            <a:r>
              <a:rPr lang="en-US" sz="1100" b="1">
                <a:solidFill>
                  <a:srgbClr val="053057"/>
                </a:solidFill>
                <a:latin typeface="Montserrat"/>
              </a:rPr>
              <a:t>→</a:t>
            </a:r>
          </a:p>
        </p:txBody>
      </p:sp>
      <p:sp>
        <p:nvSpPr>
          <p:cNvPr id="335" name="chip4"/>
          <p:cNvSpPr/>
          <p:nvPr/>
        </p:nvSpPr>
        <p:spPr>
          <a:xfrm>
            <a:off x="9408630" y="3556619"/>
            <a:ext cx="1905000" cy="2286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800" b="1">
                <a:solidFill>
                  <a:srgbClr val="FFFFFF"/>
                </a:solidFill>
                <a:latin typeface="Montserrat"/>
              </a:rPr>
              <a:t>VG Agents</a:t>
            </a:r>
          </a:p>
        </p:txBody>
      </p:sp>
      <p:sp>
        <p:nvSpPr>
          <p:cNvPr id="336" name="C_head"/>
          <p:cNvSpPr/>
          <p:nvPr/>
        </p:nvSpPr>
        <p:spPr>
          <a:xfrm>
            <a:off x="569430" y="4217019"/>
            <a:ext cx="6540500" cy="190500"/>
          </a:xfrm>
          <a:prstGeom prst="rect">
            <a:avLst/>
          </a:prstGeom>
          <a:noFill/>
          <a:ln>
            <a:noFill/>
          </a:ln>
        </p:spPr>
        <p:txBody>
          <a:bodyPr wrap="square" lIns="0" tIns="0" rIns="0" bIns="0" anchor="ctr">
            <a:normAutofit/>
          </a:bodyPr>
          <a:lstStyle/>
          <a:p>
            <a:pPr algn="l">
              <a:spcBef>
                <a:spcPts val="0"/>
              </a:spcBef>
              <a:spcAft>
                <a:spcPts val="0"/>
              </a:spcAft>
            </a:pPr>
            <a:r>
              <a:rPr lang="en-US" sz="1050" b="1">
                <a:solidFill>
                  <a:srgbClr val="053057"/>
                </a:solidFill>
                <a:latin typeface="Montserrat"/>
              </a:rPr>
              <a:t>3 · Phoenix — the Review Surface</a:t>
            </a:r>
          </a:p>
        </p:txBody>
      </p:sp>
      <p:sp>
        <p:nvSpPr>
          <p:cNvPr id="337" name="phxCap0"/>
          <p:cNvSpPr/>
          <p:nvPr/>
        </p:nvSpPr>
        <p:spPr>
          <a:xfrm>
            <a:off x="569430" y="5372719"/>
            <a:ext cx="2095500" cy="152400"/>
          </a:xfrm>
          <a:prstGeom prst="rect">
            <a:avLst/>
          </a:prstGeom>
          <a:noFill/>
          <a:ln>
            <a:noFill/>
          </a:ln>
        </p:spPr>
        <p:txBody>
          <a:bodyPr wrap="square" lIns="0" tIns="0" rIns="0" bIns="0" anchor="ctr">
            <a:normAutofit/>
          </a:bodyPr>
          <a:lstStyle/>
          <a:p>
            <a:pPr algn="ctr">
              <a:spcBef>
                <a:spcPts val="0"/>
              </a:spcBef>
              <a:spcAft>
                <a:spcPts val="0"/>
              </a:spcAft>
            </a:pPr>
            <a:r>
              <a:rPr lang="en-US" sz="750" b="1">
                <a:solidFill>
                  <a:srgbClr val="053057"/>
                </a:solidFill>
                <a:latin typeface="Montserrat"/>
              </a:rPr>
              <a:t>Overall view</a:t>
            </a:r>
          </a:p>
        </p:txBody>
      </p:sp>
      <p:sp>
        <p:nvSpPr>
          <p:cNvPr id="338" name="phxCap1"/>
          <p:cNvSpPr/>
          <p:nvPr/>
        </p:nvSpPr>
        <p:spPr>
          <a:xfrm>
            <a:off x="2791930" y="5372719"/>
            <a:ext cx="2095500" cy="152400"/>
          </a:xfrm>
          <a:prstGeom prst="rect">
            <a:avLst/>
          </a:prstGeom>
          <a:noFill/>
          <a:ln>
            <a:noFill/>
          </a:ln>
        </p:spPr>
        <p:txBody>
          <a:bodyPr wrap="square" lIns="0" tIns="0" rIns="0" bIns="0" anchor="ctr">
            <a:normAutofit/>
          </a:bodyPr>
          <a:lstStyle/>
          <a:p>
            <a:pPr algn="ctr">
              <a:spcBef>
                <a:spcPts val="0"/>
              </a:spcBef>
              <a:spcAft>
                <a:spcPts val="0"/>
              </a:spcAft>
            </a:pPr>
            <a:r>
              <a:rPr lang="en-US" sz="750" b="1">
                <a:solidFill>
                  <a:srgbClr val="053057"/>
                </a:solidFill>
                <a:latin typeface="Montserrat"/>
              </a:rPr>
              <a:t>Compare view</a:t>
            </a:r>
          </a:p>
        </p:txBody>
      </p:sp>
      <p:sp>
        <p:nvSpPr>
          <p:cNvPr id="339" name="phxCap2"/>
          <p:cNvSpPr/>
          <p:nvPr/>
        </p:nvSpPr>
        <p:spPr>
          <a:xfrm>
            <a:off x="5014430" y="5372719"/>
            <a:ext cx="2095500" cy="152400"/>
          </a:xfrm>
          <a:prstGeom prst="rect">
            <a:avLst/>
          </a:prstGeom>
          <a:noFill/>
          <a:ln>
            <a:noFill/>
          </a:ln>
        </p:spPr>
        <p:txBody>
          <a:bodyPr wrap="square" lIns="0" tIns="0" rIns="0" bIns="0" anchor="ctr">
            <a:normAutofit/>
          </a:bodyPr>
          <a:lstStyle/>
          <a:p>
            <a:pPr algn="ctr">
              <a:spcBef>
                <a:spcPts val="0"/>
              </a:spcBef>
              <a:spcAft>
                <a:spcPts val="0"/>
              </a:spcAft>
            </a:pPr>
            <a:r>
              <a:rPr lang="en-US" sz="750" b="1">
                <a:solidFill>
                  <a:srgbClr val="053057"/>
                </a:solidFill>
                <a:latin typeface="Montserrat"/>
              </a:rPr>
              <a:t>Traces &amp; spans</a:t>
            </a:r>
          </a:p>
        </p:txBody>
      </p:sp>
      <p:sp>
        <p:nvSpPr>
          <p:cNvPr id="340" name="phxWhat"/>
          <p:cNvSpPr/>
          <p:nvPr/>
        </p:nvSpPr>
        <p:spPr>
          <a:xfrm>
            <a:off x="569430" y="5601319"/>
            <a:ext cx="6540500" cy="152400"/>
          </a:xfrm>
          <a:prstGeom prst="rect">
            <a:avLst/>
          </a:prstGeom>
          <a:noFill/>
          <a:ln>
            <a:noFill/>
          </a:ln>
        </p:spPr>
        <p:txBody>
          <a:bodyPr wrap="square" lIns="0" tIns="0" rIns="0" bIns="0" anchor="ctr">
            <a:normAutofit/>
          </a:bodyPr>
          <a:lstStyle/>
          <a:p>
            <a:pPr algn="l">
              <a:spcBef>
                <a:spcPts val="0"/>
              </a:spcBef>
              <a:spcAft>
                <a:spcPts val="0"/>
              </a:spcAft>
            </a:pPr>
            <a:r>
              <a:rPr lang="en-US" sz="700" b="1">
                <a:solidFill>
                  <a:srgbClr val="314550"/>
                </a:solidFill>
                <a:latin typeface="Montserrat"/>
              </a:rPr>
              <a:t>WHAT PHOENIX GIVES THE TEAM</a:t>
            </a:r>
          </a:p>
        </p:txBody>
      </p:sp>
      <p:sp>
        <p:nvSpPr>
          <p:cNvPr id="341" name="give0"/>
          <p:cNvSpPr/>
          <p:nvPr/>
        </p:nvSpPr>
        <p:spPr>
          <a:xfrm>
            <a:off x="569430" y="5779119"/>
            <a:ext cx="3238500" cy="203200"/>
          </a:xfrm>
          <a:prstGeom prst="rect">
            <a:avLst/>
          </a:prstGeom>
          <a:noFill/>
          <a:ln>
            <a:noFill/>
          </a:ln>
        </p:spPr>
        <p:txBody>
          <a:bodyPr wrap="square" lIns="0" tIns="0" rIns="0" bIns="0" anchor="ctr">
            <a:normAutofit/>
          </a:bodyPr>
          <a:lstStyle/>
          <a:p>
            <a:pPr algn="l">
              <a:spcBef>
                <a:spcPts val="0"/>
              </a:spcBef>
              <a:spcAft>
                <a:spcPts val="0"/>
              </a:spcAft>
            </a:pPr>
            <a:r>
              <a:rPr lang="en-US" sz="800" b="1">
                <a:solidFill>
                  <a:srgbClr val="053057"/>
                </a:solidFill>
                <a:latin typeface="Montserrat"/>
              </a:rPr>
              <a:t>•  </a:t>
            </a:r>
            <a:r>
              <a:rPr lang="en-US" sz="800">
                <a:solidFill>
                  <a:srgbClr val="0B0D0E"/>
                </a:solidFill>
                <a:latin typeface="Montserrat"/>
              </a:rPr>
              <a:t>Versioned datasets + every run</a:t>
            </a:r>
          </a:p>
        </p:txBody>
      </p:sp>
      <p:sp>
        <p:nvSpPr>
          <p:cNvPr id="342" name="give1"/>
          <p:cNvSpPr/>
          <p:nvPr/>
        </p:nvSpPr>
        <p:spPr>
          <a:xfrm>
            <a:off x="3871430" y="5779119"/>
            <a:ext cx="3238500" cy="203200"/>
          </a:xfrm>
          <a:prstGeom prst="rect">
            <a:avLst/>
          </a:prstGeom>
          <a:noFill/>
          <a:ln>
            <a:noFill/>
          </a:ln>
        </p:spPr>
        <p:txBody>
          <a:bodyPr wrap="square" lIns="0" tIns="0" rIns="0" bIns="0" anchor="ctr">
            <a:normAutofit/>
          </a:bodyPr>
          <a:lstStyle/>
          <a:p>
            <a:pPr algn="l">
              <a:spcBef>
                <a:spcPts val="0"/>
              </a:spcBef>
              <a:spcAft>
                <a:spcPts val="0"/>
              </a:spcAft>
            </a:pPr>
            <a:r>
              <a:rPr lang="en-US" sz="800" b="1">
                <a:solidFill>
                  <a:srgbClr val="053057"/>
                </a:solidFill>
                <a:latin typeface="Montserrat"/>
              </a:rPr>
              <a:t>•  </a:t>
            </a:r>
            <a:r>
              <a:rPr lang="en-US" sz="800">
                <a:solidFill>
                  <a:srgbClr val="0B0D0E"/>
                </a:solidFill>
                <a:latin typeface="Montserrat"/>
              </a:rPr>
              <a:t>Automated evals — code + LLM judge</a:t>
            </a:r>
          </a:p>
        </p:txBody>
      </p:sp>
      <p:sp>
        <p:nvSpPr>
          <p:cNvPr id="343" name="give2"/>
          <p:cNvSpPr/>
          <p:nvPr/>
        </p:nvSpPr>
        <p:spPr>
          <a:xfrm>
            <a:off x="569430" y="6007719"/>
            <a:ext cx="3238500" cy="203200"/>
          </a:xfrm>
          <a:prstGeom prst="rect">
            <a:avLst/>
          </a:prstGeom>
          <a:noFill/>
          <a:ln>
            <a:noFill/>
          </a:ln>
        </p:spPr>
        <p:txBody>
          <a:bodyPr wrap="square" lIns="0" tIns="0" rIns="0" bIns="0" anchor="ctr">
            <a:normAutofit/>
          </a:bodyPr>
          <a:lstStyle/>
          <a:p>
            <a:pPr algn="l">
              <a:spcBef>
                <a:spcPts val="0"/>
              </a:spcBef>
              <a:spcAft>
                <a:spcPts val="0"/>
              </a:spcAft>
            </a:pPr>
            <a:r>
              <a:rPr lang="en-US" sz="800" b="1">
                <a:solidFill>
                  <a:srgbClr val="053057"/>
                </a:solidFill>
                <a:latin typeface="Montserrat"/>
              </a:rPr>
              <a:t>•  </a:t>
            </a:r>
            <a:r>
              <a:rPr lang="en-US" sz="800">
                <a:solidFill>
                  <a:srgbClr val="0B0D0E"/>
                </a:solidFill>
                <a:latin typeface="Montserrat"/>
              </a:rPr>
              <a:t>Full observability — traces &amp; spans</a:t>
            </a:r>
          </a:p>
        </p:txBody>
      </p:sp>
      <p:sp>
        <p:nvSpPr>
          <p:cNvPr id="344" name="give3"/>
          <p:cNvSpPr/>
          <p:nvPr/>
        </p:nvSpPr>
        <p:spPr>
          <a:xfrm>
            <a:off x="3871430" y="6007719"/>
            <a:ext cx="3238500" cy="203200"/>
          </a:xfrm>
          <a:prstGeom prst="rect">
            <a:avLst/>
          </a:prstGeom>
          <a:noFill/>
          <a:ln>
            <a:noFill/>
          </a:ln>
        </p:spPr>
        <p:txBody>
          <a:bodyPr wrap="square" lIns="0" tIns="0" rIns="0" bIns="0" anchor="ctr">
            <a:normAutofit/>
          </a:bodyPr>
          <a:lstStyle/>
          <a:p>
            <a:pPr algn="l">
              <a:spcBef>
                <a:spcPts val="0"/>
              </a:spcBef>
              <a:spcAft>
                <a:spcPts val="0"/>
              </a:spcAft>
            </a:pPr>
            <a:r>
              <a:rPr lang="en-US" sz="800" b="1">
                <a:solidFill>
                  <a:srgbClr val="053057"/>
                </a:solidFill>
                <a:latin typeface="Montserrat"/>
              </a:rPr>
              <a:t>•  </a:t>
            </a:r>
            <a:r>
              <a:rPr lang="en-US" sz="800">
                <a:solidFill>
                  <a:srgbClr val="0B0D0E"/>
                </a:solidFill>
                <a:latin typeface="Montserrat"/>
              </a:rPr>
              <a:t>Cost &amp; token tracking per run</a:t>
            </a:r>
          </a:p>
        </p:txBody>
      </p:sp>
      <p:sp>
        <p:nvSpPr>
          <p:cNvPr id="345" name="D_head"/>
          <p:cNvSpPr/>
          <p:nvPr/>
        </p:nvSpPr>
        <p:spPr>
          <a:xfrm>
            <a:off x="7313130" y="4217019"/>
            <a:ext cx="4305300" cy="190500"/>
          </a:xfrm>
          <a:prstGeom prst="rect">
            <a:avLst/>
          </a:prstGeom>
          <a:noFill/>
          <a:ln>
            <a:noFill/>
          </a:ln>
        </p:spPr>
        <p:txBody>
          <a:bodyPr wrap="square" lIns="0" tIns="0" rIns="0" bIns="0" anchor="ctr">
            <a:normAutofit/>
          </a:bodyPr>
          <a:lstStyle/>
          <a:p>
            <a:r>
              <a:rPr lang="en-US" sz="1050" b="1">
                <a:solidFill>
                  <a:srgbClr val="053057"/>
                </a:solidFill>
                <a:latin typeface="Montserrat"/>
              </a:rPr>
              <a:t>4 · Current Results by Agent x Scenarios</a:t>
            </a:r>
          </a:p>
        </p:txBody>
      </p:sp>
      <p:sp>
        <p:nvSpPr>
          <p:cNvPr id="346" name="rcard0"/>
          <p:cNvSpPr/>
          <p:nvPr/>
        </p:nvSpPr>
        <p:spPr>
          <a:xfrm>
            <a:off x="7313130" y="4471019"/>
            <a:ext cx="4381500" cy="406400"/>
          </a:xfrm>
          <a:prstGeom prst="roundRect">
            <a:avLst/>
          </a:prstGeom>
          <a:solidFill>
            <a:srgbClr val="F4F3F0"/>
          </a:solidFill>
          <a:ln>
            <a:noFill/>
          </a:ln>
        </p:spPr>
        <p:txBody>
          <a:bodyPr wrap="square" lIns="0" tIns="0" rIns="0" bIns="0"/>
          <a:lstStyle/>
          <a:p>
            <a:endParaRPr lang="en-US"/>
          </a:p>
        </p:txBody>
      </p:sp>
      <p:sp>
        <p:nvSpPr>
          <p:cNvPr id="347" name="rchip0"/>
          <p:cNvSpPr/>
          <p:nvPr/>
        </p:nvSpPr>
        <p:spPr>
          <a:xfrm>
            <a:off x="7389330" y="4521819"/>
            <a:ext cx="508000" cy="304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850" b="1">
                <a:solidFill>
                  <a:srgbClr val="FFFFFF"/>
                </a:solidFill>
                <a:latin typeface="Montserrat"/>
              </a:rPr>
              <a:t>OCR</a:t>
            </a:r>
          </a:p>
        </p:txBody>
      </p:sp>
      <p:sp>
        <p:nvSpPr>
          <p:cNvPr id="348" name="rtask0"/>
          <p:cNvSpPr/>
          <p:nvPr/>
        </p:nvSpPr>
        <p:spPr>
          <a:xfrm>
            <a:off x="7998930" y="4471019"/>
            <a:ext cx="2603500" cy="406400"/>
          </a:xfrm>
          <a:prstGeom prst="rect">
            <a:avLst/>
          </a:prstGeom>
          <a:noFill/>
          <a:ln>
            <a:noFill/>
          </a:ln>
        </p:spPr>
        <p:txBody>
          <a:bodyPr wrap="square" lIns="0" tIns="0" rIns="0" bIns="0" anchor="ctr">
            <a:normAutofit/>
          </a:bodyPr>
          <a:lstStyle/>
          <a:p>
            <a:pPr algn="l">
              <a:spcBef>
                <a:spcPts val="0"/>
              </a:spcBef>
              <a:spcAft>
                <a:spcPts val="0"/>
              </a:spcAft>
            </a:pPr>
            <a:r>
              <a:rPr lang="en-US" sz="800">
                <a:solidFill>
                  <a:srgbClr val="0B0D0E"/>
                </a:solidFill>
                <a:latin typeface="Montserrat"/>
              </a:rPr>
              <a:t>Classification &amp; Splitting</a:t>
            </a:r>
          </a:p>
        </p:txBody>
      </p:sp>
      <p:sp>
        <p:nvSpPr>
          <p:cNvPr id="349" name="rmet0"/>
          <p:cNvSpPr/>
          <p:nvPr/>
        </p:nvSpPr>
        <p:spPr>
          <a:xfrm>
            <a:off x="10615130" y="4471019"/>
            <a:ext cx="927100" cy="406400"/>
          </a:xfrm>
          <a:prstGeom prst="rect">
            <a:avLst/>
          </a:prstGeom>
          <a:noFill/>
          <a:ln>
            <a:noFill/>
          </a:ln>
        </p:spPr>
        <p:txBody>
          <a:bodyPr wrap="square" lIns="0" tIns="0" rIns="0" bIns="0" anchor="ctr">
            <a:normAutofit/>
          </a:bodyPr>
          <a:lstStyle/>
          <a:p>
            <a:pPr algn="ctr">
              <a:spcBef>
                <a:spcPts val="0"/>
              </a:spcBef>
              <a:spcAft>
                <a:spcPts val="0"/>
              </a:spcAft>
            </a:pPr>
            <a:r>
              <a:rPr lang="en-US" sz="1300" b="1">
                <a:solidFill>
                  <a:srgbClr val="053057"/>
                </a:solidFill>
                <a:latin typeface="Montserrat"/>
              </a:rPr>
              <a:t>~ 0.91</a:t>
            </a:r>
          </a:p>
          <a:p>
            <a:pPr algn="ctr">
              <a:spcBef>
                <a:spcPts val="0"/>
              </a:spcBef>
              <a:spcAft>
                <a:spcPts val="0"/>
              </a:spcAft>
            </a:pPr>
            <a:r>
              <a:rPr lang="en-US" sz="650">
                <a:solidFill>
                  <a:srgbClr val="314550"/>
                </a:solidFill>
                <a:latin typeface="Montserrat"/>
              </a:rPr>
              <a:t>Avg. Accuracy</a:t>
            </a:r>
          </a:p>
        </p:txBody>
      </p:sp>
      <p:sp>
        <p:nvSpPr>
          <p:cNvPr id="350" name="rcard1"/>
          <p:cNvSpPr/>
          <p:nvPr/>
        </p:nvSpPr>
        <p:spPr>
          <a:xfrm>
            <a:off x="7313130" y="4928219"/>
            <a:ext cx="4381500" cy="406400"/>
          </a:xfrm>
          <a:prstGeom prst="roundRect">
            <a:avLst/>
          </a:prstGeom>
          <a:solidFill>
            <a:srgbClr val="F4F3F0"/>
          </a:solidFill>
          <a:ln>
            <a:noFill/>
          </a:ln>
        </p:spPr>
        <p:txBody>
          <a:bodyPr wrap="square" lIns="0" tIns="0" rIns="0" bIns="0"/>
          <a:lstStyle/>
          <a:p>
            <a:endParaRPr lang="en-US"/>
          </a:p>
        </p:txBody>
      </p:sp>
      <p:sp>
        <p:nvSpPr>
          <p:cNvPr id="351" name="rchip1"/>
          <p:cNvSpPr/>
          <p:nvPr/>
        </p:nvSpPr>
        <p:spPr>
          <a:xfrm>
            <a:off x="7389330" y="4979019"/>
            <a:ext cx="508000" cy="304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850" b="1">
                <a:solidFill>
                  <a:srgbClr val="FFFFFF"/>
                </a:solidFill>
                <a:latin typeface="Montserrat"/>
              </a:rPr>
              <a:t>OCR</a:t>
            </a:r>
          </a:p>
        </p:txBody>
      </p:sp>
      <p:sp>
        <p:nvSpPr>
          <p:cNvPr id="352" name="rtask1"/>
          <p:cNvSpPr/>
          <p:nvPr/>
        </p:nvSpPr>
        <p:spPr>
          <a:xfrm>
            <a:off x="7998930" y="4928219"/>
            <a:ext cx="2603500" cy="406400"/>
          </a:xfrm>
          <a:prstGeom prst="rect">
            <a:avLst/>
          </a:prstGeom>
          <a:noFill/>
          <a:ln>
            <a:noFill/>
          </a:ln>
        </p:spPr>
        <p:txBody>
          <a:bodyPr wrap="square" lIns="0" tIns="0" rIns="0" bIns="0" anchor="ctr">
            <a:normAutofit/>
          </a:bodyPr>
          <a:lstStyle/>
          <a:p>
            <a:pPr algn="l">
              <a:spcBef>
                <a:spcPts val="0"/>
              </a:spcBef>
              <a:spcAft>
                <a:spcPts val="0"/>
              </a:spcAft>
            </a:pPr>
            <a:r>
              <a:rPr lang="en-US" sz="800">
                <a:solidFill>
                  <a:srgbClr val="0B0D0E"/>
                </a:solidFill>
                <a:latin typeface="Montserrat"/>
              </a:rPr>
              <a:t>Extraction &amp; Bounding Boxes (LLM Judges)</a:t>
            </a:r>
          </a:p>
        </p:txBody>
      </p:sp>
      <p:sp>
        <p:nvSpPr>
          <p:cNvPr id="353" name="rmet1"/>
          <p:cNvSpPr/>
          <p:nvPr/>
        </p:nvSpPr>
        <p:spPr>
          <a:xfrm>
            <a:off x="10615130" y="4928219"/>
            <a:ext cx="927100" cy="406400"/>
          </a:xfrm>
          <a:prstGeom prst="rect">
            <a:avLst/>
          </a:prstGeom>
          <a:noFill/>
          <a:ln>
            <a:noFill/>
          </a:ln>
        </p:spPr>
        <p:txBody>
          <a:bodyPr wrap="square" lIns="0" tIns="0" rIns="0" bIns="0" anchor="ctr">
            <a:normAutofit/>
          </a:bodyPr>
          <a:lstStyle/>
          <a:p>
            <a:pPr algn="ctr">
              <a:spcBef>
                <a:spcPts val="0"/>
              </a:spcBef>
              <a:spcAft>
                <a:spcPts val="0"/>
              </a:spcAft>
            </a:pPr>
            <a:r>
              <a:rPr lang="en-US" sz="1300" b="1">
                <a:solidFill>
                  <a:srgbClr val="053057"/>
                </a:solidFill>
              </a:rPr>
              <a:t>~ 0.96</a:t>
            </a:r>
            <a:endParaRPr lang="en-US" sz="1300" b="1">
              <a:solidFill>
                <a:srgbClr val="053057"/>
              </a:solidFill>
              <a:latin typeface="Montserrat"/>
            </a:endParaRPr>
          </a:p>
          <a:p>
            <a:pPr algn="ctr">
              <a:spcBef>
                <a:spcPts val="0"/>
              </a:spcBef>
              <a:spcAft>
                <a:spcPts val="0"/>
              </a:spcAft>
            </a:pPr>
            <a:r>
              <a:rPr lang="en-US" sz="650">
                <a:solidFill>
                  <a:srgbClr val="314550"/>
                </a:solidFill>
                <a:latin typeface="Montserrat"/>
              </a:rPr>
              <a:t>Avg. Correctness</a:t>
            </a:r>
          </a:p>
        </p:txBody>
      </p:sp>
      <p:sp>
        <p:nvSpPr>
          <p:cNvPr id="354" name="rcard2"/>
          <p:cNvSpPr/>
          <p:nvPr/>
        </p:nvSpPr>
        <p:spPr>
          <a:xfrm>
            <a:off x="7313130" y="5385419"/>
            <a:ext cx="4381500" cy="406400"/>
          </a:xfrm>
          <a:prstGeom prst="roundRect">
            <a:avLst/>
          </a:prstGeom>
          <a:solidFill>
            <a:srgbClr val="F4F3F0"/>
          </a:solidFill>
          <a:ln>
            <a:noFill/>
          </a:ln>
        </p:spPr>
        <p:txBody>
          <a:bodyPr wrap="square" lIns="0" tIns="0" rIns="0" bIns="0"/>
          <a:lstStyle/>
          <a:p>
            <a:endParaRPr lang="en-US"/>
          </a:p>
        </p:txBody>
      </p:sp>
      <p:sp>
        <p:nvSpPr>
          <p:cNvPr id="355" name="rchip2"/>
          <p:cNvSpPr/>
          <p:nvPr/>
        </p:nvSpPr>
        <p:spPr>
          <a:xfrm>
            <a:off x="7389330" y="5436219"/>
            <a:ext cx="508000" cy="304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850" b="1">
                <a:solidFill>
                  <a:srgbClr val="FFFFFF"/>
                </a:solidFill>
                <a:latin typeface="Montserrat"/>
              </a:rPr>
              <a:t>DC</a:t>
            </a:r>
          </a:p>
        </p:txBody>
      </p:sp>
      <p:sp>
        <p:nvSpPr>
          <p:cNvPr id="356" name="rtask2"/>
          <p:cNvSpPr/>
          <p:nvPr/>
        </p:nvSpPr>
        <p:spPr>
          <a:xfrm>
            <a:off x="7998930" y="5385419"/>
            <a:ext cx="2603500" cy="406400"/>
          </a:xfrm>
          <a:prstGeom prst="rect">
            <a:avLst/>
          </a:prstGeom>
          <a:noFill/>
          <a:ln>
            <a:noFill/>
          </a:ln>
        </p:spPr>
        <p:txBody>
          <a:bodyPr wrap="square" lIns="0" tIns="0" rIns="0" bIns="0" anchor="ctr">
            <a:normAutofit/>
          </a:bodyPr>
          <a:lstStyle/>
          <a:p>
            <a:pPr algn="l">
              <a:spcBef>
                <a:spcPts val="0"/>
              </a:spcBef>
              <a:spcAft>
                <a:spcPts val="0"/>
              </a:spcAft>
            </a:pPr>
            <a:r>
              <a:rPr lang="en-US" sz="800">
                <a:solidFill>
                  <a:srgbClr val="0B0D0E"/>
                </a:solidFill>
                <a:latin typeface="Montserrat"/>
              </a:rPr>
              <a:t>Mapping  (LLM Judges)</a:t>
            </a:r>
          </a:p>
        </p:txBody>
      </p:sp>
      <p:sp>
        <p:nvSpPr>
          <p:cNvPr id="357" name="rmet2"/>
          <p:cNvSpPr/>
          <p:nvPr/>
        </p:nvSpPr>
        <p:spPr>
          <a:xfrm>
            <a:off x="10615130" y="5385419"/>
            <a:ext cx="927100" cy="406400"/>
          </a:xfrm>
          <a:prstGeom prst="rect">
            <a:avLst/>
          </a:prstGeom>
          <a:noFill/>
          <a:ln>
            <a:noFill/>
          </a:ln>
        </p:spPr>
        <p:txBody>
          <a:bodyPr wrap="square" lIns="0" tIns="0" rIns="0" bIns="0" anchor="ctr">
            <a:normAutofit/>
          </a:bodyPr>
          <a:lstStyle/>
          <a:p>
            <a:pPr algn="ctr">
              <a:spcBef>
                <a:spcPts val="0"/>
              </a:spcBef>
              <a:spcAft>
                <a:spcPts val="0"/>
              </a:spcAft>
            </a:pPr>
            <a:r>
              <a:rPr lang="en-US" sz="1300" b="1">
                <a:solidFill>
                  <a:srgbClr val="053057"/>
                </a:solidFill>
              </a:rPr>
              <a:t>~ 0.94</a:t>
            </a:r>
            <a:endParaRPr lang="en-US" sz="1300" b="1">
              <a:solidFill>
                <a:srgbClr val="053057"/>
              </a:solidFill>
              <a:latin typeface="Montserrat"/>
            </a:endParaRPr>
          </a:p>
          <a:p>
            <a:pPr algn="ctr">
              <a:spcBef>
                <a:spcPts val="0"/>
              </a:spcBef>
              <a:spcAft>
                <a:spcPts val="0"/>
              </a:spcAft>
            </a:pPr>
            <a:r>
              <a:rPr lang="en-US" sz="650">
                <a:solidFill>
                  <a:srgbClr val="314550"/>
                </a:solidFill>
                <a:latin typeface="Montserrat"/>
              </a:rPr>
              <a:t>Avg. Correctness</a:t>
            </a:r>
          </a:p>
        </p:txBody>
      </p:sp>
      <p:sp>
        <p:nvSpPr>
          <p:cNvPr id="358" name="rcard3"/>
          <p:cNvSpPr/>
          <p:nvPr/>
        </p:nvSpPr>
        <p:spPr>
          <a:xfrm>
            <a:off x="7313130" y="5842619"/>
            <a:ext cx="4381500" cy="406400"/>
          </a:xfrm>
          <a:prstGeom prst="roundRect">
            <a:avLst/>
          </a:prstGeom>
          <a:solidFill>
            <a:srgbClr val="F4F3F0"/>
          </a:solidFill>
          <a:ln>
            <a:noFill/>
          </a:ln>
        </p:spPr>
        <p:txBody>
          <a:bodyPr wrap="square" lIns="0" tIns="0" rIns="0" bIns="0"/>
          <a:lstStyle/>
          <a:p>
            <a:endParaRPr lang="en-US"/>
          </a:p>
        </p:txBody>
      </p:sp>
      <p:sp>
        <p:nvSpPr>
          <p:cNvPr id="359" name="rchip3"/>
          <p:cNvSpPr/>
          <p:nvPr/>
        </p:nvSpPr>
        <p:spPr>
          <a:xfrm>
            <a:off x="7389330" y="5893419"/>
            <a:ext cx="508000" cy="304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850" b="1">
                <a:solidFill>
                  <a:srgbClr val="FFFFFF"/>
                </a:solidFill>
                <a:latin typeface="Montserrat"/>
              </a:rPr>
              <a:t>ISI</a:t>
            </a:r>
          </a:p>
        </p:txBody>
      </p:sp>
      <p:sp>
        <p:nvSpPr>
          <p:cNvPr id="360" name="rtask3"/>
          <p:cNvSpPr/>
          <p:nvPr/>
        </p:nvSpPr>
        <p:spPr>
          <a:xfrm>
            <a:off x="7998930" y="5842619"/>
            <a:ext cx="2603500" cy="406400"/>
          </a:xfrm>
          <a:prstGeom prst="rect">
            <a:avLst/>
          </a:prstGeom>
          <a:noFill/>
          <a:ln>
            <a:noFill/>
          </a:ln>
        </p:spPr>
        <p:txBody>
          <a:bodyPr wrap="square" lIns="0" tIns="0" rIns="0" bIns="0" anchor="ctr">
            <a:normAutofit/>
          </a:bodyPr>
          <a:lstStyle/>
          <a:p>
            <a:pPr algn="l">
              <a:spcBef>
                <a:spcPts val="0"/>
              </a:spcBef>
              <a:spcAft>
                <a:spcPts val="0"/>
              </a:spcAft>
            </a:pPr>
            <a:r>
              <a:rPr lang="en-US" sz="800">
                <a:solidFill>
                  <a:srgbClr val="0B0D0E"/>
                </a:solidFill>
                <a:latin typeface="Montserrat"/>
              </a:rPr>
              <a:t>Case Assessment</a:t>
            </a:r>
          </a:p>
        </p:txBody>
      </p:sp>
      <p:sp>
        <p:nvSpPr>
          <p:cNvPr id="361" name="rmet3"/>
          <p:cNvSpPr/>
          <p:nvPr/>
        </p:nvSpPr>
        <p:spPr>
          <a:xfrm>
            <a:off x="10481111" y="5842619"/>
            <a:ext cx="1213519" cy="406400"/>
          </a:xfrm>
          <a:prstGeom prst="rect">
            <a:avLst/>
          </a:prstGeom>
          <a:noFill/>
          <a:ln>
            <a:noFill/>
          </a:ln>
        </p:spPr>
        <p:txBody>
          <a:bodyPr wrap="square" lIns="0" tIns="0" rIns="0" bIns="0" anchor="ctr">
            <a:normAutofit/>
          </a:bodyPr>
          <a:lstStyle/>
          <a:p>
            <a:pPr algn="ctr">
              <a:spcBef>
                <a:spcPts val="0"/>
              </a:spcBef>
              <a:spcAft>
                <a:spcPts val="0"/>
              </a:spcAft>
            </a:pPr>
            <a:r>
              <a:rPr lang="en-US" sz="1300" b="1">
                <a:solidFill>
                  <a:srgbClr val="053057"/>
                </a:solidFill>
              </a:rPr>
              <a:t>~ 0.95</a:t>
            </a:r>
            <a:endParaRPr lang="en-US" sz="1300" b="1">
              <a:solidFill>
                <a:srgbClr val="053057"/>
              </a:solidFill>
              <a:latin typeface="Montserrat"/>
            </a:endParaRPr>
          </a:p>
          <a:p>
            <a:pPr algn="ctr">
              <a:spcBef>
                <a:spcPts val="0"/>
              </a:spcBef>
              <a:spcAft>
                <a:spcPts val="0"/>
              </a:spcAft>
            </a:pPr>
            <a:r>
              <a:rPr lang="en-US" sz="650">
                <a:solidFill>
                  <a:srgbClr val="314550"/>
                </a:solidFill>
                <a:latin typeface="Montserrat"/>
              </a:rPr>
              <a:t>Avg. Jaccard (Recommendation overlap)</a:t>
            </a:r>
          </a:p>
        </p:txBody>
      </p:sp>
      <p:sp>
        <p:nvSpPr>
          <p:cNvPr id="401" name="A_head"/>
          <p:cNvSpPr/>
          <p:nvPr/>
        </p:nvSpPr>
        <p:spPr>
          <a:xfrm>
            <a:off x="570465" y="1181719"/>
            <a:ext cx="6350000" cy="177800"/>
          </a:xfrm>
          <a:prstGeom prst="rect">
            <a:avLst/>
          </a:prstGeom>
          <a:noFill/>
          <a:ln>
            <a:noFill/>
          </a:ln>
        </p:spPr>
        <p:txBody>
          <a:bodyPr wrap="square" lIns="0" tIns="0" rIns="0" bIns="0" anchor="ctr">
            <a:normAutofit/>
          </a:bodyPr>
          <a:lstStyle/>
          <a:p>
            <a:pPr algn="l">
              <a:spcBef>
                <a:spcPts val="0"/>
              </a:spcBef>
              <a:spcAft>
                <a:spcPts val="0"/>
              </a:spcAft>
            </a:pPr>
            <a:r>
              <a:rPr lang="en-US" sz="1050" b="1">
                <a:solidFill>
                  <a:srgbClr val="053057"/>
                </a:solidFill>
                <a:latin typeface="Montserrat"/>
              </a:rPr>
              <a:t>1 · The 5-Phase Evaluation Framework</a:t>
            </a:r>
          </a:p>
        </p:txBody>
      </p:sp>
      <p:sp>
        <p:nvSpPr>
          <p:cNvPr id="402" name="trackBase"/>
          <p:cNvSpPr/>
          <p:nvPr/>
        </p:nvSpPr>
        <p:spPr>
          <a:xfrm>
            <a:off x="1167365" y="1715119"/>
            <a:ext cx="9804400" cy="38100"/>
          </a:xfrm>
          <a:prstGeom prst="rect">
            <a:avLst/>
          </a:prstGeom>
          <a:solidFill>
            <a:srgbClr val="A2F3F3"/>
          </a:solidFill>
          <a:ln>
            <a:noFill/>
          </a:ln>
        </p:spPr>
        <p:txBody>
          <a:bodyPr wrap="square" lIns="0" tIns="0" rIns="0" bIns="0"/>
          <a:lstStyle/>
          <a:p>
            <a:endParaRPr lang="en-US"/>
          </a:p>
        </p:txBody>
      </p:sp>
      <p:sp>
        <p:nvSpPr>
          <p:cNvPr id="403" name="hotSeg"/>
          <p:cNvSpPr/>
          <p:nvPr/>
        </p:nvSpPr>
        <p:spPr>
          <a:xfrm>
            <a:off x="6069565" y="1702419"/>
            <a:ext cx="2451100" cy="63500"/>
          </a:xfrm>
          <a:prstGeom prst="rect">
            <a:avLst/>
          </a:prstGeom>
          <a:solidFill>
            <a:srgbClr val="003059"/>
          </a:solidFill>
          <a:ln>
            <a:noFill/>
          </a:ln>
        </p:spPr>
        <p:txBody>
          <a:bodyPr wrap="square" lIns="0" tIns="0" rIns="0" bIns="0"/>
          <a:lstStyle/>
          <a:p>
            <a:endParaRPr lang="en-US"/>
          </a:p>
        </p:txBody>
      </p:sp>
      <p:sp>
        <p:nvSpPr>
          <p:cNvPr id="404" name="vgPill"/>
          <p:cNvSpPr/>
          <p:nvPr/>
        </p:nvSpPr>
        <p:spPr>
          <a:xfrm>
            <a:off x="6323565" y="1346819"/>
            <a:ext cx="1943100" cy="2032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00" b="1">
                <a:solidFill>
                  <a:srgbClr val="FFFFFF"/>
                </a:solidFill>
                <a:latin typeface="Montserrat"/>
              </a:rPr>
              <a:t>VG-EXPERIMENTS · auto P3–4</a:t>
            </a:r>
          </a:p>
        </p:txBody>
      </p:sp>
      <p:sp>
        <p:nvSpPr>
          <p:cNvPr id="405" name="vgConn"/>
          <p:cNvSpPr/>
          <p:nvPr/>
        </p:nvSpPr>
        <p:spPr>
          <a:xfrm>
            <a:off x="7282415" y="1550019"/>
            <a:ext cx="25400" cy="177800"/>
          </a:xfrm>
          <a:prstGeom prst="rect">
            <a:avLst/>
          </a:prstGeom>
          <a:solidFill>
            <a:srgbClr val="053057"/>
          </a:solidFill>
          <a:ln>
            <a:noFill/>
          </a:ln>
        </p:spPr>
        <p:txBody>
          <a:bodyPr wrap="square" lIns="0" tIns="0" rIns="0" bIns="0"/>
          <a:lstStyle/>
          <a:p>
            <a:endParaRPr lang="en-US"/>
          </a:p>
        </p:txBody>
      </p:sp>
      <p:sp>
        <p:nvSpPr>
          <p:cNvPr id="406" name="node0"/>
          <p:cNvSpPr/>
          <p:nvPr/>
        </p:nvSpPr>
        <p:spPr>
          <a:xfrm>
            <a:off x="1014965" y="1575419"/>
            <a:ext cx="304800" cy="304800"/>
          </a:xfrm>
          <a:prstGeom prst="ellipse">
            <a:avLst/>
          </a:prstGeom>
          <a:solidFill>
            <a:srgbClr val="053057"/>
          </a:solidFill>
          <a:ln>
            <a:noFill/>
          </a:ln>
        </p:spPr>
        <p:txBody>
          <a:bodyPr wrap="square" lIns="0" tIns="0" rIns="0" bIns="0" anchor="ctr">
            <a:normAutofit/>
          </a:bodyPr>
          <a:lstStyle/>
          <a:p>
            <a:pPr algn="ctr">
              <a:spcBef>
                <a:spcPts val="0"/>
              </a:spcBef>
              <a:spcAft>
                <a:spcPts val="0"/>
              </a:spcAft>
            </a:pPr>
            <a:r>
              <a:rPr lang="en-US" sz="900" b="1">
                <a:solidFill>
                  <a:srgbClr val="FFFFFF"/>
                </a:solidFill>
                <a:latin typeface="Montserrat"/>
              </a:rPr>
              <a:t>01</a:t>
            </a:r>
          </a:p>
        </p:txBody>
      </p:sp>
      <p:sp>
        <p:nvSpPr>
          <p:cNvPr id="407" name="nName0"/>
          <p:cNvSpPr/>
          <p:nvPr/>
        </p:nvSpPr>
        <p:spPr>
          <a:xfrm>
            <a:off x="278365" y="19056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800" b="1">
                <a:solidFill>
                  <a:srgbClr val="053057"/>
                </a:solidFill>
                <a:latin typeface="Montserrat"/>
              </a:rPr>
              <a:t>Design Experiments</a:t>
            </a:r>
          </a:p>
        </p:txBody>
      </p:sp>
      <p:sp>
        <p:nvSpPr>
          <p:cNvPr id="408" name="nAct0"/>
          <p:cNvSpPr/>
          <p:nvPr/>
        </p:nvSpPr>
        <p:spPr>
          <a:xfrm>
            <a:off x="278365" y="204531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Define evaluators</a:t>
            </a:r>
          </a:p>
        </p:txBody>
      </p:sp>
      <p:sp>
        <p:nvSpPr>
          <p:cNvPr id="409" name="nExtra0"/>
          <p:cNvSpPr/>
          <p:nvPr/>
        </p:nvSpPr>
        <p:spPr>
          <a:xfrm>
            <a:off x="222609" y="2133909"/>
            <a:ext cx="1889512" cy="249973"/>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Scenarios, hypotheses &amp;  power analysis</a:t>
            </a:r>
          </a:p>
        </p:txBody>
      </p:sp>
      <p:sp>
        <p:nvSpPr>
          <p:cNvPr id="410" name="node1"/>
          <p:cNvSpPr/>
          <p:nvPr/>
        </p:nvSpPr>
        <p:spPr>
          <a:xfrm>
            <a:off x="3466065" y="1575419"/>
            <a:ext cx="304800" cy="304800"/>
          </a:xfrm>
          <a:prstGeom prst="ellipse">
            <a:avLst/>
          </a:prstGeom>
          <a:solidFill>
            <a:srgbClr val="053057"/>
          </a:solidFill>
          <a:ln>
            <a:noFill/>
          </a:ln>
        </p:spPr>
        <p:txBody>
          <a:bodyPr wrap="square" lIns="0" tIns="0" rIns="0" bIns="0" anchor="ctr">
            <a:normAutofit/>
          </a:bodyPr>
          <a:lstStyle/>
          <a:p>
            <a:pPr algn="ctr">
              <a:spcBef>
                <a:spcPts val="0"/>
              </a:spcBef>
              <a:spcAft>
                <a:spcPts val="0"/>
              </a:spcAft>
            </a:pPr>
            <a:r>
              <a:rPr lang="en-US" sz="900" b="1">
                <a:solidFill>
                  <a:srgbClr val="FFFFFF"/>
                </a:solidFill>
                <a:latin typeface="Montserrat"/>
              </a:rPr>
              <a:t>02</a:t>
            </a:r>
          </a:p>
        </p:txBody>
      </p:sp>
      <p:sp>
        <p:nvSpPr>
          <p:cNvPr id="411" name="nName1"/>
          <p:cNvSpPr/>
          <p:nvPr/>
        </p:nvSpPr>
        <p:spPr>
          <a:xfrm>
            <a:off x="2729465" y="19056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800" b="1">
                <a:solidFill>
                  <a:srgbClr val="053057"/>
                </a:solidFill>
                <a:latin typeface="Montserrat"/>
              </a:rPr>
              <a:t>Collect GT</a:t>
            </a:r>
          </a:p>
        </p:txBody>
      </p:sp>
      <p:sp>
        <p:nvSpPr>
          <p:cNvPr id="412" name="nAct1"/>
          <p:cNvSpPr/>
          <p:nvPr/>
        </p:nvSpPr>
        <p:spPr>
          <a:xfrm>
            <a:off x="2729465" y="204531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Golden datasets (MVGT) </a:t>
            </a:r>
          </a:p>
        </p:txBody>
      </p:sp>
      <p:sp>
        <p:nvSpPr>
          <p:cNvPr id="413" name="nExtra1"/>
          <p:cNvSpPr/>
          <p:nvPr/>
        </p:nvSpPr>
        <p:spPr>
          <a:xfrm>
            <a:off x="2729465" y="2185019"/>
            <a:ext cx="1778000" cy="2540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SMEs label 20–100 - Tiers Samples – Blob Storage</a:t>
            </a:r>
          </a:p>
        </p:txBody>
      </p:sp>
      <p:sp>
        <p:nvSpPr>
          <p:cNvPr id="414" name="node2"/>
          <p:cNvSpPr/>
          <p:nvPr/>
        </p:nvSpPr>
        <p:spPr>
          <a:xfrm>
            <a:off x="5917165" y="1575419"/>
            <a:ext cx="304800" cy="304800"/>
          </a:xfrm>
          <a:prstGeom prst="ellipse">
            <a:avLst/>
          </a:prstGeom>
          <a:solidFill>
            <a:srgbClr val="053057"/>
          </a:solidFill>
          <a:ln>
            <a:noFill/>
          </a:ln>
        </p:spPr>
        <p:txBody>
          <a:bodyPr wrap="square" lIns="0" tIns="0" rIns="0" bIns="0" anchor="ctr">
            <a:normAutofit/>
          </a:bodyPr>
          <a:lstStyle/>
          <a:p>
            <a:pPr algn="ctr">
              <a:spcBef>
                <a:spcPts val="0"/>
              </a:spcBef>
              <a:spcAft>
                <a:spcPts val="0"/>
              </a:spcAft>
            </a:pPr>
            <a:r>
              <a:rPr lang="en-US" sz="900" b="1">
                <a:solidFill>
                  <a:srgbClr val="FFFFFF"/>
                </a:solidFill>
                <a:latin typeface="Montserrat"/>
              </a:rPr>
              <a:t>03</a:t>
            </a:r>
          </a:p>
        </p:txBody>
      </p:sp>
      <p:sp>
        <p:nvSpPr>
          <p:cNvPr id="415" name="nName2"/>
          <p:cNvSpPr/>
          <p:nvPr/>
        </p:nvSpPr>
        <p:spPr>
          <a:xfrm>
            <a:off x="5180565" y="19056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800" b="1">
                <a:solidFill>
                  <a:srgbClr val="053057"/>
                </a:solidFill>
                <a:latin typeface="Montserrat"/>
              </a:rPr>
              <a:t>Run Agents</a:t>
            </a:r>
          </a:p>
        </p:txBody>
      </p:sp>
      <p:sp>
        <p:nvSpPr>
          <p:cNvPr id="416" name="nAct2"/>
          <p:cNvSpPr/>
          <p:nvPr/>
        </p:nvSpPr>
        <p:spPr>
          <a:xfrm>
            <a:off x="5180565" y="204531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1+ replications</a:t>
            </a:r>
          </a:p>
        </p:txBody>
      </p:sp>
      <p:sp>
        <p:nvSpPr>
          <p:cNvPr id="417" name="nExtra2"/>
          <p:cNvSpPr/>
          <p:nvPr/>
        </p:nvSpPr>
        <p:spPr>
          <a:xfrm>
            <a:off x="5180565" y="21850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Fixed seed · traces · cost</a:t>
            </a:r>
          </a:p>
        </p:txBody>
      </p:sp>
      <p:sp>
        <p:nvSpPr>
          <p:cNvPr id="418" name="node3"/>
          <p:cNvSpPr/>
          <p:nvPr/>
        </p:nvSpPr>
        <p:spPr>
          <a:xfrm>
            <a:off x="8368265" y="1575419"/>
            <a:ext cx="304800" cy="304800"/>
          </a:xfrm>
          <a:prstGeom prst="ellipse">
            <a:avLst/>
          </a:prstGeom>
          <a:solidFill>
            <a:srgbClr val="053057"/>
          </a:solidFill>
          <a:ln>
            <a:noFill/>
          </a:ln>
        </p:spPr>
        <p:txBody>
          <a:bodyPr wrap="square" lIns="0" tIns="0" rIns="0" bIns="0" anchor="ctr">
            <a:normAutofit/>
          </a:bodyPr>
          <a:lstStyle/>
          <a:p>
            <a:pPr algn="ctr">
              <a:spcBef>
                <a:spcPts val="0"/>
              </a:spcBef>
              <a:spcAft>
                <a:spcPts val="0"/>
              </a:spcAft>
            </a:pPr>
            <a:r>
              <a:rPr lang="en-US" sz="900" b="1">
                <a:solidFill>
                  <a:srgbClr val="FFFFFF"/>
                </a:solidFill>
                <a:latin typeface="Montserrat"/>
              </a:rPr>
              <a:t>04</a:t>
            </a:r>
          </a:p>
        </p:txBody>
      </p:sp>
      <p:sp>
        <p:nvSpPr>
          <p:cNvPr id="419" name="nName3"/>
          <p:cNvSpPr/>
          <p:nvPr/>
        </p:nvSpPr>
        <p:spPr>
          <a:xfrm>
            <a:off x="7631665" y="19056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800" b="1">
                <a:solidFill>
                  <a:srgbClr val="053057"/>
                </a:solidFill>
                <a:latin typeface="Montserrat"/>
              </a:rPr>
              <a:t>Compare</a:t>
            </a:r>
          </a:p>
        </p:txBody>
      </p:sp>
      <p:sp>
        <p:nvSpPr>
          <p:cNvPr id="420" name="nAct3"/>
          <p:cNvSpPr/>
          <p:nvPr/>
        </p:nvSpPr>
        <p:spPr>
          <a:xfrm>
            <a:off x="7631665" y="204531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Code + LLM judge</a:t>
            </a:r>
          </a:p>
        </p:txBody>
      </p:sp>
      <p:sp>
        <p:nvSpPr>
          <p:cNvPr id="421" name="nExtra3"/>
          <p:cNvSpPr/>
          <p:nvPr/>
        </p:nvSpPr>
        <p:spPr>
          <a:xfrm>
            <a:off x="7631665" y="21850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Effect sizes + confidence intervals</a:t>
            </a:r>
          </a:p>
        </p:txBody>
      </p:sp>
      <p:sp>
        <p:nvSpPr>
          <p:cNvPr id="422" name="node4"/>
          <p:cNvSpPr/>
          <p:nvPr/>
        </p:nvSpPr>
        <p:spPr>
          <a:xfrm>
            <a:off x="10819365" y="1575419"/>
            <a:ext cx="304800" cy="304800"/>
          </a:xfrm>
          <a:prstGeom prst="ellipse">
            <a:avLst/>
          </a:prstGeom>
          <a:solidFill>
            <a:srgbClr val="053057"/>
          </a:solidFill>
          <a:ln>
            <a:noFill/>
          </a:ln>
        </p:spPr>
        <p:txBody>
          <a:bodyPr wrap="square" lIns="0" tIns="0" rIns="0" bIns="0" anchor="ctr">
            <a:normAutofit/>
          </a:bodyPr>
          <a:lstStyle/>
          <a:p>
            <a:pPr algn="ctr">
              <a:spcBef>
                <a:spcPts val="0"/>
              </a:spcBef>
              <a:spcAft>
                <a:spcPts val="0"/>
              </a:spcAft>
            </a:pPr>
            <a:r>
              <a:rPr lang="en-US" sz="900" b="1">
                <a:solidFill>
                  <a:srgbClr val="FFFFFF"/>
                </a:solidFill>
                <a:latin typeface="Montserrat"/>
              </a:rPr>
              <a:t>05</a:t>
            </a:r>
          </a:p>
        </p:txBody>
      </p:sp>
      <p:sp>
        <p:nvSpPr>
          <p:cNvPr id="423" name="nName4"/>
          <p:cNvSpPr/>
          <p:nvPr/>
        </p:nvSpPr>
        <p:spPr>
          <a:xfrm>
            <a:off x="10082765" y="19056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800" b="1">
                <a:solidFill>
                  <a:srgbClr val="053057"/>
                </a:solidFill>
                <a:latin typeface="Montserrat"/>
              </a:rPr>
              <a:t>Review &amp; Refresh</a:t>
            </a:r>
          </a:p>
        </p:txBody>
      </p:sp>
      <p:sp>
        <p:nvSpPr>
          <p:cNvPr id="424" name="nAct4"/>
          <p:cNvSpPr/>
          <p:nvPr/>
        </p:nvSpPr>
        <p:spPr>
          <a:xfrm>
            <a:off x="10082765" y="2045319"/>
            <a:ext cx="1778000" cy="1397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Dashboards, drift</a:t>
            </a:r>
          </a:p>
        </p:txBody>
      </p:sp>
      <p:sp>
        <p:nvSpPr>
          <p:cNvPr id="425" name="nExtra4"/>
          <p:cNvSpPr/>
          <p:nvPr/>
        </p:nvSpPr>
        <p:spPr>
          <a:xfrm>
            <a:off x="10082765" y="2185019"/>
            <a:ext cx="1778000" cy="152400"/>
          </a:xfrm>
          <a:prstGeom prst="rect">
            <a:avLst/>
          </a:prstGeom>
          <a:noFill/>
          <a:ln>
            <a:noFill/>
          </a:ln>
        </p:spPr>
        <p:txBody>
          <a:bodyPr wrap="square" lIns="0" tIns="0" rIns="0" bIns="0" anchor="ctr">
            <a:normAutofit/>
          </a:bodyPr>
          <a:lstStyle/>
          <a:p>
            <a:pPr algn="ctr">
              <a:spcBef>
                <a:spcPts val="0"/>
              </a:spcBef>
              <a:spcAft>
                <a:spcPts val="0"/>
              </a:spcAft>
            </a:pPr>
            <a:r>
              <a:rPr lang="en-US" sz="700" i="1">
                <a:solidFill>
                  <a:srgbClr val="314550"/>
                </a:solidFill>
                <a:latin typeface="Montserrat"/>
              </a:rPr>
              <a:t>Versioned runs + observability</a:t>
            </a:r>
          </a:p>
        </p:txBody>
      </p:sp>
    </p:spTree>
    <p:extLst>
      <p:ext uri="{BB962C8B-B14F-4D97-AF65-F5344CB8AC3E}">
        <p14:creationId xmlns:p14="http://schemas.microsoft.com/office/powerpoint/2010/main" val="776883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D2F0E-D433-13C7-037D-E733C1CAE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308FE-B632-9383-347F-23118960D38B}"/>
              </a:ext>
            </a:extLst>
          </p:cNvPr>
          <p:cNvSpPr>
            <a:spLocks noGrp="1"/>
          </p:cNvSpPr>
          <p:nvPr>
            <p:ph type="title"/>
          </p:nvPr>
        </p:nvSpPr>
        <p:spPr>
          <a:xfrm>
            <a:off x="570465" y="453195"/>
            <a:ext cx="10857999" cy="307777"/>
          </a:xfrm>
        </p:spPr>
        <p:txBody>
          <a:bodyPr/>
          <a:lstStyle/>
          <a:p>
            <a:r>
              <a:rPr sz="2000" b="1">
                <a:solidFill>
                  <a:srgbClr val="053057"/>
                </a:solidFill>
                <a:latin typeface="Montserrat"/>
              </a:rPr>
              <a:t>PEF — Plugin Enhancement Framework</a:t>
            </a:r>
          </a:p>
        </p:txBody>
      </p:sp>
      <p:sp>
        <p:nvSpPr>
          <p:cNvPr id="5" name="TextBox 4"/>
          <p:cNvSpPr txBox="1"/>
          <p:nvPr/>
        </p:nvSpPr>
        <p:spPr>
          <a:xfrm>
            <a:off x="576072" y="787400"/>
            <a:ext cx="10881360" cy="215444"/>
          </a:xfrm>
          <a:prstGeom prst="rect">
            <a:avLst/>
          </a:prstGeom>
          <a:noFill/>
        </p:spPr>
        <p:txBody>
          <a:bodyPr wrap="square" lIns="0" tIns="0" rIns="0" bIns="0">
            <a:spAutoFit/>
          </a:bodyPr>
          <a:lstStyle/>
          <a:p>
            <a:pPr algn="l">
              <a:spcBef>
                <a:spcPts val="0"/>
              </a:spcBef>
              <a:spcAft>
                <a:spcPts val="200"/>
              </a:spcAft>
            </a:pPr>
            <a:r>
              <a:rPr sz="1400" b="0" i="1">
                <a:solidFill>
                  <a:srgbClr val="314550"/>
                </a:solidFill>
                <a:latin typeface="Montserrat"/>
              </a:rPr>
              <a:t>Every plugin change takes the same exam: what it promised, what it did, and whether that is better than before.</a:t>
            </a:r>
          </a:p>
        </p:txBody>
      </p:sp>
      <p:sp>
        <p:nvSpPr>
          <p:cNvPr id="42" name="Oval 41">
            <a:extLst>
              <a:ext uri="{FF2B5EF4-FFF2-40B4-BE49-F238E27FC236}">
                <a16:creationId xmlns:a16="http://schemas.microsoft.com/office/drawing/2014/main" id="{0E5C22AB-A9A3-39C8-98BA-98B4A72CC3B8}"/>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43" name="TextBox 42">
            <a:extLst>
              <a:ext uri="{FF2B5EF4-FFF2-40B4-BE49-F238E27FC236}">
                <a16:creationId xmlns:a16="http://schemas.microsoft.com/office/drawing/2014/main" id="{5D2ECC2F-4AEF-0E1D-22D6-506C319C93EC}"/>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04 – DEVELOPMENT – VLABS EVALS </a:t>
            </a:r>
            <a:endParaRPr sz="900" b="1" i="0">
              <a:solidFill>
                <a:srgbClr val="314550"/>
              </a:solidFill>
              <a:latin typeface="Montserrat"/>
            </a:endParaRPr>
          </a:p>
        </p:txBody>
      </p:sp>
      <p:sp>
        <p:nvSpPr>
          <p:cNvPr id="701" name="b1h"/>
          <p:cNvSpPr/>
          <p:nvPr/>
        </p:nvSpPr>
        <p:spPr>
          <a:xfrm>
            <a:off x="566928" y="1321595"/>
            <a:ext cx="11049000" cy="165100"/>
          </a:xfrm>
          <a:prstGeom prst="rect">
            <a:avLst/>
          </a:prstGeom>
          <a:noFill/>
          <a:ln>
            <a:noFill/>
          </a:ln>
        </p:spPr>
        <p:txBody>
          <a:bodyPr wrap="square" lIns="0" tIns="0" rIns="0" bIns="0" anchor="t">
            <a:normAutofit/>
          </a:bodyPr>
          <a:lstStyle/>
          <a:p>
            <a:pPr algn="l">
              <a:spcBef>
                <a:spcPts val="0"/>
              </a:spcBef>
              <a:spcAft>
                <a:spcPts val="0"/>
              </a:spcAft>
            </a:pPr>
            <a:r>
              <a:rPr lang="en-US" sz="850" b="1">
                <a:solidFill>
                  <a:srgbClr val="314550"/>
                </a:solidFill>
                <a:latin typeface="Montserrat"/>
              </a:rPr>
              <a:t>1 · THE EXAM — HOW A CHANGE IS GRADED</a:t>
            </a:r>
          </a:p>
        </p:txBody>
      </p:sp>
      <p:sp>
        <p:nvSpPr>
          <p:cNvPr id="702" name="fc0"/>
          <p:cNvSpPr/>
          <p:nvPr/>
        </p:nvSpPr>
        <p:spPr>
          <a:xfrm>
            <a:off x="566928" y="1524795"/>
            <a:ext cx="2349500" cy="939800"/>
          </a:xfrm>
          <a:prstGeom prst="roundRect">
            <a:avLst/>
          </a:prstGeom>
          <a:solidFill>
            <a:srgbClr val="F4F3F0"/>
          </a:solidFill>
          <a:ln w="12700">
            <a:solidFill>
              <a:srgbClr val="A2F3F3"/>
            </a:solidFill>
          </a:ln>
        </p:spPr>
        <p:txBody>
          <a:bodyPr/>
          <a:lstStyle/>
          <a:p>
            <a:endParaRPr lang="en-US"/>
          </a:p>
        </p:txBody>
      </p:sp>
      <p:sp>
        <p:nvSpPr>
          <p:cNvPr id="703" name="fb0"/>
          <p:cNvSpPr/>
          <p:nvPr/>
        </p:nvSpPr>
        <p:spPr>
          <a:xfrm>
            <a:off x="566928" y="1524795"/>
            <a:ext cx="2349500" cy="50800"/>
          </a:xfrm>
          <a:prstGeom prst="roundRect">
            <a:avLst/>
          </a:prstGeom>
          <a:solidFill>
            <a:srgbClr val="053057"/>
          </a:solidFill>
          <a:ln>
            <a:noFill/>
          </a:ln>
        </p:spPr>
        <p:txBody>
          <a:bodyPr/>
          <a:lstStyle/>
          <a:p>
            <a:endParaRPr lang="en-US"/>
          </a:p>
        </p:txBody>
      </p:sp>
      <p:sp>
        <p:nvSpPr>
          <p:cNvPr id="704" name="fi0"/>
          <p:cNvSpPr/>
          <p:nvPr/>
        </p:nvSpPr>
        <p:spPr>
          <a:xfrm>
            <a:off x="1551178" y="1626395"/>
            <a:ext cx="381000" cy="381000"/>
          </a:xfrm>
          <a:prstGeom prst="ellipse">
            <a:avLst/>
          </a:prstGeom>
          <a:solidFill>
            <a:srgbClr val="053057"/>
          </a:solidFill>
          <a:ln>
            <a:noFill/>
          </a:ln>
        </p:spPr>
        <p:txBody>
          <a:bodyPr/>
          <a:lstStyle/>
          <a:p>
            <a:endParaRPr lang="en-US"/>
          </a:p>
        </p:txBody>
      </p:sp>
      <p:sp>
        <p:nvSpPr>
          <p:cNvPr id="705" name="ft0"/>
          <p:cNvSpPr/>
          <p:nvPr/>
        </p:nvSpPr>
        <p:spPr>
          <a:xfrm>
            <a:off x="643128" y="2032795"/>
            <a:ext cx="2197100" cy="165100"/>
          </a:xfrm>
          <a:prstGeom prst="rect">
            <a:avLst/>
          </a:prstGeom>
          <a:noFill/>
          <a:ln>
            <a:noFill/>
          </a:ln>
        </p:spPr>
        <p:txBody>
          <a:bodyPr wrap="square" lIns="0" tIns="0" rIns="0" bIns="0" anchor="ctr">
            <a:normAutofit/>
          </a:bodyPr>
          <a:lstStyle/>
          <a:p>
            <a:pPr algn="ctr">
              <a:spcBef>
                <a:spcPts val="0"/>
              </a:spcBef>
              <a:spcAft>
                <a:spcPts val="0"/>
              </a:spcAft>
            </a:pPr>
            <a:r>
              <a:rPr lang="en-US" sz="820" b="1">
                <a:solidFill>
                  <a:srgbClr val="053057"/>
                </a:solidFill>
                <a:latin typeface="Montserrat"/>
              </a:rPr>
              <a:t>1 · Contracts</a:t>
            </a:r>
          </a:p>
        </p:txBody>
      </p:sp>
      <p:sp>
        <p:nvSpPr>
          <p:cNvPr id="706" name="fbd0"/>
          <p:cNvSpPr/>
          <p:nvPr/>
        </p:nvSpPr>
        <p:spPr>
          <a:xfrm>
            <a:off x="668528" y="2197895"/>
            <a:ext cx="2146300" cy="254000"/>
          </a:xfrm>
          <a:prstGeom prst="rect">
            <a:avLst/>
          </a:prstGeom>
          <a:noFill/>
          <a:ln>
            <a:noFill/>
          </a:ln>
        </p:spPr>
        <p:txBody>
          <a:bodyPr wrap="square" lIns="0" tIns="0" rIns="0" bIns="0" anchor="ctr">
            <a:normAutofit/>
          </a:bodyPr>
          <a:lstStyle/>
          <a:p>
            <a:pPr algn="ctr"/>
            <a:r>
              <a:rPr lang="en-US" sz="650">
                <a:solidFill>
                  <a:srgbClr val="314550"/>
                </a:solidFill>
                <a:latin typeface="Montserrat"/>
              </a:rPr>
              <a:t>Contract: inputs, outputs, acceptance criteria frozen with the owner</a:t>
            </a:r>
          </a:p>
        </p:txBody>
      </p:sp>
      <p:sp>
        <p:nvSpPr>
          <p:cNvPr id="707" name="fc1"/>
          <p:cNvSpPr/>
          <p:nvPr/>
        </p:nvSpPr>
        <p:spPr>
          <a:xfrm>
            <a:off x="3462528" y="1524795"/>
            <a:ext cx="2349500" cy="939800"/>
          </a:xfrm>
          <a:prstGeom prst="roundRect">
            <a:avLst/>
          </a:prstGeom>
          <a:solidFill>
            <a:srgbClr val="F4F3F0"/>
          </a:solidFill>
          <a:ln w="12700">
            <a:solidFill>
              <a:srgbClr val="A2F3F3"/>
            </a:solidFill>
          </a:ln>
        </p:spPr>
        <p:txBody>
          <a:bodyPr/>
          <a:lstStyle/>
          <a:p>
            <a:endParaRPr lang="en-US"/>
          </a:p>
        </p:txBody>
      </p:sp>
      <p:sp>
        <p:nvSpPr>
          <p:cNvPr id="708" name="fb1"/>
          <p:cNvSpPr/>
          <p:nvPr/>
        </p:nvSpPr>
        <p:spPr>
          <a:xfrm>
            <a:off x="3462528" y="1524795"/>
            <a:ext cx="2349500" cy="50800"/>
          </a:xfrm>
          <a:prstGeom prst="roundRect">
            <a:avLst/>
          </a:prstGeom>
          <a:solidFill>
            <a:srgbClr val="053057"/>
          </a:solidFill>
          <a:ln>
            <a:noFill/>
          </a:ln>
        </p:spPr>
        <p:txBody>
          <a:bodyPr/>
          <a:lstStyle/>
          <a:p>
            <a:endParaRPr lang="en-US"/>
          </a:p>
        </p:txBody>
      </p:sp>
      <p:sp>
        <p:nvSpPr>
          <p:cNvPr id="709" name="fi1"/>
          <p:cNvSpPr/>
          <p:nvPr/>
        </p:nvSpPr>
        <p:spPr>
          <a:xfrm>
            <a:off x="4446778" y="1626395"/>
            <a:ext cx="381000" cy="381000"/>
          </a:xfrm>
          <a:prstGeom prst="ellipse">
            <a:avLst/>
          </a:prstGeom>
          <a:solidFill>
            <a:srgbClr val="053057"/>
          </a:solidFill>
          <a:ln>
            <a:noFill/>
          </a:ln>
        </p:spPr>
        <p:txBody>
          <a:bodyPr/>
          <a:lstStyle/>
          <a:p>
            <a:endParaRPr lang="en-US"/>
          </a:p>
        </p:txBody>
      </p:sp>
      <p:sp>
        <p:nvSpPr>
          <p:cNvPr id="710" name="ft1"/>
          <p:cNvSpPr/>
          <p:nvPr/>
        </p:nvSpPr>
        <p:spPr>
          <a:xfrm>
            <a:off x="3538728" y="2032795"/>
            <a:ext cx="2197100" cy="165100"/>
          </a:xfrm>
          <a:prstGeom prst="rect">
            <a:avLst/>
          </a:prstGeom>
          <a:noFill/>
          <a:ln>
            <a:noFill/>
          </a:ln>
        </p:spPr>
        <p:txBody>
          <a:bodyPr wrap="square" lIns="0" tIns="0" rIns="0" bIns="0" anchor="ctr">
            <a:normAutofit/>
          </a:bodyPr>
          <a:lstStyle/>
          <a:p>
            <a:pPr algn="ctr">
              <a:spcBef>
                <a:spcPts val="0"/>
              </a:spcBef>
              <a:spcAft>
                <a:spcPts val="0"/>
              </a:spcAft>
            </a:pPr>
            <a:r>
              <a:rPr lang="en-US" sz="820" b="1">
                <a:solidFill>
                  <a:srgbClr val="053057"/>
                </a:solidFill>
                <a:latin typeface="Montserrat"/>
              </a:rPr>
              <a:t>2 · Run</a:t>
            </a:r>
          </a:p>
        </p:txBody>
      </p:sp>
      <p:sp>
        <p:nvSpPr>
          <p:cNvPr id="711" name="fbd1"/>
          <p:cNvSpPr/>
          <p:nvPr/>
        </p:nvSpPr>
        <p:spPr>
          <a:xfrm>
            <a:off x="3564128" y="2197895"/>
            <a:ext cx="2146300" cy="254000"/>
          </a:xfrm>
          <a:prstGeom prst="rect">
            <a:avLst/>
          </a:prstGeom>
          <a:noFill/>
          <a:ln>
            <a:noFill/>
          </a:ln>
        </p:spPr>
        <p:txBody>
          <a:bodyPr wrap="square" lIns="0" tIns="0" rIns="0" bIns="0" anchor="ctr">
            <a:normAutofit/>
          </a:bodyPr>
          <a:lstStyle/>
          <a:p>
            <a:pPr algn="ctr">
              <a:spcBef>
                <a:spcPts val="0"/>
              </a:spcBef>
              <a:spcAft>
                <a:spcPts val="0"/>
              </a:spcAft>
            </a:pPr>
            <a:r>
              <a:rPr lang="en-US" sz="660">
                <a:solidFill>
                  <a:srgbClr val="314550"/>
                </a:solidFill>
                <a:latin typeface="Montserrat"/>
              </a:rPr>
              <a:t>New version runs; log output + cost (time · money · tokens)</a:t>
            </a:r>
          </a:p>
        </p:txBody>
      </p:sp>
      <p:sp>
        <p:nvSpPr>
          <p:cNvPr id="712" name="fc2"/>
          <p:cNvSpPr/>
          <p:nvPr/>
        </p:nvSpPr>
        <p:spPr>
          <a:xfrm>
            <a:off x="6358128" y="1524795"/>
            <a:ext cx="2349500" cy="939800"/>
          </a:xfrm>
          <a:prstGeom prst="roundRect">
            <a:avLst/>
          </a:prstGeom>
          <a:solidFill>
            <a:srgbClr val="F4F3F0"/>
          </a:solidFill>
          <a:ln w="12700">
            <a:solidFill>
              <a:srgbClr val="A2F3F3"/>
            </a:solidFill>
          </a:ln>
        </p:spPr>
        <p:txBody>
          <a:bodyPr/>
          <a:lstStyle/>
          <a:p>
            <a:endParaRPr lang="en-US"/>
          </a:p>
        </p:txBody>
      </p:sp>
      <p:sp>
        <p:nvSpPr>
          <p:cNvPr id="713" name="fb2"/>
          <p:cNvSpPr/>
          <p:nvPr/>
        </p:nvSpPr>
        <p:spPr>
          <a:xfrm>
            <a:off x="6358128" y="1524795"/>
            <a:ext cx="2349500" cy="50800"/>
          </a:xfrm>
          <a:prstGeom prst="roundRect">
            <a:avLst/>
          </a:prstGeom>
          <a:solidFill>
            <a:srgbClr val="053057"/>
          </a:solidFill>
          <a:ln>
            <a:noFill/>
          </a:ln>
        </p:spPr>
        <p:txBody>
          <a:bodyPr/>
          <a:lstStyle/>
          <a:p>
            <a:endParaRPr lang="en-US"/>
          </a:p>
        </p:txBody>
      </p:sp>
      <p:sp>
        <p:nvSpPr>
          <p:cNvPr id="714" name="fi2"/>
          <p:cNvSpPr/>
          <p:nvPr/>
        </p:nvSpPr>
        <p:spPr>
          <a:xfrm>
            <a:off x="7342378" y="1626395"/>
            <a:ext cx="381000" cy="381000"/>
          </a:xfrm>
          <a:prstGeom prst="ellipse">
            <a:avLst/>
          </a:prstGeom>
          <a:solidFill>
            <a:srgbClr val="053057"/>
          </a:solidFill>
          <a:ln>
            <a:noFill/>
          </a:ln>
        </p:spPr>
        <p:txBody>
          <a:bodyPr/>
          <a:lstStyle/>
          <a:p>
            <a:endParaRPr lang="en-US"/>
          </a:p>
        </p:txBody>
      </p:sp>
      <p:sp>
        <p:nvSpPr>
          <p:cNvPr id="715" name="ft2"/>
          <p:cNvSpPr/>
          <p:nvPr/>
        </p:nvSpPr>
        <p:spPr>
          <a:xfrm>
            <a:off x="6434328" y="2032795"/>
            <a:ext cx="2197100" cy="165100"/>
          </a:xfrm>
          <a:prstGeom prst="rect">
            <a:avLst/>
          </a:prstGeom>
          <a:noFill/>
          <a:ln>
            <a:noFill/>
          </a:ln>
        </p:spPr>
        <p:txBody>
          <a:bodyPr wrap="square" lIns="0" tIns="0" rIns="0" bIns="0" anchor="ctr">
            <a:normAutofit/>
          </a:bodyPr>
          <a:lstStyle/>
          <a:p>
            <a:pPr algn="ctr">
              <a:spcBef>
                <a:spcPts val="0"/>
              </a:spcBef>
              <a:spcAft>
                <a:spcPts val="0"/>
              </a:spcAft>
            </a:pPr>
            <a:r>
              <a:rPr lang="en-US" sz="820" b="1">
                <a:solidFill>
                  <a:srgbClr val="053057"/>
                </a:solidFill>
                <a:latin typeface="Montserrat"/>
              </a:rPr>
              <a:t>3 · Marking</a:t>
            </a:r>
          </a:p>
        </p:txBody>
      </p:sp>
      <p:sp>
        <p:nvSpPr>
          <p:cNvPr id="716" name="fbd2"/>
          <p:cNvSpPr/>
          <p:nvPr/>
        </p:nvSpPr>
        <p:spPr>
          <a:xfrm>
            <a:off x="6459728" y="2197895"/>
            <a:ext cx="2146300" cy="254000"/>
          </a:xfrm>
          <a:prstGeom prst="rect">
            <a:avLst/>
          </a:prstGeom>
          <a:noFill/>
          <a:ln>
            <a:noFill/>
          </a:ln>
        </p:spPr>
        <p:txBody>
          <a:bodyPr wrap="square" lIns="0" tIns="0" rIns="0" bIns="0" anchor="ctr">
            <a:normAutofit/>
          </a:bodyPr>
          <a:lstStyle/>
          <a:p>
            <a:pPr algn="ctr">
              <a:spcBef>
                <a:spcPts val="0"/>
              </a:spcBef>
              <a:spcAft>
                <a:spcPts val="0"/>
              </a:spcAft>
            </a:pPr>
            <a:r>
              <a:rPr lang="en-US" sz="660">
                <a:solidFill>
                  <a:srgbClr val="314550"/>
                </a:solidFill>
                <a:latin typeface="Montserrat"/>
              </a:rPr>
              <a:t>Every contract checked — code checks + calibrated AI judge</a:t>
            </a:r>
          </a:p>
        </p:txBody>
      </p:sp>
      <p:sp>
        <p:nvSpPr>
          <p:cNvPr id="717" name="fc3"/>
          <p:cNvSpPr/>
          <p:nvPr/>
        </p:nvSpPr>
        <p:spPr>
          <a:xfrm>
            <a:off x="9253728" y="1524795"/>
            <a:ext cx="2349500" cy="939800"/>
          </a:xfrm>
          <a:prstGeom prst="roundRect">
            <a:avLst/>
          </a:prstGeom>
          <a:solidFill>
            <a:srgbClr val="053057"/>
          </a:solidFill>
          <a:ln>
            <a:noFill/>
          </a:ln>
        </p:spPr>
        <p:txBody>
          <a:bodyPr/>
          <a:lstStyle/>
          <a:p>
            <a:endParaRPr lang="en-US"/>
          </a:p>
        </p:txBody>
      </p:sp>
      <p:sp>
        <p:nvSpPr>
          <p:cNvPr id="718" name="fb3"/>
          <p:cNvSpPr/>
          <p:nvPr/>
        </p:nvSpPr>
        <p:spPr>
          <a:xfrm>
            <a:off x="9253728" y="1524795"/>
            <a:ext cx="2349500" cy="50800"/>
          </a:xfrm>
          <a:prstGeom prst="roundRect">
            <a:avLst/>
          </a:prstGeom>
          <a:solidFill>
            <a:srgbClr val="00EDED"/>
          </a:solidFill>
          <a:ln>
            <a:noFill/>
          </a:ln>
        </p:spPr>
        <p:txBody>
          <a:bodyPr/>
          <a:lstStyle/>
          <a:p>
            <a:endParaRPr lang="en-US"/>
          </a:p>
        </p:txBody>
      </p:sp>
      <p:sp>
        <p:nvSpPr>
          <p:cNvPr id="719" name="fi3"/>
          <p:cNvSpPr/>
          <p:nvPr/>
        </p:nvSpPr>
        <p:spPr>
          <a:xfrm>
            <a:off x="10237978" y="1626395"/>
            <a:ext cx="381000" cy="381000"/>
          </a:xfrm>
          <a:prstGeom prst="ellipse">
            <a:avLst/>
          </a:prstGeom>
          <a:solidFill>
            <a:srgbClr val="00EDED"/>
          </a:solidFill>
          <a:ln>
            <a:noFill/>
          </a:ln>
        </p:spPr>
        <p:txBody>
          <a:bodyPr/>
          <a:lstStyle/>
          <a:p>
            <a:endParaRPr lang="en-US"/>
          </a:p>
        </p:txBody>
      </p:sp>
      <p:sp>
        <p:nvSpPr>
          <p:cNvPr id="720" name="ft3"/>
          <p:cNvSpPr/>
          <p:nvPr/>
        </p:nvSpPr>
        <p:spPr>
          <a:xfrm>
            <a:off x="9329928" y="2032795"/>
            <a:ext cx="2197100" cy="165100"/>
          </a:xfrm>
          <a:prstGeom prst="rect">
            <a:avLst/>
          </a:prstGeom>
          <a:noFill/>
          <a:ln>
            <a:noFill/>
          </a:ln>
        </p:spPr>
        <p:txBody>
          <a:bodyPr wrap="square" lIns="0" tIns="0" rIns="0" bIns="0" anchor="ctr">
            <a:normAutofit/>
          </a:bodyPr>
          <a:lstStyle/>
          <a:p>
            <a:pPr algn="ctr">
              <a:spcBef>
                <a:spcPts val="0"/>
              </a:spcBef>
              <a:spcAft>
                <a:spcPts val="0"/>
              </a:spcAft>
            </a:pPr>
            <a:r>
              <a:rPr lang="en-US" sz="820" b="1">
                <a:solidFill>
                  <a:srgbClr val="FFFFFF"/>
                </a:solidFill>
                <a:latin typeface="Montserrat"/>
              </a:rPr>
              <a:t>4 · Verdict + Gate</a:t>
            </a:r>
          </a:p>
        </p:txBody>
      </p:sp>
      <p:sp>
        <p:nvSpPr>
          <p:cNvPr id="721" name="fbd3"/>
          <p:cNvSpPr/>
          <p:nvPr/>
        </p:nvSpPr>
        <p:spPr>
          <a:xfrm>
            <a:off x="9355328" y="2197895"/>
            <a:ext cx="2146300" cy="254000"/>
          </a:xfrm>
          <a:prstGeom prst="rect">
            <a:avLst/>
          </a:prstGeom>
          <a:noFill/>
          <a:ln>
            <a:noFill/>
          </a:ln>
        </p:spPr>
        <p:txBody>
          <a:bodyPr wrap="square" lIns="0" tIns="0" rIns="0" bIns="0" anchor="ctr">
            <a:normAutofit/>
          </a:bodyPr>
          <a:lstStyle/>
          <a:p>
            <a:pPr algn="ctr">
              <a:spcBef>
                <a:spcPts val="0"/>
              </a:spcBef>
              <a:spcAft>
                <a:spcPts val="0"/>
              </a:spcAft>
            </a:pPr>
            <a:r>
              <a:rPr lang="en-US" sz="660">
                <a:solidFill>
                  <a:srgbClr val="F4F3F0"/>
                </a:solidFill>
                <a:latin typeface="Montserrat"/>
              </a:rPr>
              <a:t>better · unchanged · regressed</a:t>
            </a:r>
          </a:p>
        </p:txBody>
      </p:sp>
      <p:sp>
        <p:nvSpPr>
          <p:cNvPr id="722" name="gtag"/>
          <p:cNvSpPr/>
          <p:nvPr/>
        </p:nvSpPr>
        <p:spPr>
          <a:xfrm>
            <a:off x="9634728" y="2299495"/>
            <a:ext cx="1587500" cy="152400"/>
          </a:xfrm>
          <a:prstGeom prst="roundRect">
            <a:avLst/>
          </a:prstGeom>
          <a:solidFill>
            <a:srgbClr val="00EDED"/>
          </a:solidFill>
          <a:ln>
            <a:noFill/>
          </a:ln>
        </p:spPr>
        <p:txBody>
          <a:bodyPr wrap="square" lIns="0" tIns="0" rIns="0" bIns="0" anchor="ctr">
            <a:normAutofit/>
          </a:bodyPr>
          <a:lstStyle/>
          <a:p>
            <a:pPr algn="ctr">
              <a:spcBef>
                <a:spcPts val="0"/>
              </a:spcBef>
              <a:spcAft>
                <a:spcPts val="0"/>
              </a:spcAft>
            </a:pPr>
            <a:r>
              <a:rPr lang="en-US" sz="600" b="1">
                <a:solidFill>
                  <a:srgbClr val="053057"/>
                </a:solidFill>
                <a:latin typeface="Montserrat"/>
              </a:rPr>
              <a:t>REGRESSION ✕ CAN'T SHIP</a:t>
            </a:r>
          </a:p>
        </p:txBody>
      </p:sp>
      <p:sp>
        <p:nvSpPr>
          <p:cNvPr id="723" name="fa0"/>
          <p:cNvSpPr/>
          <p:nvPr/>
        </p:nvSpPr>
        <p:spPr>
          <a:xfrm>
            <a:off x="3030728" y="1880395"/>
            <a:ext cx="304800" cy="203200"/>
          </a:xfrm>
          <a:prstGeom prst="rightArrow">
            <a:avLst/>
          </a:prstGeom>
          <a:solidFill>
            <a:srgbClr val="00EDED"/>
          </a:solidFill>
          <a:ln>
            <a:noFill/>
          </a:ln>
        </p:spPr>
        <p:txBody>
          <a:bodyPr/>
          <a:lstStyle/>
          <a:p>
            <a:endParaRPr lang="en-US"/>
          </a:p>
        </p:txBody>
      </p:sp>
      <p:sp>
        <p:nvSpPr>
          <p:cNvPr id="724" name="fa1"/>
          <p:cNvSpPr/>
          <p:nvPr/>
        </p:nvSpPr>
        <p:spPr>
          <a:xfrm>
            <a:off x="5926328" y="1880395"/>
            <a:ext cx="304800" cy="203200"/>
          </a:xfrm>
          <a:prstGeom prst="rightArrow">
            <a:avLst/>
          </a:prstGeom>
          <a:solidFill>
            <a:srgbClr val="00EDED"/>
          </a:solidFill>
          <a:ln>
            <a:noFill/>
          </a:ln>
        </p:spPr>
        <p:txBody>
          <a:bodyPr/>
          <a:lstStyle/>
          <a:p>
            <a:endParaRPr lang="en-US"/>
          </a:p>
        </p:txBody>
      </p:sp>
      <p:sp>
        <p:nvSpPr>
          <p:cNvPr id="725" name="fa2"/>
          <p:cNvSpPr/>
          <p:nvPr/>
        </p:nvSpPr>
        <p:spPr>
          <a:xfrm>
            <a:off x="8821928" y="1880395"/>
            <a:ext cx="304800" cy="203200"/>
          </a:xfrm>
          <a:prstGeom prst="rightArrow">
            <a:avLst/>
          </a:prstGeom>
          <a:solidFill>
            <a:srgbClr val="00EDED"/>
          </a:solidFill>
          <a:ln>
            <a:noFill/>
          </a:ln>
        </p:spPr>
        <p:txBody>
          <a:bodyPr/>
          <a:lstStyle/>
          <a:p>
            <a:endParaRPr lang="en-US"/>
          </a:p>
        </p:txBody>
      </p:sp>
      <p:sp>
        <p:nvSpPr>
          <p:cNvPr id="726" name="b2h"/>
          <p:cNvSpPr/>
          <p:nvPr/>
        </p:nvSpPr>
        <p:spPr>
          <a:xfrm>
            <a:off x="554736" y="2655095"/>
            <a:ext cx="11049000" cy="165100"/>
          </a:xfrm>
          <a:prstGeom prst="rect">
            <a:avLst/>
          </a:prstGeom>
          <a:noFill/>
          <a:ln>
            <a:noFill/>
          </a:ln>
        </p:spPr>
        <p:txBody>
          <a:bodyPr wrap="square" lIns="0" tIns="0" rIns="0" bIns="0" anchor="t">
            <a:normAutofit/>
          </a:bodyPr>
          <a:lstStyle/>
          <a:p>
            <a:pPr algn="l">
              <a:spcBef>
                <a:spcPts val="0"/>
              </a:spcBef>
              <a:spcAft>
                <a:spcPts val="0"/>
              </a:spcAft>
            </a:pPr>
            <a:r>
              <a:rPr lang="en-US" sz="850" b="1">
                <a:solidFill>
                  <a:srgbClr val="314550"/>
                </a:solidFill>
                <a:latin typeface="Montserrat"/>
              </a:rPr>
              <a:t>2 · FOUR QUESTIONS EVERY VERDICT ANSWERS</a:t>
            </a:r>
          </a:p>
        </p:txBody>
      </p:sp>
      <p:sp>
        <p:nvSpPr>
          <p:cNvPr id="727" name="qc0"/>
          <p:cNvSpPr/>
          <p:nvPr/>
        </p:nvSpPr>
        <p:spPr>
          <a:xfrm>
            <a:off x="554736" y="2858295"/>
            <a:ext cx="2349500" cy="533400"/>
          </a:xfrm>
          <a:prstGeom prst="roundRect">
            <a:avLst/>
          </a:prstGeom>
          <a:solidFill>
            <a:srgbClr val="A2F3F3"/>
          </a:solidFill>
          <a:ln>
            <a:noFill/>
          </a:ln>
        </p:spPr>
        <p:txBody>
          <a:bodyPr/>
          <a:lstStyle/>
          <a:p>
            <a:endParaRPr lang="en-US"/>
          </a:p>
        </p:txBody>
      </p:sp>
      <p:sp>
        <p:nvSpPr>
          <p:cNvPr id="728" name="qn0"/>
          <p:cNvSpPr/>
          <p:nvPr/>
        </p:nvSpPr>
        <p:spPr>
          <a:xfrm>
            <a:off x="707136" y="2947195"/>
            <a:ext cx="2044700" cy="190500"/>
          </a:xfrm>
          <a:prstGeom prst="rect">
            <a:avLst/>
          </a:prstGeom>
          <a:noFill/>
          <a:ln>
            <a:noFill/>
          </a:ln>
        </p:spPr>
        <p:txBody>
          <a:bodyPr wrap="square" lIns="0" tIns="0" rIns="0" bIns="0" anchor="t">
            <a:normAutofit/>
          </a:bodyPr>
          <a:lstStyle/>
          <a:p>
            <a:pPr algn="l">
              <a:spcBef>
                <a:spcPts val="0"/>
              </a:spcBef>
              <a:spcAft>
                <a:spcPts val="0"/>
              </a:spcAft>
            </a:pPr>
            <a:r>
              <a:rPr lang="en-US" sz="900" b="1">
                <a:solidFill>
                  <a:srgbClr val="053057"/>
                </a:solidFill>
                <a:latin typeface="Montserrat"/>
              </a:rPr>
              <a:t>Efficiency</a:t>
            </a:r>
          </a:p>
        </p:txBody>
      </p:sp>
      <p:sp>
        <p:nvSpPr>
          <p:cNvPr id="729" name="qq0"/>
          <p:cNvSpPr/>
          <p:nvPr/>
        </p:nvSpPr>
        <p:spPr>
          <a:xfrm>
            <a:off x="707136" y="3150395"/>
            <a:ext cx="2044700" cy="165100"/>
          </a:xfrm>
          <a:prstGeom prst="rect">
            <a:avLst/>
          </a:prstGeom>
          <a:noFill/>
          <a:ln>
            <a:noFill/>
          </a:ln>
        </p:spPr>
        <p:txBody>
          <a:bodyPr wrap="square" lIns="0" tIns="0" rIns="0" bIns="0" anchor="t">
            <a:normAutofit/>
          </a:bodyPr>
          <a:lstStyle/>
          <a:p>
            <a:r>
              <a:rPr lang="en-US" sz="700">
                <a:solidFill>
                  <a:srgbClr val="053057"/>
                </a:solidFill>
                <a:latin typeface="Montserrat"/>
              </a:rPr>
              <a:t>Is it faster and/or cheaper?</a:t>
            </a:r>
          </a:p>
        </p:txBody>
      </p:sp>
      <p:sp>
        <p:nvSpPr>
          <p:cNvPr id="730" name="qc1"/>
          <p:cNvSpPr/>
          <p:nvPr/>
        </p:nvSpPr>
        <p:spPr>
          <a:xfrm>
            <a:off x="3450336" y="2858295"/>
            <a:ext cx="2349500" cy="533400"/>
          </a:xfrm>
          <a:prstGeom prst="roundRect">
            <a:avLst/>
          </a:prstGeom>
          <a:solidFill>
            <a:srgbClr val="A2F3F3"/>
          </a:solidFill>
          <a:ln>
            <a:noFill/>
          </a:ln>
        </p:spPr>
        <p:txBody>
          <a:bodyPr/>
          <a:lstStyle/>
          <a:p>
            <a:endParaRPr lang="en-US"/>
          </a:p>
        </p:txBody>
      </p:sp>
      <p:sp>
        <p:nvSpPr>
          <p:cNvPr id="731" name="qn1"/>
          <p:cNvSpPr/>
          <p:nvPr/>
        </p:nvSpPr>
        <p:spPr>
          <a:xfrm>
            <a:off x="3602736" y="2947195"/>
            <a:ext cx="2044700" cy="190500"/>
          </a:xfrm>
          <a:prstGeom prst="rect">
            <a:avLst/>
          </a:prstGeom>
          <a:noFill/>
          <a:ln>
            <a:noFill/>
          </a:ln>
        </p:spPr>
        <p:txBody>
          <a:bodyPr wrap="square" lIns="0" tIns="0" rIns="0" bIns="0" anchor="t">
            <a:normAutofit/>
          </a:bodyPr>
          <a:lstStyle/>
          <a:p>
            <a:pPr algn="l">
              <a:spcBef>
                <a:spcPts val="0"/>
              </a:spcBef>
              <a:spcAft>
                <a:spcPts val="0"/>
              </a:spcAft>
            </a:pPr>
            <a:r>
              <a:rPr lang="en-US" sz="900" b="1">
                <a:solidFill>
                  <a:srgbClr val="053057"/>
                </a:solidFill>
                <a:latin typeface="Montserrat"/>
              </a:rPr>
              <a:t>Integrity</a:t>
            </a:r>
          </a:p>
        </p:txBody>
      </p:sp>
      <p:sp>
        <p:nvSpPr>
          <p:cNvPr id="732" name="qq1"/>
          <p:cNvSpPr/>
          <p:nvPr/>
        </p:nvSpPr>
        <p:spPr>
          <a:xfrm>
            <a:off x="3602736" y="3150395"/>
            <a:ext cx="2044700" cy="165100"/>
          </a:xfrm>
          <a:prstGeom prst="rect">
            <a:avLst/>
          </a:prstGeom>
          <a:noFill/>
          <a:ln>
            <a:noFill/>
          </a:ln>
        </p:spPr>
        <p:txBody>
          <a:bodyPr wrap="square" lIns="0" tIns="0" rIns="0" bIns="0" anchor="t">
            <a:normAutofit/>
          </a:bodyPr>
          <a:lstStyle/>
          <a:p>
            <a:r>
              <a:rPr lang="en-US" sz="700">
                <a:solidFill>
                  <a:srgbClr val="053057"/>
                </a:solidFill>
                <a:latin typeface="Montserrat"/>
              </a:rPr>
              <a:t>Is everything intact?</a:t>
            </a:r>
          </a:p>
        </p:txBody>
      </p:sp>
      <p:sp>
        <p:nvSpPr>
          <p:cNvPr id="733" name="qc2"/>
          <p:cNvSpPr/>
          <p:nvPr/>
        </p:nvSpPr>
        <p:spPr>
          <a:xfrm>
            <a:off x="6345936" y="2858295"/>
            <a:ext cx="2349500" cy="533400"/>
          </a:xfrm>
          <a:prstGeom prst="roundRect">
            <a:avLst/>
          </a:prstGeom>
          <a:solidFill>
            <a:srgbClr val="A2F3F3"/>
          </a:solidFill>
          <a:ln>
            <a:noFill/>
          </a:ln>
        </p:spPr>
        <p:txBody>
          <a:bodyPr/>
          <a:lstStyle/>
          <a:p>
            <a:endParaRPr lang="en-US"/>
          </a:p>
        </p:txBody>
      </p:sp>
      <p:sp>
        <p:nvSpPr>
          <p:cNvPr id="734" name="qn2"/>
          <p:cNvSpPr/>
          <p:nvPr/>
        </p:nvSpPr>
        <p:spPr>
          <a:xfrm>
            <a:off x="6498336" y="2947195"/>
            <a:ext cx="2044700" cy="190500"/>
          </a:xfrm>
          <a:prstGeom prst="rect">
            <a:avLst/>
          </a:prstGeom>
          <a:noFill/>
          <a:ln>
            <a:noFill/>
          </a:ln>
        </p:spPr>
        <p:txBody>
          <a:bodyPr wrap="square" lIns="0" tIns="0" rIns="0" bIns="0" anchor="t">
            <a:normAutofit/>
          </a:bodyPr>
          <a:lstStyle/>
          <a:p>
            <a:pPr algn="l">
              <a:spcBef>
                <a:spcPts val="0"/>
              </a:spcBef>
              <a:spcAft>
                <a:spcPts val="0"/>
              </a:spcAft>
            </a:pPr>
            <a:r>
              <a:rPr lang="en-US" sz="900" b="1">
                <a:solidFill>
                  <a:srgbClr val="053057"/>
                </a:solidFill>
                <a:latin typeface="Montserrat"/>
              </a:rPr>
              <a:t>Correctness</a:t>
            </a:r>
          </a:p>
        </p:txBody>
      </p:sp>
      <p:sp>
        <p:nvSpPr>
          <p:cNvPr id="735" name="qq2"/>
          <p:cNvSpPr/>
          <p:nvPr/>
        </p:nvSpPr>
        <p:spPr>
          <a:xfrm>
            <a:off x="6498336" y="3150395"/>
            <a:ext cx="2044700" cy="165100"/>
          </a:xfrm>
          <a:prstGeom prst="rect">
            <a:avLst/>
          </a:prstGeom>
          <a:noFill/>
          <a:ln>
            <a:noFill/>
          </a:ln>
        </p:spPr>
        <p:txBody>
          <a:bodyPr wrap="square" lIns="0" tIns="0" rIns="0" bIns="0" anchor="t">
            <a:normAutofit/>
          </a:bodyPr>
          <a:lstStyle/>
          <a:p>
            <a:r>
              <a:rPr lang="en-US" sz="700">
                <a:solidFill>
                  <a:srgbClr val="053057"/>
                </a:solidFill>
                <a:latin typeface="Montserrat"/>
              </a:rPr>
              <a:t>Are the answers it provides right?</a:t>
            </a:r>
          </a:p>
        </p:txBody>
      </p:sp>
      <p:sp>
        <p:nvSpPr>
          <p:cNvPr id="736" name="qc3"/>
          <p:cNvSpPr/>
          <p:nvPr/>
        </p:nvSpPr>
        <p:spPr>
          <a:xfrm>
            <a:off x="9241536" y="2858295"/>
            <a:ext cx="2349500" cy="533400"/>
          </a:xfrm>
          <a:prstGeom prst="roundRect">
            <a:avLst/>
          </a:prstGeom>
          <a:solidFill>
            <a:srgbClr val="A2F3F3"/>
          </a:solidFill>
          <a:ln>
            <a:noFill/>
          </a:ln>
        </p:spPr>
        <p:txBody>
          <a:bodyPr/>
          <a:lstStyle/>
          <a:p>
            <a:endParaRPr lang="en-US"/>
          </a:p>
        </p:txBody>
      </p:sp>
      <p:sp>
        <p:nvSpPr>
          <p:cNvPr id="737" name="qn3"/>
          <p:cNvSpPr/>
          <p:nvPr/>
        </p:nvSpPr>
        <p:spPr>
          <a:xfrm>
            <a:off x="9393936" y="2947195"/>
            <a:ext cx="2044700" cy="190500"/>
          </a:xfrm>
          <a:prstGeom prst="rect">
            <a:avLst/>
          </a:prstGeom>
          <a:noFill/>
          <a:ln>
            <a:noFill/>
          </a:ln>
        </p:spPr>
        <p:txBody>
          <a:bodyPr wrap="square" lIns="0" tIns="0" rIns="0" bIns="0" anchor="t">
            <a:normAutofit/>
          </a:bodyPr>
          <a:lstStyle/>
          <a:p>
            <a:pPr algn="l">
              <a:spcBef>
                <a:spcPts val="0"/>
              </a:spcBef>
              <a:spcAft>
                <a:spcPts val="0"/>
              </a:spcAft>
            </a:pPr>
            <a:r>
              <a:rPr lang="en-US" sz="900" b="1">
                <a:solidFill>
                  <a:srgbClr val="053057"/>
                </a:solidFill>
                <a:latin typeface="Montserrat"/>
              </a:rPr>
              <a:t>Quality</a:t>
            </a:r>
          </a:p>
        </p:txBody>
      </p:sp>
      <p:sp>
        <p:nvSpPr>
          <p:cNvPr id="738" name="qq3"/>
          <p:cNvSpPr/>
          <p:nvPr/>
        </p:nvSpPr>
        <p:spPr>
          <a:xfrm>
            <a:off x="9393936" y="3150395"/>
            <a:ext cx="2044700" cy="165100"/>
          </a:xfrm>
          <a:prstGeom prst="rect">
            <a:avLst/>
          </a:prstGeom>
          <a:noFill/>
          <a:ln>
            <a:noFill/>
          </a:ln>
        </p:spPr>
        <p:txBody>
          <a:bodyPr wrap="square" lIns="0" tIns="0" rIns="0" bIns="0" anchor="t">
            <a:normAutofit fontScale="92500"/>
          </a:bodyPr>
          <a:lstStyle/>
          <a:p>
            <a:r>
              <a:rPr lang="en-US" sz="700">
                <a:solidFill>
                  <a:srgbClr val="053057"/>
                </a:solidFill>
                <a:latin typeface="Montserrat"/>
              </a:rPr>
              <a:t>Does it match the specific criteria set by owners?</a:t>
            </a:r>
            <a:endParaRPr lang="en-US"/>
          </a:p>
        </p:txBody>
      </p:sp>
      <p:sp>
        <p:nvSpPr>
          <p:cNvPr id="739" name="b3h"/>
          <p:cNvSpPr/>
          <p:nvPr/>
        </p:nvSpPr>
        <p:spPr>
          <a:xfrm>
            <a:off x="554736" y="3601786"/>
            <a:ext cx="11049000" cy="165100"/>
          </a:xfrm>
          <a:prstGeom prst="rect">
            <a:avLst/>
          </a:prstGeom>
          <a:noFill/>
          <a:ln>
            <a:noFill/>
          </a:ln>
        </p:spPr>
        <p:txBody>
          <a:bodyPr wrap="square" lIns="0" tIns="0" rIns="0" bIns="0" anchor="t">
            <a:normAutofit/>
          </a:bodyPr>
          <a:lstStyle/>
          <a:p>
            <a:pPr algn="l"/>
            <a:r>
              <a:rPr lang="en-US" sz="850" b="1">
                <a:solidFill>
                  <a:srgbClr val="314550"/>
                </a:solidFill>
                <a:latin typeface="Montserrat"/>
              </a:rPr>
              <a:t>3 · EVALUATION ARCHITECTURE — ONLY THE LAST LAYER MOVES</a:t>
            </a:r>
          </a:p>
        </p:txBody>
      </p:sp>
      <p:sp>
        <p:nvSpPr>
          <p:cNvPr id="755" name="archcap"/>
          <p:cNvSpPr/>
          <p:nvPr/>
        </p:nvSpPr>
        <p:spPr>
          <a:xfrm>
            <a:off x="554736" y="4820986"/>
            <a:ext cx="11049000" cy="152400"/>
          </a:xfrm>
          <a:prstGeom prst="rect">
            <a:avLst/>
          </a:prstGeom>
          <a:noFill/>
          <a:ln>
            <a:noFill/>
          </a:ln>
        </p:spPr>
        <p:txBody>
          <a:bodyPr wrap="square" lIns="0" tIns="0" rIns="0" bIns="0" anchor="t">
            <a:normAutofit/>
          </a:bodyPr>
          <a:lstStyle/>
          <a:p>
            <a:pPr algn="l">
              <a:spcBef>
                <a:spcPts val="0"/>
              </a:spcBef>
              <a:spcAft>
                <a:spcPts val="0"/>
              </a:spcAft>
            </a:pPr>
            <a:r>
              <a:rPr lang="en-US" sz="660" i="1">
                <a:solidFill>
                  <a:srgbClr val="314550"/>
                </a:solidFill>
                <a:latin typeface="Montserrat"/>
              </a:rPr>
              <a:t>Graded per-stage (pinpoint attribution) + end-to-end (integration)  ·  Two suites: regression — did it break?  ·  improvement — did it get better? (pairwise)</a:t>
            </a:r>
          </a:p>
        </p:txBody>
      </p:sp>
      <p:sp>
        <p:nvSpPr>
          <p:cNvPr id="756" name="b4h"/>
          <p:cNvSpPr/>
          <p:nvPr/>
        </p:nvSpPr>
        <p:spPr>
          <a:xfrm>
            <a:off x="566928" y="5163886"/>
            <a:ext cx="11049000" cy="165100"/>
          </a:xfrm>
          <a:prstGeom prst="rect">
            <a:avLst/>
          </a:prstGeom>
          <a:noFill/>
          <a:ln>
            <a:noFill/>
          </a:ln>
        </p:spPr>
        <p:txBody>
          <a:bodyPr wrap="square" lIns="0" tIns="0" rIns="0" bIns="0" anchor="t">
            <a:normAutofit/>
          </a:bodyPr>
          <a:lstStyle/>
          <a:p>
            <a:pPr algn="l">
              <a:spcBef>
                <a:spcPts val="0"/>
              </a:spcBef>
              <a:spcAft>
                <a:spcPts val="0"/>
              </a:spcAft>
            </a:pPr>
            <a:r>
              <a:rPr lang="en-US" sz="850" b="1">
                <a:solidFill>
                  <a:srgbClr val="314550"/>
                </a:solidFill>
                <a:latin typeface="Montserrat"/>
              </a:rPr>
              <a:t>4 · DELIVERY — WHERE WE ARE</a:t>
            </a:r>
          </a:p>
        </p:txBody>
      </p:sp>
      <p:sp>
        <p:nvSpPr>
          <p:cNvPr id="757" name="trkbg"/>
          <p:cNvSpPr/>
          <p:nvPr/>
        </p:nvSpPr>
        <p:spPr>
          <a:xfrm>
            <a:off x="757428" y="5392486"/>
            <a:ext cx="10160000" cy="63500"/>
          </a:xfrm>
          <a:prstGeom prst="roundRect">
            <a:avLst/>
          </a:prstGeom>
          <a:solidFill>
            <a:srgbClr val="A2F3F3"/>
          </a:solidFill>
          <a:ln>
            <a:noFill/>
          </a:ln>
        </p:spPr>
        <p:txBody>
          <a:bodyPr/>
          <a:lstStyle/>
          <a:p>
            <a:endParaRPr lang="en-US"/>
          </a:p>
        </p:txBody>
      </p:sp>
      <p:sp>
        <p:nvSpPr>
          <p:cNvPr id="758" name="trkfl"/>
          <p:cNvSpPr/>
          <p:nvPr/>
        </p:nvSpPr>
        <p:spPr>
          <a:xfrm>
            <a:off x="757428" y="5392486"/>
            <a:ext cx="5334000" cy="63500"/>
          </a:xfrm>
          <a:prstGeom prst="roundRect">
            <a:avLst/>
          </a:prstGeom>
          <a:solidFill>
            <a:srgbClr val="00EDED"/>
          </a:solidFill>
          <a:ln>
            <a:noFill/>
          </a:ln>
        </p:spPr>
        <p:txBody>
          <a:bodyPr/>
          <a:lstStyle/>
          <a:p>
            <a:endParaRPr lang="en-US"/>
          </a:p>
        </p:txBody>
      </p:sp>
      <p:sp>
        <p:nvSpPr>
          <p:cNvPr id="759" name="mc0"/>
          <p:cNvSpPr/>
          <p:nvPr/>
        </p:nvSpPr>
        <p:spPr>
          <a:xfrm>
            <a:off x="566928" y="5519486"/>
            <a:ext cx="2603500" cy="558800"/>
          </a:xfrm>
          <a:prstGeom prst="roundRect">
            <a:avLst/>
          </a:prstGeom>
          <a:solidFill>
            <a:srgbClr val="F4F3F0"/>
          </a:solidFill>
          <a:ln w="12700">
            <a:solidFill>
              <a:srgbClr val="A2F3F3"/>
            </a:solidFill>
          </a:ln>
        </p:spPr>
        <p:txBody>
          <a:bodyPr/>
          <a:lstStyle/>
          <a:p>
            <a:endParaRPr lang="en-US"/>
          </a:p>
        </p:txBody>
      </p:sp>
      <p:sp>
        <p:nvSpPr>
          <p:cNvPr id="760" name="mb0"/>
          <p:cNvSpPr/>
          <p:nvPr/>
        </p:nvSpPr>
        <p:spPr>
          <a:xfrm>
            <a:off x="668528" y="5608386"/>
            <a:ext cx="355600" cy="1905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P1</a:t>
            </a:r>
          </a:p>
        </p:txBody>
      </p:sp>
      <p:sp>
        <p:nvSpPr>
          <p:cNvPr id="761" name="mp0"/>
          <p:cNvSpPr/>
          <p:nvPr/>
        </p:nvSpPr>
        <p:spPr>
          <a:xfrm>
            <a:off x="2230628" y="5608386"/>
            <a:ext cx="838200" cy="190500"/>
          </a:xfrm>
          <a:prstGeom prst="roundRect">
            <a:avLst/>
          </a:prstGeom>
          <a:solidFill>
            <a:srgbClr val="00EDED"/>
          </a:solidFill>
          <a:ln>
            <a:noFill/>
          </a:ln>
        </p:spPr>
        <p:txBody>
          <a:bodyPr wrap="square" lIns="0" tIns="0" rIns="0" bIns="0" anchor="ctr">
            <a:normAutofit/>
          </a:bodyPr>
          <a:lstStyle/>
          <a:p>
            <a:pPr algn="ctr">
              <a:spcBef>
                <a:spcPts val="0"/>
              </a:spcBef>
              <a:spcAft>
                <a:spcPts val="0"/>
              </a:spcAft>
            </a:pPr>
            <a:r>
              <a:rPr lang="en-US" sz="600" b="1">
                <a:solidFill>
                  <a:srgbClr val="053057"/>
                </a:solidFill>
                <a:latin typeface="Montserrat"/>
              </a:rPr>
              <a:t>LIVE</a:t>
            </a:r>
          </a:p>
        </p:txBody>
      </p:sp>
      <p:sp>
        <p:nvSpPr>
          <p:cNvPr id="762" name="mt0"/>
          <p:cNvSpPr/>
          <p:nvPr/>
        </p:nvSpPr>
        <p:spPr>
          <a:xfrm>
            <a:off x="668528" y="5849686"/>
            <a:ext cx="2400300" cy="165100"/>
          </a:xfrm>
          <a:prstGeom prst="rect">
            <a:avLst/>
          </a:prstGeom>
          <a:noFill/>
          <a:ln>
            <a:noFill/>
          </a:ln>
        </p:spPr>
        <p:txBody>
          <a:bodyPr wrap="square" lIns="0" tIns="0" rIns="0" bIns="0" anchor="t">
            <a:normAutofit/>
          </a:bodyPr>
          <a:lstStyle/>
          <a:p>
            <a:pPr algn="l">
              <a:spcBef>
                <a:spcPts val="0"/>
              </a:spcBef>
              <a:spcAft>
                <a:spcPts val="0"/>
              </a:spcAft>
            </a:pPr>
            <a:r>
              <a:rPr lang="en-US" sz="730" b="1">
                <a:solidFill>
                  <a:srgbClr val="053057"/>
                </a:solidFill>
                <a:latin typeface="Montserrat"/>
              </a:rPr>
              <a:t>Monitor every stage</a:t>
            </a:r>
          </a:p>
        </p:txBody>
      </p:sp>
      <p:sp>
        <p:nvSpPr>
          <p:cNvPr id="763" name="mc1"/>
          <p:cNvSpPr/>
          <p:nvPr/>
        </p:nvSpPr>
        <p:spPr>
          <a:xfrm>
            <a:off x="3322828" y="5519486"/>
            <a:ext cx="2603500" cy="558800"/>
          </a:xfrm>
          <a:prstGeom prst="roundRect">
            <a:avLst/>
          </a:prstGeom>
          <a:solidFill>
            <a:srgbClr val="F4F3F0"/>
          </a:solidFill>
          <a:ln w="12700">
            <a:solidFill>
              <a:srgbClr val="A2F3F3"/>
            </a:solidFill>
          </a:ln>
        </p:spPr>
        <p:txBody>
          <a:bodyPr/>
          <a:lstStyle/>
          <a:p>
            <a:endParaRPr lang="en-US"/>
          </a:p>
        </p:txBody>
      </p:sp>
      <p:sp>
        <p:nvSpPr>
          <p:cNvPr id="764" name="mb1"/>
          <p:cNvSpPr/>
          <p:nvPr/>
        </p:nvSpPr>
        <p:spPr>
          <a:xfrm>
            <a:off x="3424428" y="5608386"/>
            <a:ext cx="355600" cy="1905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P2</a:t>
            </a:r>
          </a:p>
        </p:txBody>
      </p:sp>
      <p:sp>
        <p:nvSpPr>
          <p:cNvPr id="765" name="mp1"/>
          <p:cNvSpPr/>
          <p:nvPr/>
        </p:nvSpPr>
        <p:spPr>
          <a:xfrm>
            <a:off x="4986528" y="5608386"/>
            <a:ext cx="838200" cy="190500"/>
          </a:xfrm>
          <a:prstGeom prst="roundRect">
            <a:avLst/>
          </a:prstGeom>
          <a:solidFill>
            <a:srgbClr val="00EDED"/>
          </a:solidFill>
          <a:ln>
            <a:noFill/>
          </a:ln>
        </p:spPr>
        <p:txBody>
          <a:bodyPr wrap="square" lIns="0" tIns="0" rIns="0" bIns="0" anchor="ctr">
            <a:normAutofit/>
          </a:bodyPr>
          <a:lstStyle/>
          <a:p>
            <a:pPr algn="ctr">
              <a:spcBef>
                <a:spcPts val="0"/>
              </a:spcBef>
              <a:spcAft>
                <a:spcPts val="0"/>
              </a:spcAft>
            </a:pPr>
            <a:r>
              <a:rPr lang="en-US" sz="600" b="1">
                <a:solidFill>
                  <a:srgbClr val="053057"/>
                </a:solidFill>
                <a:latin typeface="Montserrat"/>
              </a:rPr>
              <a:t>IN PROGRESS</a:t>
            </a:r>
          </a:p>
        </p:txBody>
      </p:sp>
      <p:sp>
        <p:nvSpPr>
          <p:cNvPr id="766" name="mt1"/>
          <p:cNvSpPr/>
          <p:nvPr/>
        </p:nvSpPr>
        <p:spPr>
          <a:xfrm>
            <a:off x="3424428" y="5849686"/>
            <a:ext cx="2400300" cy="165100"/>
          </a:xfrm>
          <a:prstGeom prst="rect">
            <a:avLst/>
          </a:prstGeom>
          <a:noFill/>
          <a:ln>
            <a:noFill/>
          </a:ln>
        </p:spPr>
        <p:txBody>
          <a:bodyPr wrap="square" lIns="0" tIns="0" rIns="0" bIns="0" anchor="t">
            <a:normAutofit/>
          </a:bodyPr>
          <a:lstStyle/>
          <a:p>
            <a:pPr algn="l">
              <a:spcBef>
                <a:spcPts val="0"/>
              </a:spcBef>
              <a:spcAft>
                <a:spcPts val="0"/>
              </a:spcAft>
            </a:pPr>
            <a:r>
              <a:rPr lang="en-US" sz="730" b="1">
                <a:solidFill>
                  <a:srgbClr val="053057"/>
                </a:solidFill>
                <a:latin typeface="Montserrat"/>
              </a:rPr>
              <a:t>Contracts &amp; code checks</a:t>
            </a:r>
          </a:p>
        </p:txBody>
      </p:sp>
      <p:sp>
        <p:nvSpPr>
          <p:cNvPr id="767" name="mc2"/>
          <p:cNvSpPr/>
          <p:nvPr/>
        </p:nvSpPr>
        <p:spPr>
          <a:xfrm>
            <a:off x="6078728" y="5519486"/>
            <a:ext cx="2603500" cy="558800"/>
          </a:xfrm>
          <a:prstGeom prst="roundRect">
            <a:avLst/>
          </a:prstGeom>
          <a:solidFill>
            <a:srgbClr val="F4F3F0"/>
          </a:solidFill>
          <a:ln w="12700">
            <a:solidFill>
              <a:srgbClr val="A2F3F3"/>
            </a:solidFill>
          </a:ln>
        </p:spPr>
        <p:txBody>
          <a:bodyPr/>
          <a:lstStyle/>
          <a:p>
            <a:endParaRPr lang="en-US"/>
          </a:p>
        </p:txBody>
      </p:sp>
      <p:sp>
        <p:nvSpPr>
          <p:cNvPr id="768" name="mb2"/>
          <p:cNvSpPr/>
          <p:nvPr/>
        </p:nvSpPr>
        <p:spPr>
          <a:xfrm>
            <a:off x="6180328" y="5608386"/>
            <a:ext cx="355600" cy="1905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P3</a:t>
            </a:r>
          </a:p>
        </p:txBody>
      </p:sp>
      <p:sp>
        <p:nvSpPr>
          <p:cNvPr id="769" name="mp2"/>
          <p:cNvSpPr/>
          <p:nvPr/>
        </p:nvSpPr>
        <p:spPr>
          <a:xfrm>
            <a:off x="7742428" y="5608386"/>
            <a:ext cx="838200" cy="1905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600" b="1">
                <a:solidFill>
                  <a:srgbClr val="FFFFFF"/>
                </a:solidFill>
                <a:latin typeface="Montserrat"/>
              </a:rPr>
              <a:t>NEXT</a:t>
            </a:r>
          </a:p>
        </p:txBody>
      </p:sp>
      <p:sp>
        <p:nvSpPr>
          <p:cNvPr id="770" name="mt2"/>
          <p:cNvSpPr/>
          <p:nvPr/>
        </p:nvSpPr>
        <p:spPr>
          <a:xfrm>
            <a:off x="6180328" y="5849686"/>
            <a:ext cx="2400300" cy="165100"/>
          </a:xfrm>
          <a:prstGeom prst="rect">
            <a:avLst/>
          </a:prstGeom>
          <a:noFill/>
          <a:ln>
            <a:noFill/>
          </a:ln>
        </p:spPr>
        <p:txBody>
          <a:bodyPr wrap="square" lIns="0" tIns="0" rIns="0" bIns="0" anchor="t">
            <a:normAutofit/>
          </a:bodyPr>
          <a:lstStyle/>
          <a:p>
            <a:pPr algn="l">
              <a:spcBef>
                <a:spcPts val="0"/>
              </a:spcBef>
              <a:spcAft>
                <a:spcPts val="0"/>
              </a:spcAft>
            </a:pPr>
            <a:r>
              <a:rPr lang="en-US" sz="730" b="1">
                <a:solidFill>
                  <a:srgbClr val="053057"/>
                </a:solidFill>
                <a:latin typeface="Montserrat"/>
              </a:rPr>
              <a:t>AI judge &amp; quality</a:t>
            </a:r>
          </a:p>
        </p:txBody>
      </p:sp>
      <p:sp>
        <p:nvSpPr>
          <p:cNvPr id="771" name="mc3"/>
          <p:cNvSpPr/>
          <p:nvPr/>
        </p:nvSpPr>
        <p:spPr>
          <a:xfrm>
            <a:off x="8834628" y="5519486"/>
            <a:ext cx="2603500" cy="558800"/>
          </a:xfrm>
          <a:prstGeom prst="roundRect">
            <a:avLst/>
          </a:prstGeom>
          <a:solidFill>
            <a:srgbClr val="F4F3F0"/>
          </a:solidFill>
          <a:ln w="12700">
            <a:solidFill>
              <a:srgbClr val="A2F3F3"/>
            </a:solidFill>
          </a:ln>
        </p:spPr>
        <p:txBody>
          <a:bodyPr/>
          <a:lstStyle/>
          <a:p>
            <a:endParaRPr lang="en-US"/>
          </a:p>
        </p:txBody>
      </p:sp>
      <p:sp>
        <p:nvSpPr>
          <p:cNvPr id="772" name="mb3"/>
          <p:cNvSpPr/>
          <p:nvPr/>
        </p:nvSpPr>
        <p:spPr>
          <a:xfrm>
            <a:off x="8936228" y="5608386"/>
            <a:ext cx="355600" cy="1905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P4</a:t>
            </a:r>
          </a:p>
        </p:txBody>
      </p:sp>
      <p:sp>
        <p:nvSpPr>
          <p:cNvPr id="773" name="mp3"/>
          <p:cNvSpPr/>
          <p:nvPr/>
        </p:nvSpPr>
        <p:spPr>
          <a:xfrm>
            <a:off x="10498328" y="5608386"/>
            <a:ext cx="838200" cy="1905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600" b="1">
                <a:solidFill>
                  <a:srgbClr val="FFFFFF"/>
                </a:solidFill>
                <a:latin typeface="Montserrat"/>
              </a:rPr>
              <a:t>THE LOOP</a:t>
            </a:r>
          </a:p>
        </p:txBody>
      </p:sp>
      <p:sp>
        <p:nvSpPr>
          <p:cNvPr id="774" name="mt3"/>
          <p:cNvSpPr/>
          <p:nvPr/>
        </p:nvSpPr>
        <p:spPr>
          <a:xfrm>
            <a:off x="8936228" y="5849686"/>
            <a:ext cx="2400300" cy="165100"/>
          </a:xfrm>
          <a:prstGeom prst="rect">
            <a:avLst/>
          </a:prstGeom>
          <a:noFill/>
          <a:ln>
            <a:noFill/>
          </a:ln>
        </p:spPr>
        <p:txBody>
          <a:bodyPr wrap="square" lIns="0" tIns="0" rIns="0" bIns="0" anchor="t">
            <a:normAutofit/>
          </a:bodyPr>
          <a:lstStyle/>
          <a:p>
            <a:pPr algn="l">
              <a:spcBef>
                <a:spcPts val="0"/>
              </a:spcBef>
              <a:spcAft>
                <a:spcPts val="0"/>
              </a:spcAft>
            </a:pPr>
            <a:r>
              <a:rPr lang="en-US" sz="730" b="1">
                <a:solidFill>
                  <a:srgbClr val="053057"/>
                </a:solidFill>
                <a:latin typeface="Montserrat"/>
              </a:rPr>
              <a:t>Feedback-driven loop</a:t>
            </a:r>
          </a:p>
        </p:txBody>
      </p:sp>
      <p:pic>
        <p:nvPicPr>
          <p:cNvPr id="570" name="Graphic 570" descr="Contract/promis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14678" y="1689895"/>
            <a:ext cx="254000" cy="254000"/>
          </a:xfrm>
          <a:prstGeom prst="rect">
            <a:avLst/>
          </a:prstGeom>
        </p:spPr>
      </p:pic>
      <p:pic>
        <p:nvPicPr>
          <p:cNvPr id="571" name="Graphic 571" descr="Run/execution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278" y="1689895"/>
            <a:ext cx="254000" cy="254000"/>
          </a:xfrm>
          <a:prstGeom prst="rect">
            <a:avLst/>
          </a:prstGeom>
        </p:spPr>
      </p:pic>
      <p:pic>
        <p:nvPicPr>
          <p:cNvPr id="572" name="Graphic 572" descr="Marking/checklist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05878" y="1689895"/>
            <a:ext cx="254000" cy="254000"/>
          </a:xfrm>
          <a:prstGeom prst="rect">
            <a:avLst/>
          </a:prstGeom>
        </p:spPr>
      </p:pic>
      <p:pic>
        <p:nvPicPr>
          <p:cNvPr id="573" name="Graphic 573" descr="Gate/block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01478" y="1689895"/>
            <a:ext cx="254000" cy="254000"/>
          </a:xfrm>
          <a:prstGeom prst="rect">
            <a:avLst/>
          </a:prstGeom>
        </p:spPr>
      </p:pic>
      <p:sp>
        <p:nvSpPr>
          <p:cNvPr id="801" name="buildArr"/>
          <p:cNvSpPr/>
          <p:nvPr/>
        </p:nvSpPr>
        <p:spPr>
          <a:xfrm>
            <a:off x="592836" y="3830386"/>
            <a:ext cx="254000" cy="914400"/>
          </a:xfrm>
          <a:prstGeom prst="downArrow">
            <a:avLst/>
          </a:prstGeom>
          <a:solidFill>
            <a:srgbClr val="00EDED"/>
          </a:solidFill>
          <a:ln>
            <a:noFill/>
          </a:ln>
        </p:spPr>
        <p:txBody>
          <a:bodyPr/>
          <a:lstStyle/>
          <a:p>
            <a:endParaRPr lang="en-US"/>
          </a:p>
        </p:txBody>
      </p:sp>
      <p:sp>
        <p:nvSpPr>
          <p:cNvPr id="802" name="lay0"/>
          <p:cNvSpPr/>
          <p:nvPr/>
        </p:nvSpPr>
        <p:spPr>
          <a:xfrm>
            <a:off x="948436" y="3804986"/>
            <a:ext cx="10655300" cy="304800"/>
          </a:xfrm>
          <a:prstGeom prst="roundRect">
            <a:avLst/>
          </a:prstGeom>
          <a:solidFill>
            <a:srgbClr val="053057"/>
          </a:solidFill>
          <a:ln>
            <a:noFill/>
          </a:ln>
        </p:spPr>
        <p:txBody>
          <a:bodyPr/>
          <a:lstStyle/>
          <a:p>
            <a:endParaRPr lang="en-US"/>
          </a:p>
        </p:txBody>
      </p:sp>
      <p:sp>
        <p:nvSpPr>
          <p:cNvPr id="803" name="lbd0"/>
          <p:cNvSpPr/>
          <p:nvPr/>
        </p:nvSpPr>
        <p:spPr>
          <a:xfrm>
            <a:off x="1075436" y="3868486"/>
            <a:ext cx="355600" cy="177800"/>
          </a:xfrm>
          <a:prstGeom prst="roundRect">
            <a:avLst/>
          </a:prstGeom>
          <a:solidFill>
            <a:srgbClr val="00EDED"/>
          </a:solidFill>
          <a:ln>
            <a:noFill/>
          </a:ln>
        </p:spPr>
        <p:txBody>
          <a:bodyPr wrap="square" lIns="0" tIns="0" rIns="0" bIns="0" anchor="ctr">
            <a:normAutofit/>
          </a:bodyPr>
          <a:lstStyle/>
          <a:p>
            <a:pPr algn="ctr">
              <a:spcBef>
                <a:spcPts val="0"/>
              </a:spcBef>
              <a:spcAft>
                <a:spcPts val="0"/>
              </a:spcAft>
            </a:pPr>
            <a:r>
              <a:rPr lang="en-US" sz="750" b="1">
                <a:solidFill>
                  <a:srgbClr val="053057"/>
                </a:solidFill>
                <a:latin typeface="Montserrat"/>
              </a:rPr>
              <a:t>L1</a:t>
            </a:r>
          </a:p>
        </p:txBody>
      </p:sp>
      <p:sp>
        <p:nvSpPr>
          <p:cNvPr id="804" name="lnm0"/>
          <p:cNvSpPr/>
          <p:nvPr/>
        </p:nvSpPr>
        <p:spPr>
          <a:xfrm>
            <a:off x="1532636" y="3868486"/>
            <a:ext cx="2032000" cy="177800"/>
          </a:xfrm>
          <a:prstGeom prst="rect">
            <a:avLst/>
          </a:prstGeom>
          <a:noFill/>
          <a:ln>
            <a:noFill/>
          </a:ln>
        </p:spPr>
        <p:txBody>
          <a:bodyPr wrap="square" lIns="0" tIns="0" rIns="0" bIns="0" anchor="t">
            <a:normAutofit/>
          </a:bodyPr>
          <a:lstStyle/>
          <a:p>
            <a:pPr algn="l">
              <a:spcBef>
                <a:spcPts val="0"/>
              </a:spcBef>
              <a:spcAft>
                <a:spcPts val="0"/>
              </a:spcAft>
            </a:pPr>
            <a:r>
              <a:rPr lang="en-US" sz="800" b="1">
                <a:solidFill>
                  <a:srgbClr val="FFFFFF"/>
                </a:solidFill>
                <a:latin typeface="Montserrat"/>
              </a:rPr>
              <a:t>Integrity</a:t>
            </a:r>
          </a:p>
        </p:txBody>
      </p:sp>
      <p:sp>
        <p:nvSpPr>
          <p:cNvPr id="805" name="lds0"/>
          <p:cNvSpPr/>
          <p:nvPr/>
        </p:nvSpPr>
        <p:spPr>
          <a:xfrm>
            <a:off x="3717036" y="3868486"/>
            <a:ext cx="5334000" cy="177800"/>
          </a:xfrm>
          <a:prstGeom prst="rect">
            <a:avLst/>
          </a:prstGeom>
          <a:noFill/>
          <a:ln>
            <a:noFill/>
          </a:ln>
        </p:spPr>
        <p:txBody>
          <a:bodyPr wrap="square" lIns="0" tIns="0" rIns="0" bIns="0" anchor="t">
            <a:normAutofit/>
          </a:bodyPr>
          <a:lstStyle/>
          <a:p>
            <a:pPr algn="l">
              <a:spcBef>
                <a:spcPts val="0"/>
              </a:spcBef>
              <a:spcAft>
                <a:spcPts val="0"/>
              </a:spcAft>
            </a:pPr>
            <a:r>
              <a:rPr lang="en-US" sz="720">
                <a:solidFill>
                  <a:srgbClr val="F4F3F0"/>
                </a:solidFill>
                <a:latin typeface="Montserrat"/>
              </a:rPr>
              <a:t>handoff · valid state · pipeline completed</a:t>
            </a:r>
          </a:p>
        </p:txBody>
      </p:sp>
      <p:sp>
        <p:nvSpPr>
          <p:cNvPr id="806" name="ltg0"/>
          <p:cNvSpPr/>
          <p:nvPr/>
        </p:nvSpPr>
        <p:spPr>
          <a:xfrm>
            <a:off x="9914636" y="3868486"/>
            <a:ext cx="1562100" cy="177800"/>
          </a:xfrm>
          <a:prstGeom prst="roundRect">
            <a:avLst/>
          </a:prstGeom>
          <a:solidFill>
            <a:srgbClr val="00EDED"/>
          </a:solidFill>
          <a:ln>
            <a:noFill/>
          </a:ln>
        </p:spPr>
        <p:txBody>
          <a:bodyPr wrap="square" lIns="0" tIns="0" rIns="0" bIns="0" anchor="ctr">
            <a:normAutofit/>
          </a:bodyPr>
          <a:lstStyle/>
          <a:p>
            <a:pPr algn="ctr">
              <a:spcBef>
                <a:spcPts val="0"/>
              </a:spcBef>
              <a:spcAft>
                <a:spcPts val="0"/>
              </a:spcAft>
            </a:pPr>
            <a:r>
              <a:rPr lang="en-US" sz="620" b="1">
                <a:solidFill>
                  <a:srgbClr val="053057"/>
                </a:solidFill>
                <a:latin typeface="Montserrat"/>
              </a:rPr>
              <a:t>WRITTEN ONCE</a:t>
            </a:r>
          </a:p>
        </p:txBody>
      </p:sp>
      <p:sp>
        <p:nvSpPr>
          <p:cNvPr id="807" name="lay1"/>
          <p:cNvSpPr/>
          <p:nvPr/>
        </p:nvSpPr>
        <p:spPr>
          <a:xfrm>
            <a:off x="948436" y="4135186"/>
            <a:ext cx="10655300" cy="304800"/>
          </a:xfrm>
          <a:prstGeom prst="roundRect">
            <a:avLst/>
          </a:prstGeom>
          <a:solidFill>
            <a:srgbClr val="F4F3F0"/>
          </a:solidFill>
          <a:ln w="12700">
            <a:solidFill>
              <a:srgbClr val="A2F3F3"/>
            </a:solidFill>
          </a:ln>
        </p:spPr>
        <p:txBody>
          <a:bodyPr/>
          <a:lstStyle/>
          <a:p>
            <a:endParaRPr lang="en-US"/>
          </a:p>
        </p:txBody>
      </p:sp>
      <p:sp>
        <p:nvSpPr>
          <p:cNvPr id="808" name="lbd1"/>
          <p:cNvSpPr/>
          <p:nvPr/>
        </p:nvSpPr>
        <p:spPr>
          <a:xfrm>
            <a:off x="1075436" y="4198686"/>
            <a:ext cx="355600" cy="1778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L2</a:t>
            </a:r>
          </a:p>
        </p:txBody>
      </p:sp>
      <p:sp>
        <p:nvSpPr>
          <p:cNvPr id="809" name="lnm1"/>
          <p:cNvSpPr/>
          <p:nvPr/>
        </p:nvSpPr>
        <p:spPr>
          <a:xfrm>
            <a:off x="1532636" y="4198686"/>
            <a:ext cx="2032000" cy="177800"/>
          </a:xfrm>
          <a:prstGeom prst="rect">
            <a:avLst/>
          </a:prstGeom>
          <a:noFill/>
          <a:ln>
            <a:noFill/>
          </a:ln>
        </p:spPr>
        <p:txBody>
          <a:bodyPr wrap="square" lIns="0" tIns="0" rIns="0" bIns="0" anchor="t">
            <a:normAutofit/>
          </a:bodyPr>
          <a:lstStyle/>
          <a:p>
            <a:pPr algn="l">
              <a:spcBef>
                <a:spcPts val="0"/>
              </a:spcBef>
              <a:spcAft>
                <a:spcPts val="0"/>
              </a:spcAft>
            </a:pPr>
            <a:r>
              <a:rPr lang="en-US" sz="800" b="1">
                <a:solidFill>
                  <a:srgbClr val="053057"/>
                </a:solidFill>
                <a:latin typeface="Montserrat"/>
              </a:rPr>
              <a:t>Quality dimension</a:t>
            </a:r>
          </a:p>
        </p:txBody>
      </p:sp>
      <p:sp>
        <p:nvSpPr>
          <p:cNvPr id="810" name="lds1"/>
          <p:cNvSpPr/>
          <p:nvPr/>
        </p:nvSpPr>
        <p:spPr>
          <a:xfrm>
            <a:off x="3717036" y="4198686"/>
            <a:ext cx="5334000" cy="177800"/>
          </a:xfrm>
          <a:prstGeom prst="rect">
            <a:avLst/>
          </a:prstGeom>
          <a:noFill/>
          <a:ln>
            <a:noFill/>
          </a:ln>
        </p:spPr>
        <p:txBody>
          <a:bodyPr wrap="square" lIns="0" tIns="0" rIns="0" bIns="0" anchor="t">
            <a:normAutofit/>
          </a:bodyPr>
          <a:lstStyle/>
          <a:p>
            <a:pPr algn="l">
              <a:spcBef>
                <a:spcPts val="0"/>
              </a:spcBef>
              <a:spcAft>
                <a:spcPts val="0"/>
              </a:spcAft>
            </a:pPr>
            <a:r>
              <a:rPr lang="en-US" sz="720">
                <a:solidFill>
                  <a:srgbClr val="314550"/>
                </a:solidFill>
                <a:latin typeface="Montserrat"/>
              </a:rPr>
              <a:t>stable rubric: inputs · criteria · output · ambiguity</a:t>
            </a:r>
          </a:p>
        </p:txBody>
      </p:sp>
      <p:sp>
        <p:nvSpPr>
          <p:cNvPr id="811" name="ltg1"/>
          <p:cNvSpPr/>
          <p:nvPr/>
        </p:nvSpPr>
        <p:spPr>
          <a:xfrm>
            <a:off x="9914636" y="4198686"/>
            <a:ext cx="1562100" cy="177800"/>
          </a:xfrm>
          <a:prstGeom prst="roundRect">
            <a:avLst/>
          </a:prstGeom>
          <a:solidFill>
            <a:srgbClr val="314550"/>
          </a:solidFill>
          <a:ln>
            <a:noFill/>
          </a:ln>
        </p:spPr>
        <p:txBody>
          <a:bodyPr wrap="square" lIns="0" tIns="0" rIns="0" bIns="0" anchor="ctr">
            <a:normAutofit/>
          </a:bodyPr>
          <a:lstStyle/>
          <a:p>
            <a:pPr algn="ctr">
              <a:spcBef>
                <a:spcPts val="0"/>
              </a:spcBef>
              <a:spcAft>
                <a:spcPts val="0"/>
              </a:spcAft>
            </a:pPr>
            <a:r>
              <a:rPr lang="en-US" sz="620" b="1">
                <a:solidFill>
                  <a:srgbClr val="FFFFFF"/>
                </a:solidFill>
                <a:latin typeface="Montserrat"/>
              </a:rPr>
              <a:t>STABLE</a:t>
            </a:r>
          </a:p>
        </p:txBody>
      </p:sp>
      <p:sp>
        <p:nvSpPr>
          <p:cNvPr id="812" name="lay2"/>
          <p:cNvSpPr/>
          <p:nvPr/>
        </p:nvSpPr>
        <p:spPr>
          <a:xfrm>
            <a:off x="948436" y="4465386"/>
            <a:ext cx="10655300" cy="304800"/>
          </a:xfrm>
          <a:prstGeom prst="roundRect">
            <a:avLst/>
          </a:prstGeom>
          <a:solidFill>
            <a:srgbClr val="A2F3F3"/>
          </a:solidFill>
          <a:ln>
            <a:noFill/>
          </a:ln>
        </p:spPr>
        <p:txBody>
          <a:bodyPr/>
          <a:lstStyle/>
          <a:p>
            <a:endParaRPr lang="en-US"/>
          </a:p>
        </p:txBody>
      </p:sp>
      <p:sp>
        <p:nvSpPr>
          <p:cNvPr id="813" name="lbd2"/>
          <p:cNvSpPr/>
          <p:nvPr/>
        </p:nvSpPr>
        <p:spPr>
          <a:xfrm>
            <a:off x="1075436" y="4528886"/>
            <a:ext cx="355600" cy="177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750" b="1">
                <a:solidFill>
                  <a:srgbClr val="FFFFFF"/>
                </a:solidFill>
                <a:latin typeface="Montserrat"/>
              </a:rPr>
              <a:t>L3</a:t>
            </a:r>
          </a:p>
        </p:txBody>
      </p:sp>
      <p:sp>
        <p:nvSpPr>
          <p:cNvPr id="814" name="lnm2"/>
          <p:cNvSpPr/>
          <p:nvPr/>
        </p:nvSpPr>
        <p:spPr>
          <a:xfrm>
            <a:off x="1532636" y="4528886"/>
            <a:ext cx="2032000" cy="177800"/>
          </a:xfrm>
          <a:prstGeom prst="rect">
            <a:avLst/>
          </a:prstGeom>
          <a:noFill/>
          <a:ln>
            <a:noFill/>
          </a:ln>
        </p:spPr>
        <p:txBody>
          <a:bodyPr wrap="square" lIns="0" tIns="0" rIns="0" bIns="0" anchor="t">
            <a:normAutofit/>
          </a:bodyPr>
          <a:lstStyle/>
          <a:p>
            <a:pPr algn="l">
              <a:spcBef>
                <a:spcPts val="0"/>
              </a:spcBef>
              <a:spcAft>
                <a:spcPts val="0"/>
              </a:spcAft>
            </a:pPr>
            <a:r>
              <a:rPr lang="en-US" sz="800" b="1">
                <a:solidFill>
                  <a:srgbClr val="053057"/>
                </a:solidFill>
                <a:latin typeface="Montserrat"/>
              </a:rPr>
              <a:t>Instantiation</a:t>
            </a:r>
          </a:p>
        </p:txBody>
      </p:sp>
      <p:sp>
        <p:nvSpPr>
          <p:cNvPr id="815" name="lds2"/>
          <p:cNvSpPr/>
          <p:nvPr/>
        </p:nvSpPr>
        <p:spPr>
          <a:xfrm>
            <a:off x="3717036" y="4528886"/>
            <a:ext cx="5334000" cy="177800"/>
          </a:xfrm>
          <a:prstGeom prst="rect">
            <a:avLst/>
          </a:prstGeom>
          <a:noFill/>
          <a:ln>
            <a:noFill/>
          </a:ln>
        </p:spPr>
        <p:txBody>
          <a:bodyPr wrap="square" lIns="0" tIns="0" rIns="0" bIns="0" anchor="t">
            <a:normAutofit/>
          </a:bodyPr>
          <a:lstStyle/>
          <a:p>
            <a:pPr algn="l">
              <a:spcBef>
                <a:spcPts val="0"/>
              </a:spcBef>
              <a:spcAft>
                <a:spcPts val="0"/>
              </a:spcAft>
            </a:pPr>
            <a:r>
              <a:rPr lang="en-US" sz="720">
                <a:solidFill>
                  <a:srgbClr val="314550"/>
                </a:solidFill>
                <a:latin typeface="Montserrat"/>
              </a:rPr>
              <a:t>per-stage tests generated from the contract</a:t>
            </a:r>
          </a:p>
        </p:txBody>
      </p:sp>
      <p:sp>
        <p:nvSpPr>
          <p:cNvPr id="816" name="ltg2"/>
          <p:cNvSpPr/>
          <p:nvPr/>
        </p:nvSpPr>
        <p:spPr>
          <a:xfrm>
            <a:off x="9914636" y="4528886"/>
            <a:ext cx="1562100" cy="177800"/>
          </a:xfrm>
          <a:prstGeom prst="roundRect">
            <a:avLst/>
          </a:prstGeom>
          <a:solidFill>
            <a:srgbClr val="053057"/>
          </a:solidFill>
          <a:ln>
            <a:noFill/>
          </a:ln>
        </p:spPr>
        <p:txBody>
          <a:bodyPr wrap="square" lIns="0" tIns="0" rIns="0" bIns="0" anchor="ctr">
            <a:normAutofit/>
          </a:bodyPr>
          <a:lstStyle/>
          <a:p>
            <a:pPr algn="ctr">
              <a:spcBef>
                <a:spcPts val="0"/>
              </a:spcBef>
              <a:spcAft>
                <a:spcPts val="0"/>
              </a:spcAft>
            </a:pPr>
            <a:r>
              <a:rPr lang="en-US" sz="620" b="1">
                <a:solidFill>
                  <a:srgbClr val="FFFFFF"/>
                </a:solidFill>
                <a:latin typeface="Montserrat"/>
              </a:rPr>
              <a:t>AUTO · PER STAGE</a:t>
            </a:r>
          </a:p>
        </p:txBody>
      </p:sp>
    </p:spTree>
    <p:extLst>
      <p:ext uri="{BB962C8B-B14F-4D97-AF65-F5344CB8AC3E}">
        <p14:creationId xmlns:p14="http://schemas.microsoft.com/office/powerpoint/2010/main" val="3941353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BDA8F-3160-C2EC-3DE3-13EF791FB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04903-0EEA-67FE-A87A-7A25107082FE}"/>
              </a:ext>
            </a:extLst>
          </p:cNvPr>
          <p:cNvSpPr>
            <a:spLocks noGrp="1"/>
          </p:cNvSpPr>
          <p:nvPr>
            <p:ph type="title"/>
          </p:nvPr>
        </p:nvSpPr>
        <p:spPr>
          <a:xfrm>
            <a:off x="570465" y="453195"/>
            <a:ext cx="10857999" cy="307777"/>
          </a:xfrm>
        </p:spPr>
        <p:txBody>
          <a:bodyPr/>
          <a:lstStyle/>
          <a:p>
            <a:r>
              <a:rPr sz="2000" b="1">
                <a:solidFill>
                  <a:srgbClr val="053057"/>
                </a:solidFill>
                <a:latin typeface="Montserrat"/>
              </a:rPr>
              <a:t>Early Eval Results — Per-Skill Scorecards</a:t>
            </a:r>
          </a:p>
        </p:txBody>
      </p:sp>
      <p:sp>
        <p:nvSpPr>
          <p:cNvPr id="5" name="TextBox 4">
            <a:extLst>
              <a:ext uri="{FF2B5EF4-FFF2-40B4-BE49-F238E27FC236}">
                <a16:creationId xmlns:a16="http://schemas.microsoft.com/office/drawing/2014/main" id="{42A62B53-CF09-3F62-77A1-1EB695488973}"/>
              </a:ext>
            </a:extLst>
          </p:cNvPr>
          <p:cNvSpPr txBox="1"/>
          <p:nvPr/>
        </p:nvSpPr>
        <p:spPr>
          <a:xfrm>
            <a:off x="566928" y="819044"/>
            <a:ext cx="10881360" cy="215444"/>
          </a:xfrm>
          <a:prstGeom prst="rect">
            <a:avLst/>
          </a:prstGeom>
          <a:noFill/>
        </p:spPr>
        <p:txBody>
          <a:bodyPr wrap="square" lIns="0" tIns="0" rIns="0" bIns="0">
            <a:spAutoFit/>
          </a:bodyPr>
          <a:lstStyle/>
          <a:p>
            <a:pPr algn="l">
              <a:spcBef>
                <a:spcPts val="0"/>
              </a:spcBef>
              <a:spcAft>
                <a:spcPts val="200"/>
              </a:spcAft>
            </a:pPr>
            <a:r>
              <a:rPr lang="es-419" sz="1400" b="0" i="1">
                <a:solidFill>
                  <a:srgbClr val="314550"/>
                </a:solidFill>
                <a:latin typeface="Montserrat"/>
              </a:rPr>
              <a:t>Isolated </a:t>
            </a:r>
            <a:r>
              <a:rPr sz="1400" b="0" i="1">
                <a:solidFill>
                  <a:srgbClr val="314550"/>
                </a:solidFill>
                <a:latin typeface="Montserrat"/>
              </a:rPr>
              <a:t>component-level tests already run locally on every </a:t>
            </a:r>
            <a:r>
              <a:rPr lang="es-419" sz="1400" b="0" i="1">
                <a:solidFill>
                  <a:srgbClr val="314550"/>
                </a:solidFill>
                <a:latin typeface="Montserrat"/>
              </a:rPr>
              <a:t>completed</a:t>
            </a:r>
            <a:r>
              <a:rPr sz="1400" b="0" i="1">
                <a:solidFill>
                  <a:srgbClr val="314550"/>
                </a:solidFill>
                <a:latin typeface="Montserrat"/>
              </a:rPr>
              <a:t> case</a:t>
            </a:r>
          </a:p>
        </p:txBody>
      </p:sp>
      <p:sp>
        <p:nvSpPr>
          <p:cNvPr id="7" name="TextBox 6">
            <a:extLst>
              <a:ext uri="{FF2B5EF4-FFF2-40B4-BE49-F238E27FC236}">
                <a16:creationId xmlns:a16="http://schemas.microsoft.com/office/drawing/2014/main" id="{96522A1E-7C3B-CA91-C802-59E3FCFAD650}"/>
              </a:ext>
            </a:extLst>
          </p:cNvPr>
          <p:cNvSpPr txBox="1"/>
          <p:nvPr/>
        </p:nvSpPr>
        <p:spPr>
          <a:xfrm>
            <a:off x="576072" y="1203793"/>
            <a:ext cx="11049000" cy="161583"/>
          </a:xfrm>
          <a:prstGeom prst="rect">
            <a:avLst/>
          </a:prstGeom>
          <a:noFill/>
        </p:spPr>
        <p:txBody>
          <a:bodyPr wrap="square" lIns="0" tIns="0" rIns="0" bIns="0">
            <a:spAutoFit/>
          </a:bodyPr>
          <a:lstStyle/>
          <a:p>
            <a:pPr algn="l">
              <a:spcBef>
                <a:spcPts val="0"/>
              </a:spcBef>
              <a:spcAft>
                <a:spcPts val="200"/>
              </a:spcAft>
            </a:pPr>
            <a:r>
              <a:rPr sz="1050" b="1" i="0">
                <a:solidFill>
                  <a:srgbClr val="053057"/>
                </a:solidFill>
                <a:latin typeface="Montserrat"/>
              </a:rPr>
              <a:t>FROM IN-SESSION (n = 1) TO CROSS-SESSION (</a:t>
            </a:r>
            <a:r>
              <a:rPr lang="es-419" sz="1050" b="1">
                <a:solidFill>
                  <a:srgbClr val="053057"/>
                </a:solidFill>
                <a:latin typeface="Montserrat"/>
              </a:rPr>
              <a:t>n &gt; 1</a:t>
            </a:r>
            <a:r>
              <a:rPr sz="1050" b="1" i="0">
                <a:solidFill>
                  <a:srgbClr val="053057"/>
                </a:solidFill>
                <a:latin typeface="Montserrat"/>
              </a:rPr>
              <a:t>) · </a:t>
            </a:r>
            <a:r>
              <a:rPr lang="es-419" sz="1050" b="1" i="0">
                <a:solidFill>
                  <a:srgbClr val="053057"/>
                </a:solidFill>
                <a:latin typeface="Montserrat"/>
              </a:rPr>
              <a:t>A</a:t>
            </a:r>
            <a:r>
              <a:rPr sz="1050" b="1" i="0" err="1">
                <a:solidFill>
                  <a:srgbClr val="053057"/>
                </a:solidFill>
                <a:latin typeface="Montserrat"/>
              </a:rPr>
              <a:t>ggregate</a:t>
            </a:r>
            <a:r>
              <a:rPr sz="1050" b="1" i="0">
                <a:solidFill>
                  <a:srgbClr val="053057"/>
                </a:solidFill>
                <a:latin typeface="Montserrat"/>
              </a:rPr>
              <a:t> per-session evals via OTEL to gain representativity</a:t>
            </a:r>
          </a:p>
        </p:txBody>
      </p:sp>
      <p:sp>
        <p:nvSpPr>
          <p:cNvPr id="34" name="Oval 33">
            <a:extLst>
              <a:ext uri="{FF2B5EF4-FFF2-40B4-BE49-F238E27FC236}">
                <a16:creationId xmlns:a16="http://schemas.microsoft.com/office/drawing/2014/main" id="{E8212BF4-D217-D348-5E3A-CA0C330D20B9}"/>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5" name="TextBox 34">
            <a:extLst>
              <a:ext uri="{FF2B5EF4-FFF2-40B4-BE49-F238E27FC236}">
                <a16:creationId xmlns:a16="http://schemas.microsoft.com/office/drawing/2014/main" id="{1CCDDB3C-D50B-3FC3-6B87-52C68863FD8F}"/>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04 – DEVELOPMENT – VLABS EVALS </a:t>
            </a:r>
            <a:endParaRPr sz="900" b="1" i="0">
              <a:solidFill>
                <a:srgbClr val="314550"/>
              </a:solidFill>
              <a:latin typeface="Montserrat"/>
            </a:endParaRPr>
          </a:p>
        </p:txBody>
      </p:sp>
      <p:sp>
        <p:nvSpPr>
          <p:cNvPr id="230" name="Arrow 1">
            <a:extLst>
              <a:ext uri="{FF2B5EF4-FFF2-40B4-BE49-F238E27FC236}">
                <a16:creationId xmlns:a16="http://schemas.microsoft.com/office/drawing/2014/main" id="{1F1726C7-DE7B-1BC9-E9A0-DBCDA9A3D63C}"/>
              </a:ext>
            </a:extLst>
          </p:cNvPr>
          <p:cNvSpPr/>
          <p:nvPr/>
        </p:nvSpPr>
        <p:spPr>
          <a:xfrm>
            <a:off x="2004822" y="1686393"/>
            <a:ext cx="254000" cy="177800"/>
          </a:xfrm>
          <a:prstGeom prst="rightArrow">
            <a:avLst/>
          </a:prstGeom>
          <a:solidFill>
            <a:srgbClr val="00EDED"/>
          </a:solidFill>
          <a:ln>
            <a:noFill/>
          </a:ln>
        </p:spPr>
        <p:txBody>
          <a:bodyPr/>
          <a:lstStyle/>
          <a:p>
            <a:endParaRPr/>
          </a:p>
        </p:txBody>
      </p:sp>
      <p:sp>
        <p:nvSpPr>
          <p:cNvPr id="231" name="Arrow 2">
            <a:extLst>
              <a:ext uri="{FF2B5EF4-FFF2-40B4-BE49-F238E27FC236}">
                <a16:creationId xmlns:a16="http://schemas.microsoft.com/office/drawing/2014/main" id="{CC4E99FD-F0FD-7B2B-1370-53D4AAE19A40}"/>
              </a:ext>
            </a:extLst>
          </p:cNvPr>
          <p:cNvSpPr/>
          <p:nvPr/>
        </p:nvSpPr>
        <p:spPr>
          <a:xfrm>
            <a:off x="3592322" y="1686393"/>
            <a:ext cx="254000" cy="177800"/>
          </a:xfrm>
          <a:prstGeom prst="rightArrow">
            <a:avLst/>
          </a:prstGeom>
          <a:solidFill>
            <a:srgbClr val="00EDED"/>
          </a:solidFill>
          <a:ln>
            <a:noFill/>
          </a:ln>
        </p:spPr>
        <p:txBody>
          <a:bodyPr/>
          <a:lstStyle/>
          <a:p>
            <a:endParaRPr/>
          </a:p>
        </p:txBody>
      </p:sp>
      <p:sp>
        <p:nvSpPr>
          <p:cNvPr id="232" name="Arrow 3">
            <a:extLst>
              <a:ext uri="{FF2B5EF4-FFF2-40B4-BE49-F238E27FC236}">
                <a16:creationId xmlns:a16="http://schemas.microsoft.com/office/drawing/2014/main" id="{A58A2B50-4BF1-A8C9-9B52-9A3B76755B43}"/>
              </a:ext>
            </a:extLst>
          </p:cNvPr>
          <p:cNvSpPr/>
          <p:nvPr/>
        </p:nvSpPr>
        <p:spPr>
          <a:xfrm>
            <a:off x="5179822" y="1686393"/>
            <a:ext cx="254000" cy="177800"/>
          </a:xfrm>
          <a:prstGeom prst="rightArrow">
            <a:avLst/>
          </a:prstGeom>
          <a:solidFill>
            <a:srgbClr val="00EDED"/>
          </a:solidFill>
          <a:ln>
            <a:noFill/>
          </a:ln>
        </p:spPr>
        <p:txBody>
          <a:bodyPr/>
          <a:lstStyle/>
          <a:p>
            <a:endParaRPr/>
          </a:p>
        </p:txBody>
      </p:sp>
      <p:sp>
        <p:nvSpPr>
          <p:cNvPr id="233" name="Arrow 4">
            <a:extLst>
              <a:ext uri="{FF2B5EF4-FFF2-40B4-BE49-F238E27FC236}">
                <a16:creationId xmlns:a16="http://schemas.microsoft.com/office/drawing/2014/main" id="{523AB1A0-EFE8-79F3-A8BA-E82D6B5CCF3E}"/>
              </a:ext>
            </a:extLst>
          </p:cNvPr>
          <p:cNvSpPr/>
          <p:nvPr/>
        </p:nvSpPr>
        <p:spPr>
          <a:xfrm>
            <a:off x="6767322" y="1686393"/>
            <a:ext cx="254000" cy="177800"/>
          </a:xfrm>
          <a:prstGeom prst="rightArrow">
            <a:avLst/>
          </a:prstGeom>
          <a:solidFill>
            <a:srgbClr val="00EDED"/>
          </a:solidFill>
          <a:ln>
            <a:noFill/>
          </a:ln>
        </p:spPr>
        <p:txBody>
          <a:bodyPr/>
          <a:lstStyle/>
          <a:p>
            <a:endParaRPr/>
          </a:p>
        </p:txBody>
      </p:sp>
      <p:sp>
        <p:nvSpPr>
          <p:cNvPr id="234" name="Arrow 5">
            <a:extLst>
              <a:ext uri="{FF2B5EF4-FFF2-40B4-BE49-F238E27FC236}">
                <a16:creationId xmlns:a16="http://schemas.microsoft.com/office/drawing/2014/main" id="{4D1A8379-DC2D-E5D0-40E2-0F3B0A5737B4}"/>
              </a:ext>
            </a:extLst>
          </p:cNvPr>
          <p:cNvSpPr/>
          <p:nvPr/>
        </p:nvSpPr>
        <p:spPr>
          <a:xfrm>
            <a:off x="8354822" y="1686393"/>
            <a:ext cx="254000" cy="177800"/>
          </a:xfrm>
          <a:prstGeom prst="rightArrow">
            <a:avLst/>
          </a:prstGeom>
          <a:solidFill>
            <a:srgbClr val="00EDED"/>
          </a:solidFill>
          <a:ln>
            <a:noFill/>
          </a:ln>
        </p:spPr>
        <p:txBody>
          <a:bodyPr/>
          <a:lstStyle/>
          <a:p>
            <a:endParaRPr/>
          </a:p>
        </p:txBody>
      </p:sp>
      <p:sp>
        <p:nvSpPr>
          <p:cNvPr id="235" name="Arrow 6">
            <a:extLst>
              <a:ext uri="{FF2B5EF4-FFF2-40B4-BE49-F238E27FC236}">
                <a16:creationId xmlns:a16="http://schemas.microsoft.com/office/drawing/2014/main" id="{600399BB-5352-FA7F-AE71-89738962886A}"/>
              </a:ext>
            </a:extLst>
          </p:cNvPr>
          <p:cNvSpPr/>
          <p:nvPr/>
        </p:nvSpPr>
        <p:spPr>
          <a:xfrm>
            <a:off x="9942322" y="1686393"/>
            <a:ext cx="254000" cy="177800"/>
          </a:xfrm>
          <a:prstGeom prst="rightArrow">
            <a:avLst/>
          </a:prstGeom>
          <a:solidFill>
            <a:srgbClr val="00EDED"/>
          </a:solidFill>
          <a:ln>
            <a:noFill/>
          </a:ln>
        </p:spPr>
        <p:txBody>
          <a:bodyPr/>
          <a:lstStyle/>
          <a:p>
            <a:endParaRPr/>
          </a:p>
        </p:txBody>
      </p:sp>
      <p:sp>
        <p:nvSpPr>
          <p:cNvPr id="200" name="Circle 1">
            <a:extLst>
              <a:ext uri="{FF2B5EF4-FFF2-40B4-BE49-F238E27FC236}">
                <a16:creationId xmlns:a16="http://schemas.microsoft.com/office/drawing/2014/main" id="{41FB8E86-239D-7E1D-3F5E-4E50833257F9}"/>
              </a:ext>
            </a:extLst>
          </p:cNvPr>
          <p:cNvSpPr/>
          <p:nvPr/>
        </p:nvSpPr>
        <p:spPr>
          <a:xfrm>
            <a:off x="1147572" y="1584793"/>
            <a:ext cx="381000" cy="381000"/>
          </a:xfrm>
          <a:prstGeom prst="ellipse">
            <a:avLst/>
          </a:prstGeom>
          <a:solidFill>
            <a:srgbClr val="E4FBFB"/>
          </a:solidFill>
          <a:ln w="9525">
            <a:solidFill>
              <a:srgbClr val="A2F3F3"/>
            </a:solidFill>
          </a:ln>
        </p:spPr>
        <p:txBody>
          <a:bodyPr/>
          <a:lstStyle/>
          <a:p>
            <a:endParaRPr/>
          </a:p>
        </p:txBody>
      </p:sp>
      <p:sp>
        <p:nvSpPr>
          <p:cNvPr id="220" name="Label 1">
            <a:extLst>
              <a:ext uri="{FF2B5EF4-FFF2-40B4-BE49-F238E27FC236}">
                <a16:creationId xmlns:a16="http://schemas.microsoft.com/office/drawing/2014/main" id="{2344C947-DBA4-8AA0-3213-4D83835F3859}"/>
              </a:ext>
            </a:extLst>
          </p:cNvPr>
          <p:cNvSpPr txBox="1"/>
          <p:nvPr/>
        </p:nvSpPr>
        <p:spPr>
          <a:xfrm>
            <a:off x="5760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Case artifacts</a:t>
            </a:r>
          </a:p>
          <a:p>
            <a:pPr algn="ctr">
              <a:lnSpc>
                <a:spcPct val="92000"/>
              </a:lnSpc>
            </a:pPr>
            <a:r>
              <a:rPr sz="800" b="0">
                <a:solidFill>
                  <a:srgbClr val="314550"/>
                </a:solidFill>
                <a:latin typeface="Montserrat"/>
              </a:rPr>
              <a:t>output files + state of a finished session</a:t>
            </a:r>
          </a:p>
        </p:txBody>
      </p:sp>
      <p:sp>
        <p:nvSpPr>
          <p:cNvPr id="201" name="Circle 2">
            <a:extLst>
              <a:ext uri="{FF2B5EF4-FFF2-40B4-BE49-F238E27FC236}">
                <a16:creationId xmlns:a16="http://schemas.microsoft.com/office/drawing/2014/main" id="{E2CAE0A4-8576-0AE4-B8EB-9E56C98381C7}"/>
              </a:ext>
            </a:extLst>
          </p:cNvPr>
          <p:cNvSpPr/>
          <p:nvPr/>
        </p:nvSpPr>
        <p:spPr>
          <a:xfrm>
            <a:off x="2735072" y="1584793"/>
            <a:ext cx="381000" cy="381000"/>
          </a:xfrm>
          <a:prstGeom prst="ellipse">
            <a:avLst/>
          </a:prstGeom>
          <a:solidFill>
            <a:srgbClr val="E4FBFB"/>
          </a:solidFill>
          <a:ln w="9525">
            <a:solidFill>
              <a:srgbClr val="A2F3F3"/>
            </a:solidFill>
          </a:ln>
        </p:spPr>
        <p:txBody>
          <a:bodyPr/>
          <a:lstStyle/>
          <a:p>
            <a:endParaRPr/>
          </a:p>
        </p:txBody>
      </p:sp>
      <p:sp>
        <p:nvSpPr>
          <p:cNvPr id="221" name="Label 2">
            <a:extLst>
              <a:ext uri="{FF2B5EF4-FFF2-40B4-BE49-F238E27FC236}">
                <a16:creationId xmlns:a16="http://schemas.microsoft.com/office/drawing/2014/main" id="{B5769A23-B85D-D929-7C1A-307D22E36636}"/>
              </a:ext>
            </a:extLst>
          </p:cNvPr>
          <p:cNvSpPr txBox="1"/>
          <p:nvPr/>
        </p:nvSpPr>
        <p:spPr>
          <a:xfrm>
            <a:off x="21635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Graders sweep</a:t>
            </a:r>
          </a:p>
          <a:p>
            <a:pPr algn="ctr">
              <a:lnSpc>
                <a:spcPct val="92000"/>
              </a:lnSpc>
            </a:pPr>
            <a:r>
              <a:rPr sz="800" b="0">
                <a:solidFill>
                  <a:srgbClr val="314550"/>
                </a:solidFill>
                <a:latin typeface="Montserrat"/>
              </a:rPr>
              <a:t>deterministic &amp; </a:t>
            </a:r>
            <a:r>
              <a:rPr lang="es-419" sz="800" b="0">
                <a:solidFill>
                  <a:srgbClr val="314550"/>
                </a:solidFill>
                <a:latin typeface="Montserrat"/>
              </a:rPr>
              <a:t>n</a:t>
            </a:r>
            <a:r>
              <a:rPr sz="800" b="0">
                <a:solidFill>
                  <a:srgbClr val="314550"/>
                </a:solidFill>
                <a:latin typeface="Montserrat"/>
              </a:rPr>
              <a:t>on-deterministic checks</a:t>
            </a:r>
            <a:r>
              <a:rPr lang="es-419" sz="800" b="0">
                <a:solidFill>
                  <a:srgbClr val="314550"/>
                </a:solidFill>
                <a:latin typeface="Montserrat"/>
              </a:rPr>
              <a:t> per</a:t>
            </a:r>
          </a:p>
          <a:p>
            <a:pPr algn="ctr">
              <a:lnSpc>
                <a:spcPct val="92000"/>
              </a:lnSpc>
            </a:pPr>
            <a:r>
              <a:rPr lang="es-419" sz="800">
                <a:solidFill>
                  <a:srgbClr val="314550"/>
                </a:solidFill>
                <a:latin typeface="Montserrat"/>
              </a:rPr>
              <a:t>Skill</a:t>
            </a:r>
            <a:r>
              <a:rPr lang="es-419" sz="800" b="0">
                <a:solidFill>
                  <a:srgbClr val="314550"/>
                </a:solidFill>
                <a:latin typeface="Montserrat"/>
              </a:rPr>
              <a:t> (pass@k)</a:t>
            </a:r>
            <a:endParaRPr sz="800" b="0">
              <a:solidFill>
                <a:srgbClr val="314550"/>
              </a:solidFill>
              <a:latin typeface="Montserrat"/>
            </a:endParaRPr>
          </a:p>
        </p:txBody>
      </p:sp>
      <p:sp>
        <p:nvSpPr>
          <p:cNvPr id="202" name="Circle 3">
            <a:extLst>
              <a:ext uri="{FF2B5EF4-FFF2-40B4-BE49-F238E27FC236}">
                <a16:creationId xmlns:a16="http://schemas.microsoft.com/office/drawing/2014/main" id="{C8D7B7C6-B8FD-FCAA-9B23-98F16CA7D40F}"/>
              </a:ext>
            </a:extLst>
          </p:cNvPr>
          <p:cNvSpPr/>
          <p:nvPr/>
        </p:nvSpPr>
        <p:spPr>
          <a:xfrm>
            <a:off x="4322572" y="1584793"/>
            <a:ext cx="381000" cy="381000"/>
          </a:xfrm>
          <a:prstGeom prst="ellipse">
            <a:avLst/>
          </a:prstGeom>
          <a:solidFill>
            <a:srgbClr val="E4FBFB"/>
          </a:solidFill>
          <a:ln w="9525">
            <a:solidFill>
              <a:srgbClr val="A2F3F3"/>
            </a:solidFill>
          </a:ln>
        </p:spPr>
        <p:txBody>
          <a:bodyPr/>
          <a:lstStyle/>
          <a:p>
            <a:endParaRPr/>
          </a:p>
        </p:txBody>
      </p:sp>
      <p:sp>
        <p:nvSpPr>
          <p:cNvPr id="222" name="Label 3">
            <a:extLst>
              <a:ext uri="{FF2B5EF4-FFF2-40B4-BE49-F238E27FC236}">
                <a16:creationId xmlns:a16="http://schemas.microsoft.com/office/drawing/2014/main" id="{ABA18445-7555-1B1C-9B7D-76E4D7E571E9}"/>
              </a:ext>
            </a:extLst>
          </p:cNvPr>
          <p:cNvSpPr txBox="1"/>
          <p:nvPr/>
        </p:nvSpPr>
        <p:spPr>
          <a:xfrm>
            <a:off x="37510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Per-session eval results</a:t>
            </a:r>
          </a:p>
          <a:p>
            <a:pPr algn="ctr">
              <a:lnSpc>
                <a:spcPct val="92000"/>
              </a:lnSpc>
            </a:pPr>
            <a:r>
              <a:rPr sz="800" b="0">
                <a:solidFill>
                  <a:srgbClr val="314550"/>
                </a:solidFill>
                <a:latin typeface="Montserrat"/>
              </a:rPr>
              <a:t>scored each session → HTML report</a:t>
            </a:r>
            <a:r>
              <a:rPr lang="es-419" sz="800" b="0">
                <a:solidFill>
                  <a:srgbClr val="314550"/>
                </a:solidFill>
                <a:latin typeface="Montserrat"/>
              </a:rPr>
              <a:t> + PEF</a:t>
            </a:r>
            <a:endParaRPr sz="800" b="0">
              <a:solidFill>
                <a:srgbClr val="314550"/>
              </a:solidFill>
              <a:latin typeface="Montserrat"/>
            </a:endParaRPr>
          </a:p>
        </p:txBody>
      </p:sp>
      <p:sp>
        <p:nvSpPr>
          <p:cNvPr id="203" name="Circle 4">
            <a:extLst>
              <a:ext uri="{FF2B5EF4-FFF2-40B4-BE49-F238E27FC236}">
                <a16:creationId xmlns:a16="http://schemas.microsoft.com/office/drawing/2014/main" id="{0BFA0D2F-6A2B-BA84-0134-4D697CFF72A3}"/>
              </a:ext>
            </a:extLst>
          </p:cNvPr>
          <p:cNvSpPr/>
          <p:nvPr/>
        </p:nvSpPr>
        <p:spPr>
          <a:xfrm>
            <a:off x="5910072" y="1584793"/>
            <a:ext cx="381000" cy="381000"/>
          </a:xfrm>
          <a:prstGeom prst="ellipse">
            <a:avLst/>
          </a:prstGeom>
          <a:solidFill>
            <a:srgbClr val="E4FBFB"/>
          </a:solidFill>
          <a:ln w="9525">
            <a:solidFill>
              <a:srgbClr val="A2F3F3"/>
            </a:solidFill>
          </a:ln>
        </p:spPr>
        <p:txBody>
          <a:bodyPr/>
          <a:lstStyle/>
          <a:p>
            <a:endParaRPr/>
          </a:p>
        </p:txBody>
      </p:sp>
      <p:sp>
        <p:nvSpPr>
          <p:cNvPr id="223" name="Label 4">
            <a:extLst>
              <a:ext uri="{FF2B5EF4-FFF2-40B4-BE49-F238E27FC236}">
                <a16:creationId xmlns:a16="http://schemas.microsoft.com/office/drawing/2014/main" id="{D60DFF6B-29B4-0D7F-3D4D-60650288DB41}"/>
              </a:ext>
            </a:extLst>
          </p:cNvPr>
          <p:cNvSpPr txBox="1"/>
          <p:nvPr/>
        </p:nvSpPr>
        <p:spPr>
          <a:xfrm>
            <a:off x="53385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emit-event → OTEL</a:t>
            </a:r>
          </a:p>
          <a:p>
            <a:pPr algn="ctr">
              <a:lnSpc>
                <a:spcPct val="92000"/>
              </a:lnSpc>
            </a:pPr>
            <a:r>
              <a:rPr sz="800" b="0">
                <a:solidFill>
                  <a:srgbClr val="314550"/>
                </a:solidFill>
                <a:latin typeface="Montserrat"/>
              </a:rPr>
              <a:t>tag: skill · version · </a:t>
            </a:r>
            <a:endParaRPr lang="es-419" sz="800" b="0">
              <a:solidFill>
                <a:srgbClr val="314550"/>
              </a:solidFill>
              <a:latin typeface="Montserrat"/>
            </a:endParaRPr>
          </a:p>
          <a:p>
            <a:pPr algn="ctr">
              <a:lnSpc>
                <a:spcPct val="92000"/>
              </a:lnSpc>
            </a:pPr>
            <a:r>
              <a:rPr sz="800" b="0">
                <a:solidFill>
                  <a:srgbClr val="314550"/>
                </a:solidFill>
                <a:latin typeface="Montserrat"/>
              </a:rPr>
              <a:t>session · pattern</a:t>
            </a:r>
          </a:p>
        </p:txBody>
      </p:sp>
      <p:sp>
        <p:nvSpPr>
          <p:cNvPr id="204" name="Circle 5">
            <a:extLst>
              <a:ext uri="{FF2B5EF4-FFF2-40B4-BE49-F238E27FC236}">
                <a16:creationId xmlns:a16="http://schemas.microsoft.com/office/drawing/2014/main" id="{66E996E0-BBB1-D11F-A472-F571C89352C7}"/>
              </a:ext>
            </a:extLst>
          </p:cNvPr>
          <p:cNvSpPr/>
          <p:nvPr/>
        </p:nvSpPr>
        <p:spPr>
          <a:xfrm>
            <a:off x="7497572" y="1584793"/>
            <a:ext cx="381000" cy="381000"/>
          </a:xfrm>
          <a:prstGeom prst="ellipse">
            <a:avLst/>
          </a:prstGeom>
          <a:solidFill>
            <a:srgbClr val="E4FBFB"/>
          </a:solidFill>
          <a:ln w="9525">
            <a:solidFill>
              <a:srgbClr val="A2F3F3"/>
            </a:solidFill>
          </a:ln>
        </p:spPr>
        <p:txBody>
          <a:bodyPr/>
          <a:lstStyle/>
          <a:p>
            <a:endParaRPr/>
          </a:p>
        </p:txBody>
      </p:sp>
      <p:sp>
        <p:nvSpPr>
          <p:cNvPr id="224" name="Label 5">
            <a:extLst>
              <a:ext uri="{FF2B5EF4-FFF2-40B4-BE49-F238E27FC236}">
                <a16:creationId xmlns:a16="http://schemas.microsoft.com/office/drawing/2014/main" id="{14278890-5B0C-436E-3D7D-85254DB4318B}"/>
              </a:ext>
            </a:extLst>
          </p:cNvPr>
          <p:cNvSpPr txBox="1"/>
          <p:nvPr/>
        </p:nvSpPr>
        <p:spPr>
          <a:xfrm>
            <a:off x="69260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Collector → Loki → Grafana</a:t>
            </a:r>
          </a:p>
          <a:p>
            <a:pPr algn="ctr">
              <a:lnSpc>
                <a:spcPct val="92000"/>
              </a:lnSpc>
            </a:pPr>
            <a:r>
              <a:rPr sz="800" b="0">
                <a:solidFill>
                  <a:srgbClr val="314550"/>
                </a:solidFill>
                <a:latin typeface="Montserrat"/>
              </a:rPr>
              <a:t>+ Vialto Data Platform</a:t>
            </a:r>
          </a:p>
        </p:txBody>
      </p:sp>
      <p:sp>
        <p:nvSpPr>
          <p:cNvPr id="205" name="Circle 6">
            <a:extLst>
              <a:ext uri="{FF2B5EF4-FFF2-40B4-BE49-F238E27FC236}">
                <a16:creationId xmlns:a16="http://schemas.microsoft.com/office/drawing/2014/main" id="{096687CE-9CD8-25EB-9D08-4DB1C3012FE5}"/>
              </a:ext>
            </a:extLst>
          </p:cNvPr>
          <p:cNvSpPr/>
          <p:nvPr/>
        </p:nvSpPr>
        <p:spPr>
          <a:xfrm>
            <a:off x="9085072" y="1584793"/>
            <a:ext cx="381000" cy="381000"/>
          </a:xfrm>
          <a:prstGeom prst="ellipse">
            <a:avLst/>
          </a:prstGeom>
          <a:solidFill>
            <a:srgbClr val="E4FBFB"/>
          </a:solidFill>
          <a:ln w="9525">
            <a:solidFill>
              <a:srgbClr val="A2F3F3"/>
            </a:solidFill>
          </a:ln>
        </p:spPr>
        <p:txBody>
          <a:bodyPr/>
          <a:lstStyle/>
          <a:p>
            <a:endParaRPr/>
          </a:p>
        </p:txBody>
      </p:sp>
      <p:sp>
        <p:nvSpPr>
          <p:cNvPr id="225" name="Label 6">
            <a:extLst>
              <a:ext uri="{FF2B5EF4-FFF2-40B4-BE49-F238E27FC236}">
                <a16:creationId xmlns:a16="http://schemas.microsoft.com/office/drawing/2014/main" id="{8470D9B4-FDEF-6D4D-A4B8-2FDAB5474685}"/>
              </a:ext>
            </a:extLst>
          </p:cNvPr>
          <p:cNvSpPr txBox="1"/>
          <p:nvPr/>
        </p:nvSpPr>
        <p:spPr>
          <a:xfrm>
            <a:off x="85135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Group across sessions</a:t>
            </a:r>
          </a:p>
          <a:p>
            <a:pPr algn="ctr">
              <a:lnSpc>
                <a:spcPct val="92000"/>
              </a:lnSpc>
            </a:pPr>
            <a:r>
              <a:rPr sz="800" b="0">
                <a:solidFill>
                  <a:srgbClr val="314550"/>
                </a:solidFill>
                <a:latin typeface="Montserrat"/>
              </a:rPr>
              <a:t>rates + CIs + drift + pass^k</a:t>
            </a:r>
          </a:p>
        </p:txBody>
      </p:sp>
      <p:sp>
        <p:nvSpPr>
          <p:cNvPr id="206" name="Circle 7">
            <a:extLst>
              <a:ext uri="{FF2B5EF4-FFF2-40B4-BE49-F238E27FC236}">
                <a16:creationId xmlns:a16="http://schemas.microsoft.com/office/drawing/2014/main" id="{C060BCAA-8D92-0E99-4A47-98DE44BA9F1A}"/>
              </a:ext>
            </a:extLst>
          </p:cNvPr>
          <p:cNvSpPr/>
          <p:nvPr/>
        </p:nvSpPr>
        <p:spPr>
          <a:xfrm>
            <a:off x="10672572" y="1584793"/>
            <a:ext cx="381000" cy="381000"/>
          </a:xfrm>
          <a:prstGeom prst="ellipse">
            <a:avLst/>
          </a:prstGeom>
          <a:solidFill>
            <a:srgbClr val="E4FBFB"/>
          </a:solidFill>
          <a:ln w="9525">
            <a:solidFill>
              <a:srgbClr val="A2F3F3"/>
            </a:solidFill>
          </a:ln>
        </p:spPr>
        <p:txBody>
          <a:bodyPr/>
          <a:lstStyle/>
          <a:p>
            <a:endParaRPr/>
          </a:p>
        </p:txBody>
      </p:sp>
      <p:sp>
        <p:nvSpPr>
          <p:cNvPr id="226" name="Label 7">
            <a:extLst>
              <a:ext uri="{FF2B5EF4-FFF2-40B4-BE49-F238E27FC236}">
                <a16:creationId xmlns:a16="http://schemas.microsoft.com/office/drawing/2014/main" id="{4C7A4184-E57C-4EF8-88BD-DAD12E6ED149}"/>
              </a:ext>
            </a:extLst>
          </p:cNvPr>
          <p:cNvSpPr txBox="1"/>
          <p:nvPr/>
        </p:nvSpPr>
        <p:spPr>
          <a:xfrm>
            <a:off x="10101072" y="2016593"/>
            <a:ext cx="1524000" cy="711200"/>
          </a:xfrm>
          <a:prstGeom prst="rect">
            <a:avLst/>
          </a:prstGeom>
          <a:noFill/>
        </p:spPr>
        <p:txBody>
          <a:bodyPr lIns="18000" tIns="0" rIns="18000" bIns="0" rtlCol="0" anchor="t">
            <a:normAutofit/>
          </a:bodyPr>
          <a:lstStyle/>
          <a:p>
            <a:pPr algn="ctr">
              <a:spcAft>
                <a:spcPts val="100"/>
              </a:spcAft>
            </a:pPr>
            <a:r>
              <a:rPr sz="900" b="1">
                <a:solidFill>
                  <a:srgbClr val="053057"/>
                </a:solidFill>
                <a:latin typeface="Montserrat"/>
              </a:rPr>
              <a:t>Representative view</a:t>
            </a:r>
          </a:p>
          <a:p>
            <a:pPr algn="ctr">
              <a:lnSpc>
                <a:spcPct val="92000"/>
              </a:lnSpc>
            </a:pPr>
            <a:r>
              <a:rPr sz="800" b="0">
                <a:solidFill>
                  <a:srgbClr val="314550"/>
                </a:solidFill>
                <a:latin typeface="Montserrat"/>
              </a:rPr>
              <a:t>Tier 0..3 evidence; no reference re-run</a:t>
            </a:r>
          </a:p>
        </p:txBody>
      </p:sp>
      <p:pic>
        <p:nvPicPr>
          <p:cNvPr id="236" name="Graphic 236" descr="Case artifacts - document">
            <a:extLst>
              <a:ext uri="{FF2B5EF4-FFF2-40B4-BE49-F238E27FC236}">
                <a16:creationId xmlns:a16="http://schemas.microsoft.com/office/drawing/2014/main" id="{BFAE0547-9811-2E3F-3376-93E71CF42B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2822" y="1680043"/>
            <a:ext cx="190500" cy="190500"/>
          </a:xfrm>
          <a:prstGeom prst="rect">
            <a:avLst/>
          </a:prstGeom>
        </p:spPr>
      </p:pic>
      <p:pic>
        <p:nvPicPr>
          <p:cNvPr id="237" name="Graphic 237" descr="Graders sweep - checklist">
            <a:extLst>
              <a:ext uri="{FF2B5EF4-FFF2-40B4-BE49-F238E27FC236}">
                <a16:creationId xmlns:a16="http://schemas.microsoft.com/office/drawing/2014/main" id="{208FCA8E-1568-CAD1-7D08-F1F5EF714B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30322" y="1680043"/>
            <a:ext cx="190500" cy="190500"/>
          </a:xfrm>
          <a:prstGeom prst="rect">
            <a:avLst/>
          </a:prstGeom>
        </p:spPr>
      </p:pic>
      <p:pic>
        <p:nvPicPr>
          <p:cNvPr id="238" name="Graphic 238" descr="Per-session eval results">
            <a:extLst>
              <a:ext uri="{FF2B5EF4-FFF2-40B4-BE49-F238E27FC236}">
                <a16:creationId xmlns:a16="http://schemas.microsoft.com/office/drawing/2014/main" id="{6F7EBC61-E8E2-F5ED-3EF5-79A3CEF582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7822" y="1680043"/>
            <a:ext cx="190500" cy="190500"/>
          </a:xfrm>
          <a:prstGeom prst="rect">
            <a:avLst/>
          </a:prstGeom>
        </p:spPr>
      </p:pic>
      <p:pic>
        <p:nvPicPr>
          <p:cNvPr id="239" name="Graphic 239" descr="emit-event to OTEL">
            <a:extLst>
              <a:ext uri="{FF2B5EF4-FFF2-40B4-BE49-F238E27FC236}">
                <a16:creationId xmlns:a16="http://schemas.microsoft.com/office/drawing/2014/main" id="{B30506B9-A34D-D056-BEAD-6F53AF28DC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05322" y="1680043"/>
            <a:ext cx="190500" cy="190500"/>
          </a:xfrm>
          <a:prstGeom prst="rect">
            <a:avLst/>
          </a:prstGeom>
        </p:spPr>
      </p:pic>
      <p:pic>
        <p:nvPicPr>
          <p:cNvPr id="240" name="Graphic 240" descr="Collector Loki Grafana - database">
            <a:extLst>
              <a:ext uri="{FF2B5EF4-FFF2-40B4-BE49-F238E27FC236}">
                <a16:creationId xmlns:a16="http://schemas.microsoft.com/office/drawing/2014/main" id="{6C6BAC11-1EB8-D839-5723-3AC07176EF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92822" y="1680043"/>
            <a:ext cx="190500" cy="190500"/>
          </a:xfrm>
          <a:prstGeom prst="rect">
            <a:avLst/>
          </a:prstGeom>
        </p:spPr>
      </p:pic>
      <p:pic>
        <p:nvPicPr>
          <p:cNvPr id="241" name="Graphic 241" descr="Group across sessions - layers">
            <a:extLst>
              <a:ext uri="{FF2B5EF4-FFF2-40B4-BE49-F238E27FC236}">
                <a16:creationId xmlns:a16="http://schemas.microsoft.com/office/drawing/2014/main" id="{DBD2FF95-1796-0337-16A6-0AC9098A4E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0322" y="1680043"/>
            <a:ext cx="190500" cy="190500"/>
          </a:xfrm>
          <a:prstGeom prst="rect">
            <a:avLst/>
          </a:prstGeom>
        </p:spPr>
      </p:pic>
      <p:pic>
        <p:nvPicPr>
          <p:cNvPr id="242" name="Graphic 242" descr="Representative view - gauge">
            <a:extLst>
              <a:ext uri="{FF2B5EF4-FFF2-40B4-BE49-F238E27FC236}">
                <a16:creationId xmlns:a16="http://schemas.microsoft.com/office/drawing/2014/main" id="{551EDF80-383C-0C87-3B23-AF0B1835BB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767822" y="1680043"/>
            <a:ext cx="190500" cy="190500"/>
          </a:xfrm>
          <a:prstGeom prst="rect">
            <a:avLst/>
          </a:prstGeom>
        </p:spPr>
      </p:pic>
      <p:sp>
        <p:nvSpPr>
          <p:cNvPr id="4" name="Rounded Rectangle 3">
            <a:extLst>
              <a:ext uri="{FF2B5EF4-FFF2-40B4-BE49-F238E27FC236}">
                <a16:creationId xmlns:a16="http://schemas.microsoft.com/office/drawing/2014/main" id="{7548BDEC-373C-7072-E204-DC6F6E457BF1}"/>
              </a:ext>
            </a:extLst>
          </p:cNvPr>
          <p:cNvSpPr/>
          <p:nvPr/>
        </p:nvSpPr>
        <p:spPr>
          <a:xfrm>
            <a:off x="680847" y="1464800"/>
            <a:ext cx="6005703" cy="1103586"/>
          </a:xfrm>
          <a:prstGeom prst="roundRect">
            <a:avLst/>
          </a:prstGeom>
          <a:noFill/>
          <a:ln w="12700">
            <a:solidFill>
              <a:srgbClr val="3144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9" name="Picture 8">
            <a:extLst>
              <a:ext uri="{FF2B5EF4-FFF2-40B4-BE49-F238E27FC236}">
                <a16:creationId xmlns:a16="http://schemas.microsoft.com/office/drawing/2014/main" id="{305300ED-5ADC-9638-813D-DABE9993556A}"/>
              </a:ext>
            </a:extLst>
          </p:cNvPr>
          <p:cNvPicPr>
            <a:picLocks noChangeAspect="1"/>
          </p:cNvPicPr>
          <p:nvPr/>
        </p:nvPicPr>
        <p:blipFill>
          <a:blip r:embed="rId10"/>
          <a:stretch>
            <a:fillRect/>
          </a:stretch>
        </p:blipFill>
        <p:spPr>
          <a:xfrm>
            <a:off x="2258822" y="2868254"/>
            <a:ext cx="3856115" cy="3220224"/>
          </a:xfrm>
          <a:prstGeom prst="rect">
            <a:avLst/>
          </a:prstGeom>
        </p:spPr>
      </p:pic>
      <p:pic>
        <p:nvPicPr>
          <p:cNvPr id="10" name="Picture 9">
            <a:extLst>
              <a:ext uri="{FF2B5EF4-FFF2-40B4-BE49-F238E27FC236}">
                <a16:creationId xmlns:a16="http://schemas.microsoft.com/office/drawing/2014/main" id="{7F63A6EC-E827-566C-E0EF-F4E825D6AB3F}"/>
              </a:ext>
            </a:extLst>
          </p:cNvPr>
          <p:cNvPicPr>
            <a:picLocks noChangeAspect="1"/>
          </p:cNvPicPr>
          <p:nvPr/>
        </p:nvPicPr>
        <p:blipFill>
          <a:blip r:embed="rId11"/>
          <a:stretch>
            <a:fillRect/>
          </a:stretch>
        </p:blipFill>
        <p:spPr>
          <a:xfrm>
            <a:off x="6333749" y="2868254"/>
            <a:ext cx="4036581" cy="3198800"/>
          </a:xfrm>
          <a:prstGeom prst="rect">
            <a:avLst/>
          </a:prstGeom>
        </p:spPr>
      </p:pic>
      <p:sp>
        <p:nvSpPr>
          <p:cNvPr id="11" name="InSession Label">
            <a:extLst>
              <a:ext uri="{FF2B5EF4-FFF2-40B4-BE49-F238E27FC236}">
                <a16:creationId xmlns:a16="http://schemas.microsoft.com/office/drawing/2014/main" id="{2480A6B8-B341-4EE3-91A1-119B31054204}"/>
              </a:ext>
            </a:extLst>
          </p:cNvPr>
          <p:cNvSpPr txBox="1"/>
          <p:nvPr/>
        </p:nvSpPr>
        <p:spPr>
          <a:xfrm>
            <a:off x="2491999" y="6137973"/>
            <a:ext cx="7683500" cy="177800"/>
          </a:xfrm>
          <a:prstGeom prst="rect">
            <a:avLst/>
          </a:prstGeom>
          <a:noFill/>
        </p:spPr>
        <p:txBody>
          <a:bodyPr lIns="0" tIns="0" rIns="0" bIns="0" rtlCol="0" anchor="ctr">
            <a:normAutofit/>
          </a:bodyPr>
          <a:lstStyle/>
          <a:p>
            <a:pPr algn="ctr"/>
            <a:r>
              <a:rPr sz="900" b="1">
                <a:solidFill>
                  <a:srgbClr val="314550"/>
                </a:solidFill>
                <a:latin typeface="Montserrat"/>
              </a:rPr>
              <a:t>↑ IN-SESSION (n = 1) </a:t>
            </a:r>
            <a:r>
              <a:rPr lang="en-US" sz="900" b="1">
                <a:solidFill>
                  <a:srgbClr val="314550"/>
                </a:solidFill>
                <a:latin typeface="Montserrat"/>
              </a:rPr>
              <a:t>- A </a:t>
            </a:r>
            <a:r>
              <a:rPr sz="900" b="1">
                <a:solidFill>
                  <a:srgbClr val="314550"/>
                </a:solidFill>
                <a:latin typeface="Montserrat"/>
              </a:rPr>
              <a:t>single completed </a:t>
            </a:r>
            <a:r>
              <a:rPr lang="en-US" sz="900" b="1">
                <a:solidFill>
                  <a:srgbClr val="314550"/>
                </a:solidFill>
                <a:latin typeface="Montserrat"/>
              </a:rPr>
              <a:t>evaluated case</a:t>
            </a:r>
          </a:p>
        </p:txBody>
      </p:sp>
      <p:sp>
        <p:nvSpPr>
          <p:cNvPr id="3" name="give0">
            <a:extLst>
              <a:ext uri="{FF2B5EF4-FFF2-40B4-BE49-F238E27FC236}">
                <a16:creationId xmlns:a16="http://schemas.microsoft.com/office/drawing/2014/main" id="{F148FAEB-FD8B-96DB-BBBA-5497364E957D}"/>
              </a:ext>
            </a:extLst>
          </p:cNvPr>
          <p:cNvSpPr/>
          <p:nvPr/>
        </p:nvSpPr>
        <p:spPr>
          <a:xfrm>
            <a:off x="699634" y="2615682"/>
            <a:ext cx="3238500" cy="203200"/>
          </a:xfrm>
          <a:prstGeom prst="rect">
            <a:avLst/>
          </a:prstGeom>
          <a:noFill/>
          <a:ln>
            <a:noFill/>
          </a:ln>
        </p:spPr>
        <p:txBody>
          <a:bodyPr wrap="square" lIns="0" tIns="0" rIns="0" bIns="0" anchor="ctr">
            <a:normAutofit/>
          </a:bodyPr>
          <a:lstStyle/>
          <a:p>
            <a:pPr algn="l">
              <a:spcBef>
                <a:spcPts val="0"/>
              </a:spcBef>
              <a:spcAft>
                <a:spcPts val="0"/>
              </a:spcAft>
            </a:pPr>
            <a:r>
              <a:rPr lang="en-US" sz="800" i="1">
                <a:solidFill>
                  <a:srgbClr val="053057"/>
                </a:solidFill>
                <a:latin typeface="Montserrat"/>
              </a:rPr>
              <a:t>* Currently implemented</a:t>
            </a:r>
            <a:endParaRPr lang="en-US" sz="800" i="1">
              <a:solidFill>
                <a:srgbClr val="0B0D0E"/>
              </a:solidFill>
              <a:latin typeface="Montserrat"/>
            </a:endParaRPr>
          </a:p>
        </p:txBody>
      </p:sp>
      <p:sp>
        <p:nvSpPr>
          <p:cNvPr id="6" name="Footnotes">
            <a:extLst>
              <a:ext uri="{FF2B5EF4-FFF2-40B4-BE49-F238E27FC236}">
                <a16:creationId xmlns:a16="http://schemas.microsoft.com/office/drawing/2014/main" id="{246BD2B6-D213-2BC3-C730-85F83646CA7F}"/>
              </a:ext>
            </a:extLst>
          </p:cNvPr>
          <p:cNvSpPr txBox="1"/>
          <p:nvPr/>
        </p:nvSpPr>
        <p:spPr>
          <a:xfrm>
            <a:off x="630936" y="6419366"/>
            <a:ext cx="11049000" cy="438634"/>
          </a:xfrm>
          <a:prstGeom prst="rect">
            <a:avLst/>
          </a:prstGeom>
          <a:noFill/>
        </p:spPr>
        <p:txBody>
          <a:bodyPr lIns="0" tIns="0" rIns="0" bIns="0" rtlCol="0" anchor="t">
            <a:normAutofit/>
          </a:bodyPr>
          <a:lstStyle/>
          <a:p>
            <a:pPr algn="l">
              <a:lnSpc>
                <a:spcPct val="100000"/>
              </a:lnSpc>
              <a:spcAft>
                <a:spcPts val="200"/>
              </a:spcAft>
            </a:pPr>
            <a:r>
              <a:rPr sz="850" b="0" i="1">
                <a:solidFill>
                  <a:srgbClr val="314550"/>
                </a:solidFill>
                <a:latin typeface="Montserrat"/>
              </a:rPr>
              <a:t>Production sessions are the sample: ref-free metrics aggregate now; output accuracy follows as feedback earns references.</a:t>
            </a:r>
          </a:p>
          <a:p>
            <a:pPr algn="l">
              <a:lnSpc>
                <a:spcPct val="100000"/>
              </a:lnSpc>
            </a:pPr>
            <a:r>
              <a:rPr sz="850" b="0" i="1">
                <a:solidFill>
                  <a:srgbClr val="314550"/>
                </a:solidFill>
                <a:latin typeface="Montserrat"/>
              </a:rPr>
              <a:t>pass^k: release-gate only, isolated trials. CI runs N=1 ref-free. Stats phased — trend now, CIs / Holm-Bonferroni at release-N.</a:t>
            </a:r>
          </a:p>
        </p:txBody>
      </p:sp>
    </p:spTree>
    <p:extLst>
      <p:ext uri="{BB962C8B-B14F-4D97-AF65-F5344CB8AC3E}">
        <p14:creationId xmlns:p14="http://schemas.microsoft.com/office/powerpoint/2010/main" val="1584292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4139-5323-D7AC-0532-0532BEFEC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F5B32-68AE-4669-AFFF-52E6A4429231}"/>
              </a:ext>
            </a:extLst>
          </p:cNvPr>
          <p:cNvSpPr>
            <a:spLocks noGrp="1"/>
          </p:cNvSpPr>
          <p:nvPr>
            <p:ph type="title"/>
          </p:nvPr>
        </p:nvSpPr>
        <p:spPr>
          <a:xfrm>
            <a:off x="570465" y="453195"/>
            <a:ext cx="10857999" cy="323165"/>
          </a:xfrm>
        </p:spPr>
        <p:txBody>
          <a:bodyPr/>
          <a:lstStyle/>
          <a:p>
            <a:r>
              <a:rPr sz="2100" b="1">
                <a:solidFill>
                  <a:srgbClr val="053057"/>
                </a:solidFill>
                <a:latin typeface="Montserrat"/>
              </a:rPr>
              <a:t>Next Steps — Self-Learning Loops</a:t>
            </a:r>
          </a:p>
        </p:txBody>
      </p:sp>
      <p:sp>
        <p:nvSpPr>
          <p:cNvPr id="5" name="TextBox 4"/>
          <p:cNvSpPr txBox="1"/>
          <p:nvPr/>
        </p:nvSpPr>
        <p:spPr>
          <a:xfrm>
            <a:off x="570465" y="842459"/>
            <a:ext cx="10881360" cy="215444"/>
          </a:xfrm>
          <a:prstGeom prst="rect">
            <a:avLst/>
          </a:prstGeom>
          <a:noFill/>
        </p:spPr>
        <p:txBody>
          <a:bodyPr wrap="square" lIns="0" tIns="0" rIns="0" bIns="0" anchor="t">
            <a:spAutoFit/>
          </a:bodyPr>
          <a:lstStyle/>
          <a:p>
            <a:pPr>
              <a:spcAft>
                <a:spcPts val="200"/>
              </a:spcAft>
            </a:pPr>
            <a:r>
              <a:rPr sz="1400" b="0" i="1">
                <a:solidFill>
                  <a:srgbClr val="314550"/>
                </a:solidFill>
                <a:latin typeface="Montserrat"/>
              </a:rPr>
              <a:t>From evals that measure to </a:t>
            </a:r>
            <a:r>
              <a:rPr lang="en-US" sz="1400" i="1">
                <a:solidFill>
                  <a:srgbClr val="314550"/>
                </a:solidFill>
                <a:latin typeface="Montserrat"/>
              </a:rPr>
              <a:t>evals driving</a:t>
            </a:r>
            <a:r>
              <a:rPr sz="1400" b="0" i="1">
                <a:solidFill>
                  <a:srgbClr val="314550"/>
                </a:solidFill>
                <a:latin typeface="Montserrat"/>
              </a:rPr>
              <a:t> improvement</a:t>
            </a:r>
            <a:r>
              <a:rPr lang="en-US" sz="1400" i="1">
                <a:solidFill>
                  <a:srgbClr val="314550"/>
                </a:solidFill>
                <a:latin typeface="Montserrat"/>
              </a:rPr>
              <a:t> </a:t>
            </a:r>
            <a:r>
              <a:rPr sz="1400" b="0" i="1">
                <a:solidFill>
                  <a:srgbClr val="314550"/>
                </a:solidFill>
                <a:latin typeface="Montserrat"/>
              </a:rPr>
              <a:t>with a human-ratified boundary.</a:t>
            </a:r>
          </a:p>
        </p:txBody>
      </p:sp>
      <p:sp>
        <p:nvSpPr>
          <p:cNvPr id="6" name="Rounded Rectangle 5"/>
          <p:cNvSpPr/>
          <p:nvPr/>
        </p:nvSpPr>
        <p:spPr>
          <a:xfrm>
            <a:off x="3056097" y="1894398"/>
            <a:ext cx="2468880" cy="868680"/>
          </a:xfrm>
          <a:prstGeom prst="roundRect">
            <a:avLst>
              <a:gd name="adj" fmla="val 10000"/>
            </a:avLst>
          </a:prstGeom>
          <a:solidFill>
            <a:srgbClr val="FFFFFF"/>
          </a:solidFill>
          <a:ln w="15240">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100"/>
              </a:spcAft>
            </a:pPr>
            <a:r>
              <a:rPr sz="1050" b="1" i="0">
                <a:solidFill>
                  <a:srgbClr val="053057"/>
                </a:solidFill>
                <a:latin typeface="Montserrat"/>
              </a:rPr>
              <a:t>PRODUCTION TRACE</a:t>
            </a:r>
          </a:p>
          <a:p>
            <a:pPr algn="ctr">
              <a:spcBef>
                <a:spcPts val="0"/>
              </a:spcBef>
              <a:spcAft>
                <a:spcPts val="200"/>
              </a:spcAft>
            </a:pPr>
            <a:r>
              <a:rPr lang="en-US" sz="750">
                <a:solidFill>
                  <a:srgbClr val="314550"/>
                </a:solidFill>
                <a:latin typeface="Montserrat"/>
              </a:rPr>
              <a:t>Every</a:t>
            </a:r>
            <a:r>
              <a:rPr sz="750" b="0" i="0">
                <a:solidFill>
                  <a:srgbClr val="314550"/>
                </a:solidFill>
                <a:latin typeface="Montserrat"/>
              </a:rPr>
              <a:t> session</a:t>
            </a:r>
          </a:p>
        </p:txBody>
      </p:sp>
      <p:sp>
        <p:nvSpPr>
          <p:cNvPr id="7" name="Rounded Rectangle 6"/>
          <p:cNvSpPr/>
          <p:nvPr/>
        </p:nvSpPr>
        <p:spPr>
          <a:xfrm>
            <a:off x="4052793" y="1766382"/>
            <a:ext cx="475488"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850" b="1" i="0">
                <a:solidFill>
                  <a:srgbClr val="00EDED"/>
                </a:solidFill>
                <a:latin typeface="Montserrat"/>
              </a:rPr>
              <a:t>01</a:t>
            </a:r>
          </a:p>
        </p:txBody>
      </p:sp>
      <p:sp>
        <p:nvSpPr>
          <p:cNvPr id="8" name="Rounded Rectangle 7"/>
          <p:cNvSpPr/>
          <p:nvPr/>
        </p:nvSpPr>
        <p:spPr>
          <a:xfrm>
            <a:off x="6512529" y="1894398"/>
            <a:ext cx="2468880" cy="868680"/>
          </a:xfrm>
          <a:prstGeom prst="roundRect">
            <a:avLst>
              <a:gd name="adj" fmla="val 10000"/>
            </a:avLst>
          </a:prstGeom>
          <a:solidFill>
            <a:srgbClr val="FFFFFF"/>
          </a:solidFill>
          <a:ln w="15240">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100"/>
              </a:spcAft>
            </a:pPr>
            <a:r>
              <a:rPr sz="1050" b="1" i="0">
                <a:solidFill>
                  <a:srgbClr val="053057"/>
                </a:solidFill>
                <a:latin typeface="Montserrat"/>
              </a:rPr>
              <a:t>FAILURE SIGNAL</a:t>
            </a:r>
          </a:p>
          <a:p>
            <a:pPr algn="ctr">
              <a:spcBef>
                <a:spcPts val="0"/>
              </a:spcBef>
              <a:spcAft>
                <a:spcPts val="200"/>
              </a:spcAft>
            </a:pPr>
            <a:r>
              <a:rPr lang="en-US" sz="750">
                <a:solidFill>
                  <a:srgbClr val="314550"/>
                </a:solidFill>
                <a:latin typeface="Montserrat"/>
              </a:rPr>
              <a:t>Caseworker</a:t>
            </a:r>
            <a:r>
              <a:rPr sz="750" b="0" i="0">
                <a:solidFill>
                  <a:srgbClr val="314550"/>
                </a:solidFill>
                <a:latin typeface="Montserrat"/>
              </a:rPr>
              <a:t> feedback &amp; errors</a:t>
            </a:r>
          </a:p>
        </p:txBody>
      </p:sp>
      <p:sp>
        <p:nvSpPr>
          <p:cNvPr id="9" name="Rounded Rectangle 8"/>
          <p:cNvSpPr/>
          <p:nvPr/>
        </p:nvSpPr>
        <p:spPr>
          <a:xfrm>
            <a:off x="7509225" y="1766382"/>
            <a:ext cx="475488"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850" b="1" i="0">
                <a:solidFill>
                  <a:srgbClr val="00EDED"/>
                </a:solidFill>
                <a:latin typeface="Montserrat"/>
              </a:rPr>
              <a:t>02</a:t>
            </a:r>
          </a:p>
        </p:txBody>
      </p:sp>
      <p:sp>
        <p:nvSpPr>
          <p:cNvPr id="10" name="Rounded Rectangle 9"/>
          <p:cNvSpPr/>
          <p:nvPr/>
        </p:nvSpPr>
        <p:spPr>
          <a:xfrm>
            <a:off x="6512529" y="4454718"/>
            <a:ext cx="2468880" cy="868680"/>
          </a:xfrm>
          <a:prstGeom prst="roundRect">
            <a:avLst>
              <a:gd name="adj" fmla="val 10000"/>
            </a:avLst>
          </a:prstGeom>
          <a:solidFill>
            <a:srgbClr val="FFFFFF"/>
          </a:solidFill>
          <a:ln w="15240">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100"/>
              </a:spcAft>
            </a:pPr>
            <a:r>
              <a:rPr lang="en-US" sz="1050" b="1">
                <a:solidFill>
                  <a:srgbClr val="053057"/>
                </a:solidFill>
                <a:latin typeface="Montserrat"/>
              </a:rPr>
              <a:t>LOOP</a:t>
            </a:r>
            <a:endParaRPr sz="1050" b="1" i="0">
              <a:solidFill>
                <a:srgbClr val="053057"/>
              </a:solidFill>
              <a:latin typeface="Montserrat"/>
            </a:endParaRPr>
          </a:p>
          <a:p>
            <a:pPr algn="ctr">
              <a:spcAft>
                <a:spcPts val="200"/>
              </a:spcAft>
            </a:pPr>
            <a:r>
              <a:rPr lang="en-US" sz="750">
                <a:solidFill>
                  <a:srgbClr val="314550"/>
                </a:solidFill>
                <a:latin typeface="Montserrat"/>
              </a:rPr>
              <a:t>Enhancement prompt with feedback + </a:t>
            </a:r>
            <a:r>
              <a:rPr sz="750" b="0" i="0">
                <a:solidFill>
                  <a:srgbClr val="314550"/>
                </a:solidFill>
                <a:latin typeface="Montserrat"/>
              </a:rPr>
              <a:t>PEF verdict </a:t>
            </a:r>
          </a:p>
        </p:txBody>
      </p:sp>
      <p:sp>
        <p:nvSpPr>
          <p:cNvPr id="11" name="Rounded Rectangle 10"/>
          <p:cNvSpPr/>
          <p:nvPr/>
        </p:nvSpPr>
        <p:spPr>
          <a:xfrm>
            <a:off x="7509225" y="4326702"/>
            <a:ext cx="475488"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850" b="1" i="0">
                <a:solidFill>
                  <a:srgbClr val="00EDED"/>
                </a:solidFill>
                <a:latin typeface="Montserrat"/>
              </a:rPr>
              <a:t>03</a:t>
            </a:r>
          </a:p>
        </p:txBody>
      </p:sp>
      <p:sp>
        <p:nvSpPr>
          <p:cNvPr id="12" name="Rounded Rectangle 11"/>
          <p:cNvSpPr/>
          <p:nvPr/>
        </p:nvSpPr>
        <p:spPr>
          <a:xfrm>
            <a:off x="3056097" y="4454718"/>
            <a:ext cx="2468880" cy="868680"/>
          </a:xfrm>
          <a:prstGeom prst="roundRect">
            <a:avLst>
              <a:gd name="adj" fmla="val 10000"/>
            </a:avLst>
          </a:prstGeom>
          <a:solidFill>
            <a:srgbClr val="00EDED"/>
          </a:solidFill>
          <a:ln w="15240">
            <a:solidFill>
              <a:srgbClr val="053057"/>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100"/>
              </a:spcAft>
            </a:pPr>
            <a:r>
              <a:rPr sz="1050" b="1" i="0">
                <a:solidFill>
                  <a:srgbClr val="053057"/>
                </a:solidFill>
                <a:latin typeface="Montserrat"/>
              </a:rPr>
              <a:t>PRODUCT CHANGE</a:t>
            </a:r>
          </a:p>
          <a:p>
            <a:pPr algn="ctr">
              <a:spcAft>
                <a:spcPts val="200"/>
              </a:spcAft>
            </a:pPr>
            <a:r>
              <a:rPr lang="en-US" sz="750">
                <a:solidFill>
                  <a:srgbClr val="314550"/>
                </a:solidFill>
                <a:latin typeface="Montserrat"/>
              </a:rPr>
              <a:t>Shipped</a:t>
            </a:r>
            <a:r>
              <a:rPr sz="750" b="0" i="0">
                <a:solidFill>
                  <a:srgbClr val="314550"/>
                </a:solidFill>
                <a:latin typeface="Montserrat"/>
              </a:rPr>
              <a:t> fix</a:t>
            </a:r>
            <a:r>
              <a:rPr lang="en-US" sz="750">
                <a:solidFill>
                  <a:srgbClr val="314550"/>
                </a:solidFill>
                <a:latin typeface="Montserrat"/>
              </a:rPr>
              <a:t> after review</a:t>
            </a:r>
            <a:endParaRPr sz="750" b="0" i="0">
              <a:solidFill>
                <a:srgbClr val="314550"/>
              </a:solidFill>
              <a:latin typeface="Montserrat"/>
            </a:endParaRPr>
          </a:p>
        </p:txBody>
      </p:sp>
      <p:sp>
        <p:nvSpPr>
          <p:cNvPr id="13" name="Rounded Rectangle 12"/>
          <p:cNvSpPr/>
          <p:nvPr/>
        </p:nvSpPr>
        <p:spPr>
          <a:xfrm>
            <a:off x="4052793" y="4326702"/>
            <a:ext cx="475488" cy="256032"/>
          </a:xfrm>
          <a:prstGeom prst="roundRect">
            <a:avLst>
              <a:gd name="adj" fmla="val 50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850" b="1" i="0">
                <a:solidFill>
                  <a:srgbClr val="00EDED"/>
                </a:solidFill>
                <a:latin typeface="Montserrat"/>
              </a:rPr>
              <a:t>04</a:t>
            </a:r>
          </a:p>
        </p:txBody>
      </p:sp>
      <p:sp>
        <p:nvSpPr>
          <p:cNvPr id="14" name="Rounded Rectangle 13"/>
          <p:cNvSpPr/>
          <p:nvPr/>
        </p:nvSpPr>
        <p:spPr>
          <a:xfrm>
            <a:off x="4884897" y="3037398"/>
            <a:ext cx="2377440" cy="1170432"/>
          </a:xfrm>
          <a:prstGeom prst="roundRect">
            <a:avLst>
              <a:gd name="adj" fmla="val 10000"/>
            </a:avLst>
          </a:prstGeom>
          <a:solidFill>
            <a:srgbClr val="053057"/>
          </a:solidFill>
          <a:ln w="19050">
            <a:solidFill>
              <a:srgbClr val="00EDE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5" name="TextBox 14"/>
          <p:cNvSpPr txBox="1"/>
          <p:nvPr/>
        </p:nvSpPr>
        <p:spPr>
          <a:xfrm>
            <a:off x="4884897" y="3156270"/>
            <a:ext cx="2377440" cy="138499"/>
          </a:xfrm>
          <a:prstGeom prst="rect">
            <a:avLst/>
          </a:prstGeom>
          <a:noFill/>
        </p:spPr>
        <p:txBody>
          <a:bodyPr wrap="square" lIns="0" tIns="0" rIns="0" bIns="0">
            <a:spAutoFit/>
          </a:bodyPr>
          <a:lstStyle/>
          <a:p>
            <a:pPr algn="ctr">
              <a:spcBef>
                <a:spcPts val="0"/>
              </a:spcBef>
              <a:spcAft>
                <a:spcPts val="200"/>
              </a:spcAft>
            </a:pPr>
            <a:r>
              <a:rPr sz="900" b="1" i="0">
                <a:solidFill>
                  <a:srgbClr val="00EDED"/>
                </a:solidFill>
                <a:latin typeface="Montserrat"/>
              </a:rPr>
              <a:t>CLAUDE C</a:t>
            </a:r>
            <a:r>
              <a:rPr lang="es-419" sz="900" b="1" i="0">
                <a:solidFill>
                  <a:srgbClr val="00EDED"/>
                </a:solidFill>
                <a:latin typeface="Montserrat"/>
              </a:rPr>
              <a:t>OWORK</a:t>
            </a:r>
            <a:endParaRPr sz="900" b="1" i="0">
              <a:solidFill>
                <a:srgbClr val="00EDED"/>
              </a:solidFill>
              <a:latin typeface="Montserrat"/>
            </a:endParaRPr>
          </a:p>
        </p:txBody>
      </p:sp>
      <p:sp>
        <p:nvSpPr>
          <p:cNvPr id="16" name="Rounded Rectangle 15"/>
          <p:cNvSpPr/>
          <p:nvPr/>
        </p:nvSpPr>
        <p:spPr>
          <a:xfrm>
            <a:off x="5012913" y="3558606"/>
            <a:ext cx="502920" cy="256032"/>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650" b="0" i="0">
                <a:solidFill>
                  <a:srgbClr val="053057"/>
                </a:solidFill>
                <a:latin typeface="Montserrat"/>
              </a:rPr>
              <a:t>trace</a:t>
            </a:r>
          </a:p>
        </p:txBody>
      </p:sp>
      <p:sp>
        <p:nvSpPr>
          <p:cNvPr id="17" name="Rounded Rectangle 16"/>
          <p:cNvSpPr/>
          <p:nvPr/>
        </p:nvSpPr>
        <p:spPr>
          <a:xfrm>
            <a:off x="5561553" y="3558606"/>
            <a:ext cx="502920" cy="256032"/>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650" b="0" i="0">
                <a:solidFill>
                  <a:srgbClr val="053057"/>
                </a:solidFill>
                <a:latin typeface="Montserrat"/>
              </a:rPr>
              <a:t>eval</a:t>
            </a:r>
          </a:p>
        </p:txBody>
      </p:sp>
      <p:sp>
        <p:nvSpPr>
          <p:cNvPr id="18" name="Rounded Rectangle 17"/>
          <p:cNvSpPr/>
          <p:nvPr/>
        </p:nvSpPr>
        <p:spPr>
          <a:xfrm>
            <a:off x="6110192" y="3558606"/>
            <a:ext cx="502920" cy="256032"/>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650" b="0" i="0">
                <a:solidFill>
                  <a:srgbClr val="053057"/>
                </a:solidFill>
                <a:latin typeface="Montserrat"/>
              </a:rPr>
              <a:t>repo</a:t>
            </a:r>
          </a:p>
        </p:txBody>
      </p:sp>
      <p:sp>
        <p:nvSpPr>
          <p:cNvPr id="19" name="Rounded Rectangle 18"/>
          <p:cNvSpPr/>
          <p:nvPr/>
        </p:nvSpPr>
        <p:spPr>
          <a:xfrm>
            <a:off x="6658833" y="3558606"/>
            <a:ext cx="502920" cy="256032"/>
          </a:xfrm>
          <a:prstGeom prst="roundRect">
            <a:avLst>
              <a:gd name="adj" fmla="val 50000"/>
            </a:avLst>
          </a:prstGeom>
          <a:solidFill>
            <a:srgbClr val="E4FB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spcBef>
                <a:spcPts val="0"/>
              </a:spcBef>
              <a:spcAft>
                <a:spcPts val="200"/>
              </a:spcAft>
            </a:pPr>
            <a:r>
              <a:rPr sz="650" b="0" i="0">
                <a:solidFill>
                  <a:srgbClr val="053057"/>
                </a:solidFill>
                <a:latin typeface="Montserrat"/>
              </a:rPr>
              <a:t>skills</a:t>
            </a:r>
          </a:p>
        </p:txBody>
      </p:sp>
      <p:sp>
        <p:nvSpPr>
          <p:cNvPr id="20" name="TextBox 19"/>
          <p:cNvSpPr txBox="1"/>
          <p:nvPr/>
        </p:nvSpPr>
        <p:spPr>
          <a:xfrm>
            <a:off x="4884897" y="3887790"/>
            <a:ext cx="2377440" cy="237744"/>
          </a:xfrm>
          <a:prstGeom prst="rect">
            <a:avLst/>
          </a:prstGeom>
          <a:noFill/>
        </p:spPr>
        <p:txBody>
          <a:bodyPr wrap="square" lIns="0" tIns="0" rIns="0" bIns="0">
            <a:spAutoFit/>
          </a:bodyPr>
          <a:lstStyle/>
          <a:p>
            <a:pPr algn="ctr">
              <a:spcBef>
                <a:spcPts val="0"/>
              </a:spcBef>
              <a:spcAft>
                <a:spcPts val="200"/>
              </a:spcAft>
            </a:pPr>
            <a:r>
              <a:rPr sz="650" b="0" i="1">
                <a:solidFill>
                  <a:srgbClr val="A2F3F3"/>
                </a:solidFill>
                <a:latin typeface="Montserrat"/>
              </a:rPr>
              <a:t>reads everything, proposes the fix</a:t>
            </a:r>
          </a:p>
        </p:txBody>
      </p:sp>
      <p:sp>
        <p:nvSpPr>
          <p:cNvPr id="21" name="Right Arrow 20"/>
          <p:cNvSpPr/>
          <p:nvPr/>
        </p:nvSpPr>
        <p:spPr>
          <a:xfrm>
            <a:off x="5598129" y="2241870"/>
            <a:ext cx="841248" cy="182880"/>
          </a:xfrm>
          <a:prstGeom prst="righ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2" name="Down Arrow 21"/>
          <p:cNvSpPr/>
          <p:nvPr/>
        </p:nvSpPr>
        <p:spPr>
          <a:xfrm>
            <a:off x="7668251" y="2795082"/>
            <a:ext cx="182880" cy="1508760"/>
          </a:xfrm>
          <a:prstGeom prst="down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3" name="Left Arrow 22"/>
          <p:cNvSpPr/>
          <p:nvPr/>
        </p:nvSpPr>
        <p:spPr>
          <a:xfrm>
            <a:off x="5598129" y="4802190"/>
            <a:ext cx="841248" cy="182880"/>
          </a:xfrm>
          <a:prstGeom prst="left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4" name="Up Arrow 23"/>
          <p:cNvSpPr/>
          <p:nvPr/>
        </p:nvSpPr>
        <p:spPr>
          <a:xfrm>
            <a:off x="4189953" y="2776794"/>
            <a:ext cx="182880" cy="1508760"/>
          </a:xfrm>
          <a:prstGeom prst="upArrow">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6" name="TextBox 25"/>
          <p:cNvSpPr txBox="1"/>
          <p:nvPr/>
        </p:nvSpPr>
        <p:spPr>
          <a:xfrm>
            <a:off x="7929849" y="3128838"/>
            <a:ext cx="1143000" cy="307007"/>
          </a:xfrm>
          <a:prstGeom prst="rect">
            <a:avLst/>
          </a:prstGeom>
          <a:noFill/>
        </p:spPr>
        <p:txBody>
          <a:bodyPr wrap="square" lIns="0" tIns="0" rIns="0" bIns="0" anchor="t">
            <a:spAutoFit/>
          </a:bodyPr>
          <a:lstStyle/>
          <a:p>
            <a:pPr>
              <a:lnSpc>
                <a:spcPct val="95000"/>
              </a:lnSpc>
              <a:spcAft>
                <a:spcPts val="200"/>
              </a:spcAft>
            </a:pPr>
            <a:r>
              <a:rPr lang="en-US" sz="700" i="1">
                <a:solidFill>
                  <a:srgbClr val="314550"/>
                </a:solidFill>
                <a:latin typeface="Montserrat"/>
              </a:rPr>
              <a:t>Human</a:t>
            </a:r>
            <a:r>
              <a:rPr sz="700" b="0" i="1">
                <a:solidFill>
                  <a:srgbClr val="314550"/>
                </a:solidFill>
                <a:latin typeface="Montserrat"/>
              </a:rPr>
              <a:t> </a:t>
            </a:r>
            <a:r>
              <a:rPr lang="en-US" sz="700" i="1">
                <a:solidFill>
                  <a:srgbClr val="314550"/>
                </a:solidFill>
                <a:latin typeface="Montserrat"/>
              </a:rPr>
              <a:t>reviewed and taken into account by volume</a:t>
            </a:r>
            <a:endParaRPr lang="en-US" sz="700" b="0" i="1">
              <a:solidFill>
                <a:srgbClr val="314550"/>
              </a:solidFill>
              <a:latin typeface="Montserrat"/>
            </a:endParaRPr>
          </a:p>
        </p:txBody>
      </p:sp>
      <p:cxnSp>
        <p:nvCxnSpPr>
          <p:cNvPr id="27" name="Connector 26"/>
          <p:cNvCxnSpPr/>
          <p:nvPr/>
        </p:nvCxnSpPr>
        <p:spPr>
          <a:xfrm>
            <a:off x="4317969" y="2763078"/>
            <a:ext cx="731520" cy="274320"/>
          </a:xfrm>
          <a:prstGeom prst="line">
            <a:avLst/>
          </a:prstGeom>
          <a:ln w="12700">
            <a:solidFill>
              <a:srgbClr val="314550"/>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7061169" y="2763078"/>
            <a:ext cx="685800" cy="274320"/>
          </a:xfrm>
          <a:prstGeom prst="line">
            <a:avLst/>
          </a:prstGeom>
          <a:ln w="12700">
            <a:solidFill>
              <a:srgbClr val="314550"/>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061169" y="4207830"/>
            <a:ext cx="685800" cy="246888"/>
          </a:xfrm>
          <a:prstGeom prst="line">
            <a:avLst/>
          </a:prstGeom>
          <a:ln w="12700">
            <a:solidFill>
              <a:srgbClr val="31455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17969" y="4207830"/>
            <a:ext cx="731520" cy="246888"/>
          </a:xfrm>
          <a:prstGeom prst="line">
            <a:avLst/>
          </a:prstGeom>
          <a:ln w="12700">
            <a:solidFill>
              <a:srgbClr val="314550"/>
            </a:solidFill>
            <a:prstDash val="dash"/>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B47159D6-4533-41AC-3E47-4B13BA20A472}"/>
              </a:ext>
            </a:extLst>
          </p:cNvPr>
          <p:cNvSpPr/>
          <p:nvPr/>
        </p:nvSpPr>
        <p:spPr>
          <a:xfrm>
            <a:off x="576072" y="265176"/>
            <a:ext cx="109728" cy="109728"/>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7" name="TextBox 36">
            <a:extLst>
              <a:ext uri="{FF2B5EF4-FFF2-40B4-BE49-F238E27FC236}">
                <a16:creationId xmlns:a16="http://schemas.microsoft.com/office/drawing/2014/main" id="{EC3F75F1-40FA-4573-3F98-391E80A1B286}"/>
              </a:ext>
            </a:extLst>
          </p:cNvPr>
          <p:cNvSpPr txBox="1"/>
          <p:nvPr/>
        </p:nvSpPr>
        <p:spPr>
          <a:xfrm>
            <a:off x="751809" y="256571"/>
            <a:ext cx="8229600" cy="138499"/>
          </a:xfrm>
          <a:prstGeom prst="rect">
            <a:avLst/>
          </a:prstGeom>
          <a:noFill/>
        </p:spPr>
        <p:txBody>
          <a:bodyPr wrap="square" lIns="0" tIns="0" rIns="0" bIns="0">
            <a:spAutoFit/>
          </a:bodyPr>
          <a:lstStyle/>
          <a:p>
            <a:pPr algn="l">
              <a:spcBef>
                <a:spcPts val="0"/>
              </a:spcBef>
              <a:spcAft>
                <a:spcPts val="200"/>
              </a:spcAft>
            </a:pPr>
            <a:r>
              <a:rPr lang="es-419" sz="900" b="1" i="0">
                <a:solidFill>
                  <a:srgbClr val="314550"/>
                </a:solidFill>
                <a:latin typeface="Montserrat"/>
              </a:rPr>
              <a:t>05 – NEXT STEPS – SELF LEARNING LOOPS</a:t>
            </a:r>
            <a:endParaRPr sz="900" b="1" i="0">
              <a:solidFill>
                <a:srgbClr val="314550"/>
              </a:solidFill>
              <a:latin typeface="Montserrat"/>
            </a:endParaRPr>
          </a:p>
        </p:txBody>
      </p:sp>
      <p:sp>
        <p:nvSpPr>
          <p:cNvPr id="39" name="TextBox 38">
            <a:extLst>
              <a:ext uri="{FF2B5EF4-FFF2-40B4-BE49-F238E27FC236}">
                <a16:creationId xmlns:a16="http://schemas.microsoft.com/office/drawing/2014/main" id="{4DB1FEBA-FB67-FD29-B80A-075411E1AF5D}"/>
              </a:ext>
            </a:extLst>
          </p:cNvPr>
          <p:cNvSpPr txBox="1"/>
          <p:nvPr/>
        </p:nvSpPr>
        <p:spPr>
          <a:xfrm>
            <a:off x="576072" y="6473952"/>
            <a:ext cx="10881360" cy="130805"/>
          </a:xfrm>
          <a:prstGeom prst="rect">
            <a:avLst/>
          </a:prstGeom>
          <a:noFill/>
        </p:spPr>
        <p:txBody>
          <a:bodyPr wrap="square" lIns="0" tIns="0" rIns="0" bIns="0">
            <a:spAutoFit/>
          </a:bodyPr>
          <a:lstStyle/>
          <a:p>
            <a:pPr>
              <a:spcAft>
                <a:spcPts val="200"/>
              </a:spcAft>
            </a:pPr>
            <a:r>
              <a:rPr lang="es-419" sz="850" i="1">
                <a:solidFill>
                  <a:srgbClr val="314550"/>
                </a:solidFill>
              </a:rPr>
              <a:t>Source: https://openai.com/index/building-self-improving-tax-agents-with-codex/</a:t>
            </a:r>
            <a:endParaRPr sz="850" b="0" i="1">
              <a:solidFill>
                <a:srgbClr val="314550"/>
              </a:solidFill>
              <a:latin typeface="Montserrat"/>
            </a:endParaRPr>
          </a:p>
        </p:txBody>
      </p:sp>
    </p:spTree>
    <p:extLst>
      <p:ext uri="{BB962C8B-B14F-4D97-AF65-F5344CB8AC3E}">
        <p14:creationId xmlns:p14="http://schemas.microsoft.com/office/powerpoint/2010/main" val="724559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84039-AAB6-71BD-0750-6B8F37423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AC404-54FE-6DC3-EEED-C7B01EF8D438}"/>
              </a:ext>
            </a:extLst>
          </p:cNvPr>
          <p:cNvSpPr>
            <a:spLocks noGrp="1"/>
          </p:cNvSpPr>
          <p:nvPr>
            <p:ph type="title"/>
          </p:nvPr>
        </p:nvSpPr>
        <p:spPr/>
        <p:txBody>
          <a:bodyPr/>
          <a:lstStyle/>
          <a:p>
            <a:r>
              <a:rPr lang="en-US"/>
              <a:t>Better Together Delivery Story: Charter</a:t>
            </a:r>
          </a:p>
        </p:txBody>
      </p:sp>
    </p:spTree>
    <p:extLst>
      <p:ext uri="{BB962C8B-B14F-4D97-AF65-F5344CB8AC3E}">
        <p14:creationId xmlns:p14="http://schemas.microsoft.com/office/powerpoint/2010/main" val="1789948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6928" y="457200"/>
            <a:ext cx="10853928" cy="557784"/>
          </a:xfrm>
        </p:spPr>
        <p:txBody>
          <a:bodyPr wrap="square"/>
          <a:lstStyle/>
          <a:p>
            <a:r>
              <a:rPr sz="3000" b="1" i="0">
                <a:solidFill>
                  <a:srgbClr val="053057"/>
                </a:solidFill>
                <a:latin typeface="Montserrat"/>
              </a:rPr>
              <a:t>Charter: one client, three programs</a:t>
            </a:r>
          </a:p>
        </p:txBody>
      </p:sp>
      <p:sp>
        <p:nvSpPr>
          <p:cNvPr id="5" name="TextBox 4"/>
          <p:cNvSpPr txBox="1"/>
          <p:nvPr/>
        </p:nvSpPr>
        <p:spPr>
          <a:xfrm>
            <a:off x="566928" y="1170432"/>
            <a:ext cx="10853928" cy="566928"/>
          </a:xfrm>
          <a:prstGeom prst="rect">
            <a:avLst/>
          </a:prstGeom>
          <a:noFill/>
        </p:spPr>
        <p:txBody>
          <a:bodyPr wrap="square" lIns="0" tIns="0" rIns="0" bIns="0" anchor="t">
            <a:spAutoFit/>
          </a:bodyPr>
          <a:lstStyle/>
          <a:p>
            <a:pPr algn="l">
              <a:lnSpc>
                <a:spcPct val="106000"/>
              </a:lnSpc>
              <a:spcAft>
                <a:spcPts val="400"/>
              </a:spcAft>
            </a:pPr>
            <a:r>
              <a:rPr sz="1500" b="1" i="0">
                <a:solidFill>
                  <a:srgbClr val="053057"/>
                </a:solidFill>
                <a:latin typeface="Montserrat"/>
              </a:rPr>
              <a:t>Charter Communications (Spectrum)</a:t>
            </a:r>
            <a:r>
              <a:rPr sz="1500" b="0" i="0">
                <a:solidFill>
                  <a:srgbClr val="1A2A33"/>
                </a:solidFill>
                <a:latin typeface="Montserrat"/>
              </a:rPr>
              <a:t> is one of America's two largest broadband + cable operators — and one of Blend's fastest-growing accounts.</a:t>
            </a:r>
          </a:p>
        </p:txBody>
      </p:sp>
      <p:sp>
        <p:nvSpPr>
          <p:cNvPr id="6" name="Rounded Rectangle 5"/>
          <p:cNvSpPr/>
          <p:nvPr/>
        </p:nvSpPr>
        <p:spPr>
          <a:xfrm>
            <a:off x="566928" y="1810512"/>
            <a:ext cx="2606040" cy="93268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 y="1920240"/>
            <a:ext cx="2386584" cy="420624"/>
          </a:xfrm>
          <a:prstGeom prst="rect">
            <a:avLst/>
          </a:prstGeom>
          <a:noFill/>
        </p:spPr>
        <p:txBody>
          <a:bodyPr wrap="square" lIns="0" tIns="0" rIns="0" bIns="0" anchor="t">
            <a:spAutoFit/>
          </a:bodyPr>
          <a:lstStyle/>
          <a:p>
            <a:pPr algn="ctr">
              <a:lnSpc>
                <a:spcPct val="106000"/>
              </a:lnSpc>
              <a:spcAft>
                <a:spcPts val="400"/>
              </a:spcAft>
            </a:pPr>
            <a:r>
              <a:rPr sz="2600" b="1" i="0">
                <a:solidFill>
                  <a:srgbClr val="053057"/>
                </a:solidFill>
                <a:latin typeface="Montserrat"/>
              </a:rPr>
              <a:t>$54.8B</a:t>
            </a:r>
          </a:p>
        </p:txBody>
      </p:sp>
      <p:sp>
        <p:nvSpPr>
          <p:cNvPr id="8" name="TextBox 7"/>
          <p:cNvSpPr txBox="1"/>
          <p:nvPr/>
        </p:nvSpPr>
        <p:spPr>
          <a:xfrm>
            <a:off x="676656" y="2359152"/>
            <a:ext cx="2386584" cy="329184"/>
          </a:xfrm>
          <a:prstGeom prst="rect">
            <a:avLst/>
          </a:prstGeom>
          <a:noFill/>
        </p:spPr>
        <p:txBody>
          <a:bodyPr wrap="square" lIns="0" tIns="0" rIns="0" bIns="0" anchor="t">
            <a:spAutoFit/>
          </a:bodyPr>
          <a:lstStyle/>
          <a:p>
            <a:pPr algn="ctr">
              <a:lnSpc>
                <a:spcPct val="106000"/>
              </a:lnSpc>
              <a:spcAft>
                <a:spcPts val="400"/>
              </a:spcAft>
            </a:pPr>
            <a:r>
              <a:rPr sz="950" b="0" i="0">
                <a:solidFill>
                  <a:srgbClr val="5E7A8C"/>
                </a:solidFill>
                <a:latin typeface="Montserrat"/>
              </a:rPr>
              <a:t>2025 revenue (NASDAQ: CHTR)</a:t>
            </a:r>
          </a:p>
        </p:txBody>
      </p:sp>
      <p:sp>
        <p:nvSpPr>
          <p:cNvPr id="9" name="Rounded Rectangle 8"/>
          <p:cNvSpPr/>
          <p:nvPr/>
        </p:nvSpPr>
        <p:spPr>
          <a:xfrm>
            <a:off x="3319272" y="1810512"/>
            <a:ext cx="2606040" cy="93268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920240"/>
            <a:ext cx="2386584" cy="420624"/>
          </a:xfrm>
          <a:prstGeom prst="rect">
            <a:avLst/>
          </a:prstGeom>
          <a:noFill/>
        </p:spPr>
        <p:txBody>
          <a:bodyPr wrap="square" lIns="0" tIns="0" rIns="0" bIns="0" anchor="t">
            <a:spAutoFit/>
          </a:bodyPr>
          <a:lstStyle/>
          <a:p>
            <a:pPr algn="ctr">
              <a:lnSpc>
                <a:spcPct val="106000"/>
              </a:lnSpc>
              <a:spcAft>
                <a:spcPts val="400"/>
              </a:spcAft>
            </a:pPr>
            <a:r>
              <a:rPr sz="2600" b="1" i="0">
                <a:solidFill>
                  <a:srgbClr val="053057"/>
                </a:solidFill>
                <a:latin typeface="Montserrat"/>
              </a:rPr>
              <a:t>31.8M</a:t>
            </a:r>
          </a:p>
        </p:txBody>
      </p:sp>
      <p:sp>
        <p:nvSpPr>
          <p:cNvPr id="11" name="TextBox 10"/>
          <p:cNvSpPr txBox="1"/>
          <p:nvPr/>
        </p:nvSpPr>
        <p:spPr>
          <a:xfrm>
            <a:off x="3429000" y="2359152"/>
            <a:ext cx="2386584" cy="329184"/>
          </a:xfrm>
          <a:prstGeom prst="rect">
            <a:avLst/>
          </a:prstGeom>
          <a:noFill/>
        </p:spPr>
        <p:txBody>
          <a:bodyPr wrap="square" lIns="0" tIns="0" rIns="0" bIns="0" anchor="t">
            <a:spAutoFit/>
          </a:bodyPr>
          <a:lstStyle/>
          <a:p>
            <a:pPr algn="ctr">
              <a:lnSpc>
                <a:spcPct val="106000"/>
              </a:lnSpc>
              <a:spcAft>
                <a:spcPts val="400"/>
              </a:spcAft>
            </a:pPr>
            <a:r>
              <a:rPr sz="950" b="0" i="0">
                <a:solidFill>
                  <a:srgbClr val="5E7A8C"/>
                </a:solidFill>
                <a:latin typeface="Montserrat"/>
              </a:rPr>
              <a:t>customer relationships</a:t>
            </a:r>
          </a:p>
        </p:txBody>
      </p:sp>
      <p:sp>
        <p:nvSpPr>
          <p:cNvPr id="12" name="Rounded Rectangle 11"/>
          <p:cNvSpPr/>
          <p:nvPr/>
        </p:nvSpPr>
        <p:spPr>
          <a:xfrm>
            <a:off x="6071616" y="1810512"/>
            <a:ext cx="2606040" cy="93268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81344" y="1920240"/>
            <a:ext cx="2386584" cy="420624"/>
          </a:xfrm>
          <a:prstGeom prst="rect">
            <a:avLst/>
          </a:prstGeom>
          <a:noFill/>
        </p:spPr>
        <p:txBody>
          <a:bodyPr wrap="square" lIns="0" tIns="0" rIns="0" bIns="0" anchor="t">
            <a:spAutoFit/>
          </a:bodyPr>
          <a:lstStyle/>
          <a:p>
            <a:pPr algn="ctr">
              <a:lnSpc>
                <a:spcPct val="106000"/>
              </a:lnSpc>
              <a:spcAft>
                <a:spcPts val="400"/>
              </a:spcAft>
            </a:pPr>
            <a:r>
              <a:rPr sz="2600" b="1" i="0">
                <a:solidFill>
                  <a:srgbClr val="053057"/>
                </a:solidFill>
                <a:latin typeface="Montserrat"/>
              </a:rPr>
              <a:t>41</a:t>
            </a:r>
          </a:p>
        </p:txBody>
      </p:sp>
      <p:sp>
        <p:nvSpPr>
          <p:cNvPr id="14" name="TextBox 13"/>
          <p:cNvSpPr txBox="1"/>
          <p:nvPr/>
        </p:nvSpPr>
        <p:spPr>
          <a:xfrm>
            <a:off x="6181344" y="2359152"/>
            <a:ext cx="2386584" cy="329184"/>
          </a:xfrm>
          <a:prstGeom prst="rect">
            <a:avLst/>
          </a:prstGeom>
          <a:noFill/>
        </p:spPr>
        <p:txBody>
          <a:bodyPr wrap="square" lIns="0" tIns="0" rIns="0" bIns="0" anchor="t">
            <a:spAutoFit/>
          </a:bodyPr>
          <a:lstStyle/>
          <a:p>
            <a:pPr algn="ctr">
              <a:lnSpc>
                <a:spcPct val="106000"/>
              </a:lnSpc>
              <a:spcAft>
                <a:spcPts val="400"/>
              </a:spcAft>
            </a:pPr>
            <a:r>
              <a:rPr sz="950" b="0" i="0">
                <a:solidFill>
                  <a:srgbClr val="5E7A8C"/>
                </a:solidFill>
                <a:latin typeface="Montserrat"/>
              </a:rPr>
              <a:t>states served</a:t>
            </a:r>
          </a:p>
        </p:txBody>
      </p:sp>
      <p:sp>
        <p:nvSpPr>
          <p:cNvPr id="15" name="Rounded Rectangle 14"/>
          <p:cNvSpPr/>
          <p:nvPr/>
        </p:nvSpPr>
        <p:spPr>
          <a:xfrm>
            <a:off x="8823960" y="1810512"/>
            <a:ext cx="2606040" cy="93268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33688" y="1920240"/>
            <a:ext cx="2386584" cy="420624"/>
          </a:xfrm>
          <a:prstGeom prst="rect">
            <a:avLst/>
          </a:prstGeom>
          <a:noFill/>
        </p:spPr>
        <p:txBody>
          <a:bodyPr wrap="square" lIns="0" tIns="0" rIns="0" bIns="0" anchor="t">
            <a:spAutoFit/>
          </a:bodyPr>
          <a:lstStyle/>
          <a:p>
            <a:pPr algn="ctr">
              <a:lnSpc>
                <a:spcPct val="106000"/>
              </a:lnSpc>
              <a:spcAft>
                <a:spcPts val="400"/>
              </a:spcAft>
            </a:pPr>
            <a:r>
              <a:rPr sz="2600" b="1" i="0">
                <a:solidFill>
                  <a:srgbClr val="053057"/>
                </a:solidFill>
                <a:latin typeface="Montserrat"/>
              </a:rPr>
              <a:t>500M+</a:t>
            </a:r>
          </a:p>
        </p:txBody>
      </p:sp>
      <p:sp>
        <p:nvSpPr>
          <p:cNvPr id="17" name="TextBox 16"/>
          <p:cNvSpPr txBox="1"/>
          <p:nvPr/>
        </p:nvSpPr>
        <p:spPr>
          <a:xfrm>
            <a:off x="8933688" y="2359152"/>
            <a:ext cx="2386584" cy="329184"/>
          </a:xfrm>
          <a:prstGeom prst="rect">
            <a:avLst/>
          </a:prstGeom>
          <a:noFill/>
        </p:spPr>
        <p:txBody>
          <a:bodyPr wrap="square" lIns="0" tIns="0" rIns="0" bIns="0" anchor="t">
            <a:spAutoFit/>
          </a:bodyPr>
          <a:lstStyle/>
          <a:p>
            <a:pPr algn="ctr">
              <a:lnSpc>
                <a:spcPct val="106000"/>
              </a:lnSpc>
              <a:spcAft>
                <a:spcPts val="400"/>
              </a:spcAft>
            </a:pPr>
            <a:r>
              <a:rPr sz="950" b="0" i="0">
                <a:solidFill>
                  <a:srgbClr val="5E7A8C"/>
                </a:solidFill>
                <a:latin typeface="Montserrat"/>
              </a:rPr>
              <a:t>connected devices on-network</a:t>
            </a:r>
          </a:p>
        </p:txBody>
      </p:sp>
      <p:sp>
        <p:nvSpPr>
          <p:cNvPr id="18" name="Rounded Rectangle 17"/>
          <p:cNvSpPr/>
          <p:nvPr/>
        </p:nvSpPr>
        <p:spPr>
          <a:xfrm>
            <a:off x="566928" y="3072384"/>
            <a:ext cx="3520440" cy="2487168"/>
          </a:xfrm>
          <a:prstGeom prst="roundRect">
            <a:avLst>
              <a:gd name="adj" fmla="val 6000"/>
            </a:avLst>
          </a:prstGeom>
          <a:solidFill>
            <a:srgbClr val="EBF6F6"/>
          </a:solidFill>
          <a:ln w="12700">
            <a:solidFill>
              <a:srgbClr val="00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3255264"/>
            <a:ext cx="3118104" cy="274320"/>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LATIS  ·  today's story</a:t>
            </a:r>
          </a:p>
        </p:txBody>
      </p:sp>
      <p:sp>
        <p:nvSpPr>
          <p:cNvPr id="20" name="TextBox 19"/>
          <p:cNvSpPr txBox="1"/>
          <p:nvPr/>
        </p:nvSpPr>
        <p:spPr>
          <a:xfrm>
            <a:off x="768096" y="3584448"/>
            <a:ext cx="3118104" cy="475488"/>
          </a:xfrm>
          <a:prstGeom prst="rect">
            <a:avLst/>
          </a:prstGeom>
          <a:noFill/>
        </p:spPr>
        <p:txBody>
          <a:bodyPr wrap="square" lIns="0" tIns="0" rIns="0" bIns="0" anchor="t">
            <a:spAutoFit/>
          </a:bodyPr>
          <a:lstStyle/>
          <a:p>
            <a:pPr algn="l">
              <a:lnSpc>
                <a:spcPct val="106000"/>
              </a:lnSpc>
              <a:spcAft>
                <a:spcPts val="400"/>
              </a:spcAft>
            </a:pPr>
            <a:r>
              <a:rPr sz="1150" b="1" i="0">
                <a:solidFill>
                  <a:srgbClr val="5E7A8C"/>
                </a:solidFill>
                <a:latin typeface="Montserrat"/>
              </a:rPr>
              <a:t>Data Monetization — Intelligence Ventures</a:t>
            </a:r>
          </a:p>
        </p:txBody>
      </p:sp>
      <p:sp>
        <p:nvSpPr>
          <p:cNvPr id="21" name="TextBox 20"/>
          <p:cNvSpPr txBox="1"/>
          <p:nvPr/>
        </p:nvSpPr>
        <p:spPr>
          <a:xfrm>
            <a:off x="768096" y="4041648"/>
            <a:ext cx="3118104" cy="1097280"/>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Build a household behavioral-intelligence platform — embeddings, signals, and clean-room products — from Charter's network telemetry. A net-new data business for Charter.</a:t>
            </a:r>
          </a:p>
        </p:txBody>
      </p:sp>
      <p:sp>
        <p:nvSpPr>
          <p:cNvPr id="22" name="TextBox 21"/>
          <p:cNvSpPr txBox="1"/>
          <p:nvPr/>
        </p:nvSpPr>
        <p:spPr>
          <a:xfrm>
            <a:off x="768096" y="5212080"/>
            <a:ext cx="3118104" cy="146387"/>
          </a:xfrm>
          <a:prstGeom prst="rect">
            <a:avLst/>
          </a:prstGeom>
          <a:noFill/>
        </p:spPr>
        <p:txBody>
          <a:bodyPr wrap="square" lIns="0" tIns="0" rIns="0" bIns="0" anchor="t">
            <a:spAutoFit/>
          </a:bodyPr>
          <a:lstStyle/>
          <a:p>
            <a:pPr algn="l">
              <a:lnSpc>
                <a:spcPct val="106000"/>
              </a:lnSpc>
              <a:spcAft>
                <a:spcPts val="400"/>
              </a:spcAft>
            </a:pPr>
            <a:r>
              <a:rPr lang="en-US" sz="950" b="1">
                <a:solidFill>
                  <a:srgbClr val="053057"/>
                </a:solidFill>
                <a:latin typeface="Montserrat"/>
              </a:rPr>
              <a:t>20+</a:t>
            </a:r>
            <a:r>
              <a:rPr lang="en-US" sz="950" b="1" i="0">
                <a:solidFill>
                  <a:srgbClr val="053057"/>
                </a:solidFill>
                <a:latin typeface="Montserrat"/>
              </a:rPr>
              <a:t> </a:t>
            </a:r>
            <a:r>
              <a:rPr sz="950" b="1" i="0">
                <a:solidFill>
                  <a:srgbClr val="053057"/>
                </a:solidFill>
                <a:latin typeface="Montserrat"/>
              </a:rPr>
              <a:t>Blend FTEs</a:t>
            </a:r>
          </a:p>
        </p:txBody>
      </p:sp>
      <p:sp>
        <p:nvSpPr>
          <p:cNvPr id="23" name="Rounded Rectangle 22"/>
          <p:cNvSpPr/>
          <p:nvPr/>
        </p:nvSpPr>
        <p:spPr>
          <a:xfrm>
            <a:off x="4233672" y="3072384"/>
            <a:ext cx="3520440" cy="248716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34840" y="3255264"/>
            <a:ext cx="3118104" cy="274320"/>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MARKETING DATA LAYER (MDL)</a:t>
            </a:r>
          </a:p>
        </p:txBody>
      </p:sp>
      <p:sp>
        <p:nvSpPr>
          <p:cNvPr id="25" name="TextBox 24"/>
          <p:cNvSpPr txBox="1"/>
          <p:nvPr/>
        </p:nvSpPr>
        <p:spPr>
          <a:xfrm>
            <a:off x="4434840" y="3584448"/>
            <a:ext cx="3118104" cy="475488"/>
          </a:xfrm>
          <a:prstGeom prst="rect">
            <a:avLst/>
          </a:prstGeom>
          <a:noFill/>
        </p:spPr>
        <p:txBody>
          <a:bodyPr wrap="square" lIns="0" tIns="0" rIns="0" bIns="0" anchor="t">
            <a:spAutoFit/>
          </a:bodyPr>
          <a:lstStyle/>
          <a:p>
            <a:pPr algn="l">
              <a:lnSpc>
                <a:spcPct val="106000"/>
              </a:lnSpc>
              <a:spcAft>
                <a:spcPts val="400"/>
              </a:spcAft>
            </a:pPr>
            <a:r>
              <a:rPr sz="1150" b="1" i="0">
                <a:solidFill>
                  <a:srgbClr val="5E7A8C"/>
                </a:solidFill>
                <a:latin typeface="Montserrat"/>
              </a:rPr>
              <a:t>Spectrum's marketing data foundation — RFP win, May 2026</a:t>
            </a:r>
          </a:p>
        </p:txBody>
      </p:sp>
      <p:sp>
        <p:nvSpPr>
          <p:cNvPr id="26" name="TextBox 25"/>
          <p:cNvSpPr txBox="1"/>
          <p:nvPr/>
        </p:nvSpPr>
        <p:spPr>
          <a:xfrm>
            <a:off x="4434840" y="4041648"/>
            <a:ext cx="3118104" cy="1097280"/>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AWS lakehouse (S3 + Iceberg), deterministic household identity, dbt models across 18 marketing data domains — feeding real-time NBA decisioning. Phase 1 runs through Dec 2026.</a:t>
            </a:r>
          </a:p>
        </p:txBody>
      </p:sp>
      <p:sp>
        <p:nvSpPr>
          <p:cNvPr id="27" name="TextBox 26"/>
          <p:cNvSpPr txBox="1"/>
          <p:nvPr/>
        </p:nvSpPr>
        <p:spPr>
          <a:xfrm>
            <a:off x="4434840" y="5212080"/>
            <a:ext cx="3118104" cy="146387"/>
          </a:xfrm>
          <a:prstGeom prst="rect">
            <a:avLst/>
          </a:prstGeom>
          <a:noFill/>
        </p:spPr>
        <p:txBody>
          <a:bodyPr wrap="square" lIns="0" tIns="0" rIns="0" bIns="0" anchor="t">
            <a:spAutoFit/>
          </a:bodyPr>
          <a:lstStyle/>
          <a:p>
            <a:pPr algn="l">
              <a:lnSpc>
                <a:spcPct val="106000"/>
              </a:lnSpc>
              <a:spcAft>
                <a:spcPts val="400"/>
              </a:spcAft>
            </a:pPr>
            <a:r>
              <a:rPr lang="en-US" sz="950" b="1" i="0">
                <a:solidFill>
                  <a:srgbClr val="053057"/>
                </a:solidFill>
                <a:latin typeface="Montserrat"/>
              </a:rPr>
              <a:t>20+ </a:t>
            </a:r>
            <a:r>
              <a:rPr sz="950" b="1" i="0">
                <a:solidFill>
                  <a:srgbClr val="053057"/>
                </a:solidFill>
                <a:latin typeface="Montserrat"/>
              </a:rPr>
              <a:t>Blend </a:t>
            </a:r>
            <a:r>
              <a:rPr lang="en-US" sz="950" b="1" i="0">
                <a:solidFill>
                  <a:srgbClr val="053057"/>
                </a:solidFill>
                <a:latin typeface="Montserrat"/>
              </a:rPr>
              <a:t>FTEs</a:t>
            </a:r>
            <a:endParaRPr sz="950" b="1" i="0">
              <a:solidFill>
                <a:srgbClr val="053057"/>
              </a:solidFill>
              <a:latin typeface="Montserrat"/>
            </a:endParaRPr>
          </a:p>
        </p:txBody>
      </p:sp>
      <p:sp>
        <p:nvSpPr>
          <p:cNvPr id="28" name="Rounded Rectangle 27"/>
          <p:cNvSpPr/>
          <p:nvPr/>
        </p:nvSpPr>
        <p:spPr>
          <a:xfrm>
            <a:off x="7900416" y="3072384"/>
            <a:ext cx="3520440" cy="2487168"/>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01584" y="3255264"/>
            <a:ext cx="3118104" cy="274320"/>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C360 TRANSFORMATION</a:t>
            </a:r>
          </a:p>
        </p:txBody>
      </p:sp>
      <p:sp>
        <p:nvSpPr>
          <p:cNvPr id="30" name="TextBox 29"/>
          <p:cNvSpPr txBox="1"/>
          <p:nvPr/>
        </p:nvSpPr>
        <p:spPr>
          <a:xfrm>
            <a:off x="8101584" y="3584448"/>
            <a:ext cx="3118104" cy="475488"/>
          </a:xfrm>
          <a:prstGeom prst="rect">
            <a:avLst/>
          </a:prstGeom>
          <a:noFill/>
        </p:spPr>
        <p:txBody>
          <a:bodyPr wrap="square" lIns="0" tIns="0" rIns="0" bIns="0" anchor="t">
            <a:spAutoFit/>
          </a:bodyPr>
          <a:lstStyle/>
          <a:p>
            <a:pPr algn="l">
              <a:lnSpc>
                <a:spcPct val="106000"/>
              </a:lnSpc>
              <a:spcAft>
                <a:spcPts val="400"/>
              </a:spcAft>
            </a:pPr>
            <a:r>
              <a:rPr sz="1150" b="1" i="0">
                <a:solidFill>
                  <a:srgbClr val="5E7A8C"/>
                </a:solidFill>
                <a:latin typeface="Montserrat"/>
              </a:rPr>
              <a:t>Customer 360 strategy &amp; activation roadmap</a:t>
            </a:r>
          </a:p>
        </p:txBody>
      </p:sp>
      <p:sp>
        <p:nvSpPr>
          <p:cNvPr id="31" name="TextBox 30"/>
          <p:cNvSpPr txBox="1"/>
          <p:nvPr/>
        </p:nvSpPr>
        <p:spPr>
          <a:xfrm>
            <a:off x="8101584" y="4041648"/>
            <a:ext cx="3118104" cy="1097280"/>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Journeys, future-state architecture, composable CDP / decisioning / MAP vendor strategy, and operating model — the roadmap to begin activation in 2027.</a:t>
            </a:r>
          </a:p>
        </p:txBody>
      </p:sp>
      <p:sp>
        <p:nvSpPr>
          <p:cNvPr id="32" name="TextBox 31"/>
          <p:cNvSpPr txBox="1"/>
          <p:nvPr/>
        </p:nvSpPr>
        <p:spPr>
          <a:xfrm>
            <a:off x="8101584" y="5212080"/>
            <a:ext cx="3118104" cy="274320"/>
          </a:xfrm>
          <a:prstGeom prst="rect">
            <a:avLst/>
          </a:prstGeom>
          <a:noFill/>
        </p:spPr>
        <p:txBody>
          <a:bodyPr wrap="square" lIns="0" tIns="0" rIns="0" bIns="0" anchor="t">
            <a:spAutoFit/>
          </a:bodyPr>
          <a:lstStyle/>
          <a:p>
            <a:pPr algn="l">
              <a:lnSpc>
                <a:spcPct val="106000"/>
              </a:lnSpc>
              <a:spcAft>
                <a:spcPts val="400"/>
              </a:spcAft>
            </a:pPr>
            <a:r>
              <a:rPr sz="950" b="1" i="0">
                <a:solidFill>
                  <a:srgbClr val="053057"/>
                </a:solidFill>
                <a:latin typeface="Montserrat"/>
              </a:rPr>
              <a:t>Strategy + PMO · workshops underway</a:t>
            </a:r>
          </a:p>
        </p:txBody>
      </p:sp>
      <p:sp>
        <p:nvSpPr>
          <p:cNvPr id="33" name="Rounded Rectangle 32"/>
          <p:cNvSpPr/>
          <p:nvPr/>
        </p:nvSpPr>
        <p:spPr>
          <a:xfrm>
            <a:off x="566928" y="5833872"/>
            <a:ext cx="10853928" cy="806984"/>
          </a:xfrm>
          <a:prstGeom prst="roundRect">
            <a:avLst>
              <a:gd name="adj" fmla="val 60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 y="5961888"/>
            <a:ext cx="10332720" cy="678968"/>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One account, one story:  </a:t>
            </a:r>
            <a:r>
              <a:rPr sz="1200" b="0" i="0">
                <a:solidFill>
                  <a:srgbClr val="1A2A33"/>
                </a:solidFill>
                <a:latin typeface="Montserrat"/>
              </a:rPr>
              <a:t>the C360 SOW explicitly requires roadmap alignment across all three programs.</a:t>
            </a:r>
            <a:endParaRPr lang="en-US" sz="1200" b="0" i="0">
              <a:solidFill>
                <a:srgbClr val="1A2A33"/>
              </a:solidFill>
              <a:latin typeface="Montserrat"/>
            </a:endParaRPr>
          </a:p>
          <a:p>
            <a:pPr algn="l">
              <a:lnSpc>
                <a:spcPct val="106000"/>
              </a:lnSpc>
              <a:spcAft>
                <a:spcPts val="400"/>
              </a:spcAft>
            </a:pPr>
            <a:r>
              <a:rPr lang="en-US" sz="1200">
                <a:solidFill>
                  <a:srgbClr val="1A2A33"/>
                </a:solidFill>
                <a:latin typeface="Montserrat"/>
              </a:rPr>
              <a:t>Blend employees supporting Charter in </a:t>
            </a:r>
            <a:r>
              <a:rPr lang="en-US" sz="1200" b="1">
                <a:solidFill>
                  <a:srgbClr val="1A2A33"/>
                </a:solidFill>
                <a:latin typeface="Montserrat"/>
              </a:rPr>
              <a:t>December 2025: 1</a:t>
            </a:r>
          </a:p>
          <a:p>
            <a:pPr algn="l">
              <a:lnSpc>
                <a:spcPct val="106000"/>
              </a:lnSpc>
              <a:spcAft>
                <a:spcPts val="400"/>
              </a:spcAft>
            </a:pPr>
            <a:r>
              <a:rPr lang="en-US" sz="1200" b="0" i="0">
                <a:solidFill>
                  <a:srgbClr val="1A2A33"/>
                </a:solidFill>
                <a:latin typeface="Montserrat"/>
              </a:rPr>
              <a:t>Blend employees supporting Charter in </a:t>
            </a:r>
            <a:r>
              <a:rPr lang="en-US" sz="1200" b="1" i="0">
                <a:solidFill>
                  <a:srgbClr val="1A2A33"/>
                </a:solidFill>
                <a:latin typeface="Montserrat"/>
              </a:rPr>
              <a:t>July 2026: 50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6928" y="457200"/>
            <a:ext cx="10853928" cy="557784"/>
          </a:xfrm>
        </p:spPr>
        <p:txBody>
          <a:bodyPr wrap="square"/>
          <a:lstStyle/>
          <a:p>
            <a:r>
              <a:rPr sz="3000" b="1" i="0">
                <a:solidFill>
                  <a:srgbClr val="053057"/>
                </a:solidFill>
                <a:latin typeface="Montserrat"/>
              </a:rPr>
              <a:t>What is Latis?</a:t>
            </a:r>
          </a:p>
        </p:txBody>
      </p:sp>
      <p:sp>
        <p:nvSpPr>
          <p:cNvPr id="5" name="TextBox 4"/>
          <p:cNvSpPr txBox="1"/>
          <p:nvPr/>
        </p:nvSpPr>
        <p:spPr>
          <a:xfrm>
            <a:off x="566928" y="1188720"/>
            <a:ext cx="6492240" cy="1051560"/>
          </a:xfrm>
          <a:prstGeom prst="rect">
            <a:avLst/>
          </a:prstGeom>
          <a:noFill/>
        </p:spPr>
        <p:txBody>
          <a:bodyPr wrap="square" lIns="0" tIns="0" rIns="0" bIns="0" anchor="t">
            <a:spAutoFit/>
          </a:bodyPr>
          <a:lstStyle/>
          <a:p>
            <a:pPr algn="l">
              <a:lnSpc>
                <a:spcPct val="115000"/>
              </a:lnSpc>
              <a:spcAft>
                <a:spcPts val="400"/>
              </a:spcAft>
            </a:pPr>
            <a:r>
              <a:rPr sz="1400" b="1" i="0">
                <a:solidFill>
                  <a:srgbClr val="053057"/>
                </a:solidFill>
                <a:latin typeface="Montserrat"/>
              </a:rPr>
              <a:t>Charter's network sees the digital behavior of ~30M households. </a:t>
            </a:r>
            <a:r>
              <a:rPr sz="1400" b="0" i="0">
                <a:solidFill>
                  <a:srgbClr val="1A2A33"/>
                </a:solidFill>
                <a:latin typeface="Montserrat"/>
              </a:rPr>
              <a:t>Latis turns that telemetry into privacy-safe household embeddings and intelligence signals that advertisers and partners can activate — without any raw data ever leaving Charter.</a:t>
            </a:r>
          </a:p>
        </p:txBody>
      </p:sp>
      <p:sp>
        <p:nvSpPr>
          <p:cNvPr id="6" name="Rounded Rectangle 5"/>
          <p:cNvSpPr/>
          <p:nvPr/>
        </p:nvSpPr>
        <p:spPr>
          <a:xfrm>
            <a:off x="566928" y="2560320"/>
            <a:ext cx="2066543" cy="1170432"/>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4944" y="2688336"/>
            <a:ext cx="1810512" cy="256032"/>
          </a:xfrm>
          <a:prstGeom prst="rect">
            <a:avLst/>
          </a:prstGeom>
          <a:noFill/>
        </p:spPr>
        <p:txBody>
          <a:bodyPr wrap="square" lIns="0" tIns="0" rIns="0" bIns="0" anchor="t">
            <a:spAutoFit/>
          </a:bodyPr>
          <a:lstStyle/>
          <a:p>
            <a:pPr algn="l">
              <a:lnSpc>
                <a:spcPct val="106000"/>
              </a:lnSpc>
              <a:spcAft>
                <a:spcPts val="400"/>
              </a:spcAft>
            </a:pPr>
            <a:r>
              <a:rPr sz="1250" b="1" i="0">
                <a:solidFill>
                  <a:srgbClr val="053057"/>
                </a:solidFill>
                <a:latin typeface="Montserrat"/>
              </a:rPr>
              <a:t>DEEPFIELD</a:t>
            </a:r>
          </a:p>
        </p:txBody>
      </p:sp>
      <p:sp>
        <p:nvSpPr>
          <p:cNvPr id="8" name="TextBox 7"/>
          <p:cNvSpPr txBox="1"/>
          <p:nvPr/>
        </p:nvSpPr>
        <p:spPr>
          <a:xfrm>
            <a:off x="694944" y="2962656"/>
            <a:ext cx="1810512" cy="365760"/>
          </a:xfrm>
          <a:prstGeom prst="rect">
            <a:avLst/>
          </a:prstGeom>
          <a:noFill/>
        </p:spPr>
        <p:txBody>
          <a:bodyPr wrap="square" lIns="0" tIns="0" rIns="0" bIns="0" anchor="t">
            <a:spAutoFit/>
          </a:bodyPr>
          <a:lstStyle/>
          <a:p>
            <a:pPr algn="l">
              <a:lnSpc>
                <a:spcPct val="106000"/>
              </a:lnSpc>
              <a:spcAft>
                <a:spcPts val="400"/>
              </a:spcAft>
            </a:pPr>
            <a:r>
              <a:rPr sz="950" b="0" i="0">
                <a:solidFill>
                  <a:srgbClr val="5E7A8C"/>
                </a:solidFill>
                <a:latin typeface="Montserrat"/>
              </a:rPr>
              <a:t>DNS + NetFlow</a:t>
            </a:r>
          </a:p>
        </p:txBody>
      </p:sp>
      <p:sp>
        <p:nvSpPr>
          <p:cNvPr id="9" name="TextBox 8"/>
          <p:cNvSpPr txBox="1"/>
          <p:nvPr/>
        </p:nvSpPr>
        <p:spPr>
          <a:xfrm>
            <a:off x="694944" y="3383280"/>
            <a:ext cx="1847088" cy="274320"/>
          </a:xfrm>
          <a:prstGeom prst="rect">
            <a:avLst/>
          </a:prstGeom>
          <a:noFill/>
        </p:spPr>
        <p:txBody>
          <a:bodyPr wrap="none" lIns="0" tIns="0" rIns="0" bIns="0" anchor="t">
            <a:spAutoFit/>
          </a:bodyPr>
          <a:lstStyle/>
          <a:p>
            <a:pPr algn="l">
              <a:lnSpc>
                <a:spcPct val="106000"/>
              </a:lnSpc>
              <a:spcAft>
                <a:spcPts val="400"/>
              </a:spcAft>
            </a:pPr>
            <a:r>
              <a:rPr sz="950" b="1" i="0">
                <a:solidFill>
                  <a:srgbClr val="1A2A33"/>
                </a:solidFill>
                <a:latin typeface="Montserrat"/>
              </a:rPr>
              <a:t>1.6T+ DNS queries / day</a:t>
            </a:r>
          </a:p>
        </p:txBody>
      </p:sp>
      <p:sp>
        <p:nvSpPr>
          <p:cNvPr id="10" name="Rounded Rectangle 9"/>
          <p:cNvSpPr/>
          <p:nvPr/>
        </p:nvSpPr>
        <p:spPr>
          <a:xfrm>
            <a:off x="2779776" y="2560320"/>
            <a:ext cx="2066543" cy="1170432"/>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07792" y="2688336"/>
            <a:ext cx="1810512" cy="256032"/>
          </a:xfrm>
          <a:prstGeom prst="rect">
            <a:avLst/>
          </a:prstGeom>
          <a:noFill/>
        </p:spPr>
        <p:txBody>
          <a:bodyPr wrap="square" lIns="0" tIns="0" rIns="0" bIns="0" anchor="t">
            <a:spAutoFit/>
          </a:bodyPr>
          <a:lstStyle/>
          <a:p>
            <a:pPr algn="l">
              <a:lnSpc>
                <a:spcPct val="106000"/>
              </a:lnSpc>
              <a:spcAft>
                <a:spcPts val="400"/>
              </a:spcAft>
            </a:pPr>
            <a:r>
              <a:rPr sz="1250" b="1" i="0">
                <a:solidFill>
                  <a:srgbClr val="053057"/>
                </a:solidFill>
                <a:latin typeface="Montserrat"/>
              </a:rPr>
              <a:t>CUJO</a:t>
            </a:r>
          </a:p>
        </p:txBody>
      </p:sp>
      <p:sp>
        <p:nvSpPr>
          <p:cNvPr id="12" name="TextBox 11"/>
          <p:cNvSpPr txBox="1"/>
          <p:nvPr/>
        </p:nvSpPr>
        <p:spPr>
          <a:xfrm>
            <a:off x="2907792" y="2962656"/>
            <a:ext cx="1810512" cy="365760"/>
          </a:xfrm>
          <a:prstGeom prst="rect">
            <a:avLst/>
          </a:prstGeom>
          <a:noFill/>
        </p:spPr>
        <p:txBody>
          <a:bodyPr wrap="square" lIns="0" tIns="0" rIns="0" bIns="0" anchor="t">
            <a:spAutoFit/>
          </a:bodyPr>
          <a:lstStyle/>
          <a:p>
            <a:pPr algn="l">
              <a:lnSpc>
                <a:spcPct val="106000"/>
              </a:lnSpc>
              <a:spcAft>
                <a:spcPts val="400"/>
              </a:spcAft>
            </a:pPr>
            <a:r>
              <a:rPr sz="950" b="0" i="0">
                <a:solidFill>
                  <a:srgbClr val="5E7A8C"/>
                </a:solidFill>
                <a:latin typeface="Montserrat"/>
              </a:rPr>
              <a:t>device &amp; security telemetry</a:t>
            </a:r>
          </a:p>
        </p:txBody>
      </p:sp>
      <p:sp>
        <p:nvSpPr>
          <p:cNvPr id="13" name="TextBox 12"/>
          <p:cNvSpPr txBox="1"/>
          <p:nvPr/>
        </p:nvSpPr>
        <p:spPr>
          <a:xfrm>
            <a:off x="2907792" y="3383280"/>
            <a:ext cx="1847088" cy="274320"/>
          </a:xfrm>
          <a:prstGeom prst="rect">
            <a:avLst/>
          </a:prstGeom>
          <a:noFill/>
        </p:spPr>
        <p:txBody>
          <a:bodyPr wrap="none" lIns="0" tIns="0" rIns="0" bIns="0" anchor="t">
            <a:spAutoFit/>
          </a:bodyPr>
          <a:lstStyle/>
          <a:p>
            <a:pPr algn="l">
              <a:lnSpc>
                <a:spcPct val="106000"/>
              </a:lnSpc>
              <a:spcAft>
                <a:spcPts val="400"/>
              </a:spcAft>
            </a:pPr>
            <a:r>
              <a:rPr sz="950" b="1" i="0">
                <a:solidFill>
                  <a:srgbClr val="1A2A33"/>
                </a:solidFill>
                <a:latin typeface="Montserrat"/>
              </a:rPr>
              <a:t>~19M advanced-WiFi HHs</a:t>
            </a:r>
          </a:p>
        </p:txBody>
      </p:sp>
      <p:sp>
        <p:nvSpPr>
          <p:cNvPr id="14" name="Rounded Rectangle 13"/>
          <p:cNvSpPr/>
          <p:nvPr/>
        </p:nvSpPr>
        <p:spPr>
          <a:xfrm>
            <a:off x="4992624" y="2560320"/>
            <a:ext cx="2066543" cy="1170432"/>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20640" y="2688336"/>
            <a:ext cx="1810512" cy="256032"/>
          </a:xfrm>
          <a:prstGeom prst="rect">
            <a:avLst/>
          </a:prstGeom>
          <a:noFill/>
        </p:spPr>
        <p:txBody>
          <a:bodyPr wrap="square" lIns="0" tIns="0" rIns="0" bIns="0" anchor="t">
            <a:spAutoFit/>
          </a:bodyPr>
          <a:lstStyle/>
          <a:p>
            <a:pPr algn="l">
              <a:lnSpc>
                <a:spcPct val="106000"/>
              </a:lnSpc>
              <a:spcAft>
                <a:spcPts val="400"/>
              </a:spcAft>
            </a:pPr>
            <a:r>
              <a:rPr sz="1250" b="1" i="0">
                <a:solidFill>
                  <a:srgbClr val="053057"/>
                </a:solidFill>
                <a:latin typeface="Montserrat"/>
              </a:rPr>
              <a:t>VIDEO</a:t>
            </a:r>
          </a:p>
        </p:txBody>
      </p:sp>
      <p:sp>
        <p:nvSpPr>
          <p:cNvPr id="16" name="TextBox 15"/>
          <p:cNvSpPr txBox="1"/>
          <p:nvPr/>
        </p:nvSpPr>
        <p:spPr>
          <a:xfrm>
            <a:off x="5120640" y="2962656"/>
            <a:ext cx="1810512" cy="365760"/>
          </a:xfrm>
          <a:prstGeom prst="rect">
            <a:avLst/>
          </a:prstGeom>
          <a:noFill/>
        </p:spPr>
        <p:txBody>
          <a:bodyPr wrap="square" lIns="0" tIns="0" rIns="0" bIns="0" anchor="t">
            <a:spAutoFit/>
          </a:bodyPr>
          <a:lstStyle/>
          <a:p>
            <a:pPr algn="l">
              <a:lnSpc>
                <a:spcPct val="106000"/>
              </a:lnSpc>
              <a:spcAft>
                <a:spcPts val="400"/>
              </a:spcAft>
            </a:pPr>
            <a:r>
              <a:rPr sz="950" b="0" i="0">
                <a:solidFill>
                  <a:srgbClr val="5E7A8C"/>
                </a:solidFill>
                <a:latin typeface="Montserrat"/>
              </a:rPr>
              <a:t>TV viewership (linear, VOD)</a:t>
            </a:r>
          </a:p>
        </p:txBody>
      </p:sp>
      <p:sp>
        <p:nvSpPr>
          <p:cNvPr id="17" name="TextBox 16"/>
          <p:cNvSpPr txBox="1"/>
          <p:nvPr/>
        </p:nvSpPr>
        <p:spPr>
          <a:xfrm>
            <a:off x="5120640" y="3383280"/>
            <a:ext cx="1847088" cy="274320"/>
          </a:xfrm>
          <a:prstGeom prst="rect">
            <a:avLst/>
          </a:prstGeom>
          <a:noFill/>
        </p:spPr>
        <p:txBody>
          <a:bodyPr wrap="none" lIns="0" tIns="0" rIns="0" bIns="0" anchor="t">
            <a:spAutoFit/>
          </a:bodyPr>
          <a:lstStyle/>
          <a:p>
            <a:pPr algn="l">
              <a:lnSpc>
                <a:spcPct val="106000"/>
              </a:lnSpc>
              <a:spcAft>
                <a:spcPts val="400"/>
              </a:spcAft>
            </a:pPr>
            <a:r>
              <a:rPr sz="950" b="1" i="0">
                <a:solidFill>
                  <a:srgbClr val="1A2A33"/>
                </a:solidFill>
                <a:latin typeface="Montserrat"/>
              </a:rPr>
              <a:t>100B+ viewing events / yr</a:t>
            </a:r>
          </a:p>
        </p:txBody>
      </p:sp>
      <p:sp>
        <p:nvSpPr>
          <p:cNvPr id="18" name="TextBox 17"/>
          <p:cNvSpPr txBox="1"/>
          <p:nvPr/>
        </p:nvSpPr>
        <p:spPr>
          <a:xfrm>
            <a:off x="566928" y="4078224"/>
            <a:ext cx="6492240" cy="320040"/>
          </a:xfrm>
          <a:prstGeom prst="rect">
            <a:avLst/>
          </a:prstGeom>
          <a:noFill/>
        </p:spPr>
        <p:txBody>
          <a:bodyPr wrap="none" lIns="0" tIns="0" rIns="0" bIns="0" anchor="t">
            <a:spAutoFit/>
          </a:bodyPr>
          <a:lstStyle/>
          <a:p>
            <a:pPr algn="l">
              <a:lnSpc>
                <a:spcPct val="106000"/>
              </a:lnSpc>
              <a:spcAft>
                <a:spcPts val="400"/>
              </a:spcAft>
            </a:pPr>
            <a:r>
              <a:rPr sz="1250" b="1" i="0">
                <a:solidFill>
                  <a:srgbClr val="053057"/>
                </a:solidFill>
                <a:latin typeface="Montserrat"/>
              </a:rPr>
              <a:t>Telemetry  →  embeddings + signals  →  clean room · portal · API</a:t>
            </a:r>
          </a:p>
        </p:txBody>
      </p:sp>
      <p:sp>
        <p:nvSpPr>
          <p:cNvPr id="28" name="Rounded Rectangle 27"/>
          <p:cNvSpPr/>
          <p:nvPr/>
        </p:nvSpPr>
        <p:spPr>
          <a:xfrm>
            <a:off x="7333488" y="1188720"/>
            <a:ext cx="4087368" cy="210312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0" y="1389888"/>
            <a:ext cx="3566160" cy="274320"/>
          </a:xfrm>
          <a:prstGeom prst="rect">
            <a:avLst/>
          </a:prstGeom>
          <a:noFill/>
        </p:spPr>
        <p:txBody>
          <a:bodyPr wrap="square" lIns="0" tIns="0" rIns="0" bIns="0" anchor="t">
            <a:spAutoFit/>
          </a:bodyPr>
          <a:lstStyle/>
          <a:p>
            <a:pPr algn="l">
              <a:lnSpc>
                <a:spcPct val="106000"/>
              </a:lnSpc>
              <a:spcAft>
                <a:spcPts val="400"/>
              </a:spcAft>
            </a:pPr>
            <a:r>
              <a:rPr sz="1100" b="1" i="0">
                <a:solidFill>
                  <a:srgbClr val="00EDED"/>
                </a:solidFill>
                <a:latin typeface="Montserrat"/>
              </a:rPr>
              <a:t>THE PRIZE</a:t>
            </a:r>
          </a:p>
        </p:txBody>
      </p:sp>
      <p:sp>
        <p:nvSpPr>
          <p:cNvPr id="30" name="TextBox 29"/>
          <p:cNvSpPr txBox="1"/>
          <p:nvPr/>
        </p:nvSpPr>
        <p:spPr>
          <a:xfrm>
            <a:off x="7589520" y="1700784"/>
            <a:ext cx="3566160" cy="777240"/>
          </a:xfrm>
          <a:prstGeom prst="rect">
            <a:avLst/>
          </a:prstGeom>
          <a:noFill/>
        </p:spPr>
        <p:txBody>
          <a:bodyPr wrap="square" lIns="0" tIns="0" rIns="0" bIns="0" anchor="t">
            <a:spAutoFit/>
          </a:bodyPr>
          <a:lstStyle/>
          <a:p>
            <a:pPr algn="l">
              <a:lnSpc>
                <a:spcPct val="106000"/>
              </a:lnSpc>
              <a:spcAft>
                <a:spcPts val="400"/>
              </a:spcAft>
            </a:pPr>
            <a:r>
              <a:rPr sz="4400" b="1" i="0">
                <a:solidFill>
                  <a:srgbClr val="FFFFFF"/>
                </a:solidFill>
                <a:latin typeface="Montserrat"/>
              </a:rPr>
              <a:t>$781M</a:t>
            </a:r>
          </a:p>
        </p:txBody>
      </p:sp>
      <p:sp>
        <p:nvSpPr>
          <p:cNvPr id="31" name="TextBox 30"/>
          <p:cNvSpPr txBox="1"/>
          <p:nvPr/>
        </p:nvSpPr>
        <p:spPr>
          <a:xfrm>
            <a:off x="7589520" y="2487168"/>
            <a:ext cx="3566160" cy="731520"/>
          </a:xfrm>
          <a:prstGeom prst="rect">
            <a:avLst/>
          </a:prstGeom>
          <a:noFill/>
        </p:spPr>
        <p:txBody>
          <a:bodyPr wrap="square" lIns="0" tIns="0" rIns="0" bIns="0" anchor="t">
            <a:spAutoFit/>
          </a:bodyPr>
          <a:lstStyle/>
          <a:p>
            <a:pPr algn="l">
              <a:lnSpc>
                <a:spcPct val="115000"/>
              </a:lnSpc>
              <a:spcAft>
                <a:spcPts val="400"/>
              </a:spcAft>
            </a:pPr>
            <a:r>
              <a:rPr sz="1050" b="0" i="0">
                <a:solidFill>
                  <a:srgbClr val="C9DBE8"/>
                </a:solidFill>
                <a:latin typeface="Montserrat"/>
              </a:rPr>
              <a:t>Charter's own base case: incremental revenue over 3 years (Spectrum Reach GTM model, Feb 2026)</a:t>
            </a:r>
          </a:p>
        </p:txBody>
      </p:sp>
      <p:sp>
        <p:nvSpPr>
          <p:cNvPr id="32" name="Rounded Rectangle 31"/>
          <p:cNvSpPr/>
          <p:nvPr/>
        </p:nvSpPr>
        <p:spPr>
          <a:xfrm>
            <a:off x="7333488" y="3566160"/>
            <a:ext cx="4087368" cy="1847088"/>
          </a:xfrm>
          <a:prstGeom prst="roundRect">
            <a:avLst>
              <a:gd name="adj" fmla="val 6000"/>
            </a:avLst>
          </a:prstGeom>
          <a:solidFill>
            <a:srgbClr val="EBF6F6"/>
          </a:solidFill>
          <a:ln w="12700">
            <a:solidFill>
              <a:srgbClr val="00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9520" y="3730752"/>
            <a:ext cx="3657600" cy="256032"/>
          </a:xfrm>
          <a:prstGeom prst="rect">
            <a:avLst/>
          </a:prstGeom>
          <a:noFill/>
        </p:spPr>
        <p:txBody>
          <a:bodyPr wrap="square" lIns="0" tIns="0" rIns="0" bIns="0" anchor="t">
            <a:spAutoFit/>
          </a:bodyPr>
          <a:lstStyle/>
          <a:p>
            <a:pPr algn="l">
              <a:lnSpc>
                <a:spcPct val="106000"/>
              </a:lnSpc>
              <a:spcAft>
                <a:spcPts val="400"/>
              </a:spcAft>
            </a:pPr>
            <a:r>
              <a:rPr sz="1100" b="1" i="0">
                <a:solidFill>
                  <a:srgbClr val="053057"/>
                </a:solidFill>
                <a:latin typeface="Montserrat"/>
              </a:rPr>
              <a:t>WHERE WE ARE</a:t>
            </a:r>
          </a:p>
        </p:txBody>
      </p:sp>
      <p:sp>
        <p:nvSpPr>
          <p:cNvPr id="34" name="Oval 33"/>
          <p:cNvSpPr/>
          <p:nvPr/>
        </p:nvSpPr>
        <p:spPr>
          <a:xfrm>
            <a:off x="7589520" y="4105656"/>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08975" y="4059936"/>
            <a:ext cx="3474720" cy="237744"/>
          </a:xfrm>
          <a:prstGeom prst="rect">
            <a:avLst/>
          </a:prstGeom>
          <a:noFill/>
        </p:spPr>
        <p:txBody>
          <a:bodyPr wrap="none" lIns="0" tIns="0" rIns="0" bIns="0" anchor="t">
            <a:spAutoFit/>
          </a:bodyPr>
          <a:lstStyle/>
          <a:p>
            <a:pPr algn="l">
              <a:lnSpc>
                <a:spcPct val="106000"/>
              </a:lnSpc>
              <a:spcAft>
                <a:spcPts val="400"/>
              </a:spcAft>
            </a:pPr>
            <a:r>
              <a:rPr sz="1050" b="1" i="0">
                <a:solidFill>
                  <a:srgbClr val="053057"/>
                </a:solidFill>
                <a:latin typeface="Montserrat"/>
              </a:rPr>
              <a:t>Phase 0   </a:t>
            </a:r>
            <a:r>
              <a:rPr sz="1050" b="0" i="0">
                <a:solidFill>
                  <a:srgbClr val="1A2A33"/>
                </a:solidFill>
                <a:latin typeface="Montserrat"/>
              </a:rPr>
              <a:t>signal validation — done</a:t>
            </a:r>
          </a:p>
        </p:txBody>
      </p:sp>
      <p:sp>
        <p:nvSpPr>
          <p:cNvPr id="36" name="Oval 35"/>
          <p:cNvSpPr/>
          <p:nvPr/>
        </p:nvSpPr>
        <p:spPr>
          <a:xfrm>
            <a:off x="7589520" y="4416552"/>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808975" y="4370832"/>
            <a:ext cx="3474720" cy="237744"/>
          </a:xfrm>
          <a:prstGeom prst="rect">
            <a:avLst/>
          </a:prstGeom>
          <a:noFill/>
        </p:spPr>
        <p:txBody>
          <a:bodyPr wrap="none" lIns="0" tIns="0" rIns="0" bIns="0" anchor="t">
            <a:spAutoFit/>
          </a:bodyPr>
          <a:lstStyle/>
          <a:p>
            <a:pPr algn="l">
              <a:lnSpc>
                <a:spcPct val="106000"/>
              </a:lnSpc>
              <a:spcAft>
                <a:spcPts val="400"/>
              </a:spcAft>
            </a:pPr>
            <a:r>
              <a:rPr sz="1050" b="1" i="0">
                <a:solidFill>
                  <a:srgbClr val="053057"/>
                </a:solidFill>
                <a:latin typeface="Montserrat"/>
              </a:rPr>
              <a:t>Phase 1A   </a:t>
            </a:r>
            <a:r>
              <a:rPr sz="1050" b="0" i="0">
                <a:solidFill>
                  <a:srgbClr val="1A2A33"/>
                </a:solidFill>
                <a:latin typeface="Montserrat"/>
              </a:rPr>
              <a:t>MVP build — now</a:t>
            </a:r>
          </a:p>
        </p:txBody>
      </p:sp>
      <p:sp>
        <p:nvSpPr>
          <p:cNvPr id="38" name="Oval 37"/>
          <p:cNvSpPr/>
          <p:nvPr/>
        </p:nvSpPr>
        <p:spPr>
          <a:xfrm>
            <a:off x="7589520" y="4727448"/>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08975" y="4681728"/>
            <a:ext cx="3474720" cy="237744"/>
          </a:xfrm>
          <a:prstGeom prst="rect">
            <a:avLst/>
          </a:prstGeom>
          <a:noFill/>
        </p:spPr>
        <p:txBody>
          <a:bodyPr wrap="none" lIns="0" tIns="0" rIns="0" bIns="0" anchor="t">
            <a:spAutoFit/>
          </a:bodyPr>
          <a:lstStyle/>
          <a:p>
            <a:pPr algn="l">
              <a:lnSpc>
                <a:spcPct val="106000"/>
              </a:lnSpc>
              <a:spcAft>
                <a:spcPts val="400"/>
              </a:spcAft>
            </a:pPr>
            <a:r>
              <a:rPr sz="1050" b="1" i="0">
                <a:solidFill>
                  <a:srgbClr val="053057"/>
                </a:solidFill>
                <a:latin typeface="Montserrat"/>
              </a:rPr>
              <a:t>Phase 1B   </a:t>
            </a:r>
            <a:r>
              <a:rPr sz="1050" b="0" i="0">
                <a:solidFill>
                  <a:srgbClr val="1A2A33"/>
                </a:solidFill>
                <a:latin typeface="Montserrat"/>
              </a:rPr>
              <a:t>beta + AI portal — Sept–Dec</a:t>
            </a:r>
          </a:p>
        </p:txBody>
      </p:sp>
      <p:sp>
        <p:nvSpPr>
          <p:cNvPr id="40" name="Oval 39"/>
          <p:cNvSpPr/>
          <p:nvPr/>
        </p:nvSpPr>
        <p:spPr>
          <a:xfrm>
            <a:off x="7589520" y="5038344"/>
            <a:ext cx="91440" cy="91440"/>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808975" y="4992624"/>
            <a:ext cx="3474720" cy="237744"/>
          </a:xfrm>
          <a:prstGeom prst="rect">
            <a:avLst/>
          </a:prstGeom>
          <a:noFill/>
        </p:spPr>
        <p:txBody>
          <a:bodyPr wrap="none" lIns="0" tIns="0" rIns="0" bIns="0" anchor="t">
            <a:spAutoFit/>
          </a:bodyPr>
          <a:lstStyle/>
          <a:p>
            <a:pPr algn="l">
              <a:lnSpc>
                <a:spcPct val="106000"/>
              </a:lnSpc>
              <a:spcAft>
                <a:spcPts val="400"/>
              </a:spcAft>
            </a:pPr>
            <a:r>
              <a:rPr sz="1050" b="1" i="0">
                <a:solidFill>
                  <a:srgbClr val="053057"/>
                </a:solidFill>
                <a:latin typeface="Montserrat"/>
              </a:rPr>
              <a:t>GA   </a:t>
            </a:r>
            <a:r>
              <a:rPr sz="1050" b="0" i="0">
                <a:solidFill>
                  <a:srgbClr val="1A2A33"/>
                </a:solidFill>
                <a:latin typeface="Montserrat"/>
              </a:rPr>
              <a:t>H1 2027 · 20–30 early adopters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xm"/>
          <p:cNvSpPr txBox="1"/>
          <p:nvPr/>
        </p:nvSpPr>
        <p:spPr>
          <a:xfrm>
            <a:off x="4372384" y="5907349"/>
            <a:ext cx="2400000" cy="220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a:ea typeface="+mn-ea"/>
                <a:cs typeface="Arial"/>
              </a:rPr>
              <a:t>2 weeks before</a:t>
            </a:r>
          </a:p>
        </p:txBody>
      </p:sp>
      <p:cxnSp>
        <p:nvCxnSpPr>
          <p:cNvPr id="121" name="conn"/>
          <p:cNvCxnSpPr>
            <a:cxnSpLocks/>
          </p:cNvCxnSpPr>
          <p:nvPr/>
        </p:nvCxnSpPr>
        <p:spPr>
          <a:xfrm>
            <a:off x="8558467" y="1605824"/>
            <a:ext cx="0" cy="4177467"/>
          </a:xfrm>
          <a:prstGeom prst="line">
            <a:avLst/>
          </a:prstGeom>
          <a:ln w="19050">
            <a:solidFill>
              <a:srgbClr val="1A2C80"/>
            </a:solidFill>
            <a:prstDash val="dash"/>
          </a:ln>
        </p:spPr>
      </p:cxnSp>
      <p:sp>
        <p:nvSpPr>
          <p:cNvPr id="6" name="evlab">
            <a:extLst>
              <a:ext uri="{FF2B5EF4-FFF2-40B4-BE49-F238E27FC236}">
                <a16:creationId xmlns:a16="http://schemas.microsoft.com/office/drawing/2014/main" id="{105D0989-CAE6-F1AD-B80C-117FBAE55618}"/>
              </a:ext>
            </a:extLst>
          </p:cNvPr>
          <p:cNvSpPr txBox="1"/>
          <p:nvPr/>
        </p:nvSpPr>
        <p:spPr>
          <a:xfrm>
            <a:off x="8630714" y="4512440"/>
            <a:ext cx="1440000" cy="578218"/>
          </a:xfrm>
          <a:prstGeom prst="rect">
            <a:avLst/>
          </a:prstGeom>
          <a:solidFill>
            <a:srgbClr val="E4EBF1"/>
          </a:solid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222A35"/>
                </a:solidFill>
                <a:effectLst/>
                <a:uLnTx/>
                <a:uFillTx/>
                <a:latin typeface="Arial"/>
                <a:ea typeface="+mn-ea"/>
                <a:cs typeface="+mn-cs"/>
              </a:rPr>
              <a:t>Walmart.com</a:t>
            </a:r>
            <a:endParaRPr kumimoji="0" lang="en-US" sz="1100" b="1" i="0" u="none" strike="noStrike" kern="1200" cap="none" spc="0" normalizeH="0" baseline="0" noProof="0">
              <a:ln>
                <a:noFill/>
              </a:ln>
              <a:solidFill>
                <a:srgbClr val="222A35"/>
              </a:solidFill>
              <a:effectLst/>
              <a:uLnTx/>
              <a:uFillTx/>
              <a:latin typeface="Arial"/>
              <a:ea typeface="+mn-ea"/>
              <a:cs typeface="Arial"/>
            </a:endParaRPr>
          </a:p>
        </p:txBody>
      </p:sp>
      <p:sp>
        <p:nvSpPr>
          <p:cNvPr id="135" name="Rectangle 134">
            <a:extLst>
              <a:ext uri="{FF2B5EF4-FFF2-40B4-BE49-F238E27FC236}">
                <a16:creationId xmlns:a16="http://schemas.microsoft.com/office/drawing/2014/main" id="{14D4B613-FD5D-E1A4-D9AB-3EE36126A24B}"/>
              </a:ext>
            </a:extLst>
          </p:cNvPr>
          <p:cNvSpPr/>
          <p:nvPr/>
        </p:nvSpPr>
        <p:spPr>
          <a:xfrm>
            <a:off x="8800181" y="3155336"/>
            <a:ext cx="3217312" cy="1162021"/>
          </a:xfrm>
          <a:prstGeom prst="rect">
            <a:avLst/>
          </a:prstGeom>
          <a:solidFill>
            <a:srgbClr val="FFFFFF"/>
          </a:solidFill>
          <a:ln w="12700">
            <a:solidFill>
              <a:srgbClr val="C9D3E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Title"/>
          <p:cNvSpPr>
            <a:spLocks noGrp="1"/>
          </p:cNvSpPr>
          <p:nvPr>
            <p:ph type="title"/>
          </p:nvPr>
        </p:nvSpPr>
        <p:spPr>
          <a:xfrm>
            <a:off x="382070" y="290219"/>
            <a:ext cx="11500000" cy="513967"/>
          </a:xfrm>
        </p:spPr>
        <p:txBody>
          <a:bodyPr/>
          <a:lstStyle/>
          <a:p>
            <a:r>
              <a:rPr lang="en-US"/>
              <a:t>K-Beauty signal types: 50+ signals, unique is how Latis can see patterns</a:t>
            </a:r>
          </a:p>
        </p:txBody>
      </p:sp>
      <p:sp>
        <p:nvSpPr>
          <p:cNvPr id="11" name="Subtitle"/>
          <p:cNvSpPr txBox="1"/>
          <p:nvPr/>
        </p:nvSpPr>
        <p:spPr>
          <a:xfrm>
            <a:off x="450545" y="687904"/>
            <a:ext cx="8076369" cy="480000"/>
          </a:xfrm>
          <a:prstGeom prst="rect">
            <a:avLst/>
          </a:prstGeom>
          <a:noFill/>
        </p:spPr>
        <p:txBody>
          <a:bodyPr wrap="square" lIns="0" tIns="0" rIns="0" bIns="0" anchor="t"/>
          <a:lstStyle>
            <a:defPPr>
              <a:defRPr lang="en-US"/>
            </a:defPPr>
            <a:lvl1pPr>
              <a:defRPr sz="820" b="0" spc="30">
                <a:latin typeface="Arial"/>
                <a:cs typeface="Aria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30" normalizeH="0" baseline="0" noProof="0">
                <a:ln>
                  <a:noFill/>
                </a:ln>
                <a:solidFill>
                  <a:srgbClr val="000000"/>
                </a:solidFill>
                <a:effectLst/>
                <a:uLnTx/>
                <a:uFillTx/>
                <a:latin typeface="Arial"/>
                <a:ea typeface="+mn-ea"/>
                <a:cs typeface="Arial"/>
              </a:rPr>
              <a:t>A real K-Beauty household's pre-shop journey — the obvious K-Beauty signals, plus the non-obvious related interests that quietly reveal intent</a:t>
            </a:r>
          </a:p>
        </p:txBody>
      </p:sp>
      <p:cxnSp>
        <p:nvCxnSpPr>
          <p:cNvPr id="12" name="conn"/>
          <p:cNvCxnSpPr>
            <a:cxnSpLocks/>
          </p:cNvCxnSpPr>
          <p:nvPr/>
        </p:nvCxnSpPr>
        <p:spPr>
          <a:xfrm>
            <a:off x="2726301" y="5793404"/>
            <a:ext cx="5790728" cy="0"/>
          </a:xfrm>
          <a:prstGeom prst="line">
            <a:avLst/>
          </a:prstGeom>
          <a:ln w="15875">
            <a:solidFill>
              <a:srgbClr val="AEB8C6"/>
            </a:solidFill>
          </a:ln>
        </p:spPr>
      </p:cxnSp>
      <p:sp>
        <p:nvSpPr>
          <p:cNvPr id="16" name="ax1"/>
          <p:cNvSpPr txBox="1"/>
          <p:nvPr/>
        </p:nvSpPr>
        <p:spPr>
          <a:xfrm>
            <a:off x="2985792" y="5907349"/>
            <a:ext cx="2400000" cy="220000"/>
          </a:xfrm>
          <a:prstGeom prst="rect">
            <a:avLst/>
          </a:prstGeom>
          <a:noFill/>
        </p:spPr>
        <p:txBody>
          <a:bodyPr wrap="square"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a:ea typeface="+mn-ea"/>
                <a:cs typeface="Arial"/>
              </a:rPr>
              <a:t>8 weeks before</a:t>
            </a:r>
          </a:p>
        </p:txBody>
      </p:sp>
      <p:sp>
        <p:nvSpPr>
          <p:cNvPr id="18" name="ax2"/>
          <p:cNvSpPr txBox="1"/>
          <p:nvPr/>
        </p:nvSpPr>
        <p:spPr>
          <a:xfrm>
            <a:off x="6007032" y="5907349"/>
            <a:ext cx="2520000" cy="220000"/>
          </a:xfrm>
          <a:prstGeom prst="rect">
            <a:avLst/>
          </a:prstGeom>
          <a:noFill/>
        </p:spPr>
        <p:txBody>
          <a:bodyPr wrap="square" lIns="0" tIns="0" rIns="0" bIns="0" anchor="t"/>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Arial"/>
                <a:ea typeface="+mn-ea"/>
                <a:cs typeface="+mn-cs"/>
              </a:rPr>
              <a:t>first purchase</a:t>
            </a:r>
          </a:p>
        </p:txBody>
      </p:sp>
      <p:sp>
        <p:nvSpPr>
          <p:cNvPr id="27" name="dot"/>
          <p:cNvSpPr/>
          <p:nvPr/>
        </p:nvSpPr>
        <p:spPr>
          <a:xfrm>
            <a:off x="3670011" y="2259921"/>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dot"/>
          <p:cNvSpPr/>
          <p:nvPr/>
        </p:nvSpPr>
        <p:spPr>
          <a:xfrm>
            <a:off x="4226463" y="2212421"/>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dot"/>
          <p:cNvSpPr/>
          <p:nvPr/>
        </p:nvSpPr>
        <p:spPr>
          <a:xfrm>
            <a:off x="5124930" y="2164921"/>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dot"/>
          <p:cNvSpPr/>
          <p:nvPr/>
        </p:nvSpPr>
        <p:spPr>
          <a:xfrm>
            <a:off x="5627176" y="2087421"/>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dot"/>
          <p:cNvSpPr/>
          <p:nvPr/>
        </p:nvSpPr>
        <p:spPr>
          <a:xfrm>
            <a:off x="5999689" y="2039921"/>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dot"/>
          <p:cNvSpPr/>
          <p:nvPr/>
        </p:nvSpPr>
        <p:spPr>
          <a:xfrm>
            <a:off x="6360660" y="1992421"/>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dot"/>
          <p:cNvSpPr/>
          <p:nvPr/>
        </p:nvSpPr>
        <p:spPr>
          <a:xfrm>
            <a:off x="6838583" y="2432421"/>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dot"/>
          <p:cNvSpPr/>
          <p:nvPr/>
        </p:nvSpPr>
        <p:spPr>
          <a:xfrm>
            <a:off x="7186229" y="2384921"/>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dot"/>
          <p:cNvSpPr/>
          <p:nvPr/>
        </p:nvSpPr>
        <p:spPr>
          <a:xfrm>
            <a:off x="7682221" y="2337421"/>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dot"/>
          <p:cNvSpPr/>
          <p:nvPr/>
        </p:nvSpPr>
        <p:spPr>
          <a:xfrm>
            <a:off x="3126783" y="30719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1" name="dot"/>
          <p:cNvSpPr/>
          <p:nvPr/>
        </p:nvSpPr>
        <p:spPr>
          <a:xfrm>
            <a:off x="3670011" y="299447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2" name="dot"/>
          <p:cNvSpPr/>
          <p:nvPr/>
        </p:nvSpPr>
        <p:spPr>
          <a:xfrm>
            <a:off x="4226463" y="29469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3" name="dot"/>
          <p:cNvSpPr/>
          <p:nvPr/>
        </p:nvSpPr>
        <p:spPr>
          <a:xfrm>
            <a:off x="5124930" y="28994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4" name="dot"/>
          <p:cNvSpPr/>
          <p:nvPr/>
        </p:nvSpPr>
        <p:spPr>
          <a:xfrm>
            <a:off x="5627176" y="282197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5" name="dot"/>
          <p:cNvSpPr/>
          <p:nvPr/>
        </p:nvSpPr>
        <p:spPr>
          <a:xfrm>
            <a:off x="5999689" y="27744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dot"/>
          <p:cNvSpPr/>
          <p:nvPr/>
        </p:nvSpPr>
        <p:spPr>
          <a:xfrm>
            <a:off x="6360660" y="27269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7" name="dot"/>
          <p:cNvSpPr/>
          <p:nvPr/>
        </p:nvSpPr>
        <p:spPr>
          <a:xfrm>
            <a:off x="6838583" y="316697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8" name="dot"/>
          <p:cNvSpPr/>
          <p:nvPr/>
        </p:nvSpPr>
        <p:spPr>
          <a:xfrm>
            <a:off x="7186229" y="31194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dot"/>
          <p:cNvSpPr/>
          <p:nvPr/>
        </p:nvSpPr>
        <p:spPr>
          <a:xfrm>
            <a:off x="7682221" y="30719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3" name="dot"/>
          <p:cNvSpPr/>
          <p:nvPr/>
        </p:nvSpPr>
        <p:spPr>
          <a:xfrm>
            <a:off x="3170558" y="4412388"/>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4" name="dot"/>
          <p:cNvSpPr/>
          <p:nvPr/>
        </p:nvSpPr>
        <p:spPr>
          <a:xfrm>
            <a:off x="2697941" y="4858664"/>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5" name="dot"/>
          <p:cNvSpPr/>
          <p:nvPr/>
        </p:nvSpPr>
        <p:spPr>
          <a:xfrm>
            <a:off x="3241169" y="4781164"/>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6" name="dot"/>
          <p:cNvSpPr/>
          <p:nvPr/>
        </p:nvSpPr>
        <p:spPr>
          <a:xfrm>
            <a:off x="4226463" y="38369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7" name="dot"/>
          <p:cNvSpPr/>
          <p:nvPr/>
        </p:nvSpPr>
        <p:spPr>
          <a:xfrm>
            <a:off x="5124930" y="37894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8" name="dot"/>
          <p:cNvSpPr/>
          <p:nvPr/>
        </p:nvSpPr>
        <p:spPr>
          <a:xfrm>
            <a:off x="5627176" y="371197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9" name="dot"/>
          <p:cNvSpPr/>
          <p:nvPr/>
        </p:nvSpPr>
        <p:spPr>
          <a:xfrm>
            <a:off x="5999689" y="36644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dot"/>
          <p:cNvSpPr/>
          <p:nvPr/>
        </p:nvSpPr>
        <p:spPr>
          <a:xfrm>
            <a:off x="6360660" y="36169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1" name="dot"/>
          <p:cNvSpPr/>
          <p:nvPr/>
        </p:nvSpPr>
        <p:spPr>
          <a:xfrm>
            <a:off x="6838583" y="405697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2" name="dot"/>
          <p:cNvSpPr/>
          <p:nvPr/>
        </p:nvSpPr>
        <p:spPr>
          <a:xfrm>
            <a:off x="7186229" y="4009473"/>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3" name="dot"/>
          <p:cNvSpPr/>
          <p:nvPr/>
        </p:nvSpPr>
        <p:spPr>
          <a:xfrm>
            <a:off x="7682221" y="3961973"/>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7" name="dot"/>
          <p:cNvSpPr/>
          <p:nvPr/>
        </p:nvSpPr>
        <p:spPr>
          <a:xfrm>
            <a:off x="3373556" y="4660868"/>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8" name="dot"/>
          <p:cNvSpPr/>
          <p:nvPr/>
        </p:nvSpPr>
        <p:spPr>
          <a:xfrm>
            <a:off x="3387216" y="4749949"/>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9" name="dot"/>
          <p:cNvSpPr/>
          <p:nvPr/>
        </p:nvSpPr>
        <p:spPr>
          <a:xfrm>
            <a:off x="3876863" y="4773033"/>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0" name="dot"/>
          <p:cNvSpPr/>
          <p:nvPr/>
        </p:nvSpPr>
        <p:spPr>
          <a:xfrm>
            <a:off x="5211173" y="4670669"/>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1" name="dot"/>
          <p:cNvSpPr/>
          <p:nvPr/>
        </p:nvSpPr>
        <p:spPr>
          <a:xfrm>
            <a:off x="5539661" y="4623169"/>
            <a:ext cx="84000" cy="8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3" name="dot"/>
          <p:cNvSpPr/>
          <p:nvPr/>
        </p:nvSpPr>
        <p:spPr>
          <a:xfrm>
            <a:off x="6253815" y="4498169"/>
            <a:ext cx="104000" cy="10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8" name="dot"/>
          <p:cNvSpPr/>
          <p:nvPr/>
        </p:nvSpPr>
        <p:spPr>
          <a:xfrm>
            <a:off x="7856886" y="4718169"/>
            <a:ext cx="124000" cy="124000"/>
          </a:xfrm>
          <a:prstGeom prst="ellipse">
            <a:avLst/>
          </a:prstGeom>
          <a:solidFill>
            <a:srgbClr val="D6DCE6"/>
          </a:solidFill>
          <a:ln>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1" name="dot"/>
          <p:cNvSpPr>
            <a:spLocks noChangeAspect="1"/>
          </p:cNvSpPr>
          <p:nvPr/>
        </p:nvSpPr>
        <p:spPr>
          <a:xfrm>
            <a:off x="3569588" y="2506482"/>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2" name="evlab"/>
          <p:cNvSpPr txBox="1"/>
          <p:nvPr/>
        </p:nvSpPr>
        <p:spPr>
          <a:xfrm>
            <a:off x="2948864" y="2707885"/>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effectLst/>
                <a:uLnTx/>
                <a:uFillTx/>
                <a:latin typeface="Arial"/>
                <a:ea typeface="+mn-ea"/>
                <a:cs typeface="Arial"/>
              </a:rPr>
              <a:t>MyDramaList</a:t>
            </a:r>
          </a:p>
        </p:txBody>
      </p:sp>
      <p:sp>
        <p:nvSpPr>
          <p:cNvPr id="83" name="dot"/>
          <p:cNvSpPr>
            <a:spLocks noChangeAspect="1"/>
          </p:cNvSpPr>
          <p:nvPr/>
        </p:nvSpPr>
        <p:spPr>
          <a:xfrm>
            <a:off x="3073104" y="2142133"/>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4" name="evlab"/>
          <p:cNvSpPr txBox="1"/>
          <p:nvPr/>
        </p:nvSpPr>
        <p:spPr>
          <a:xfrm>
            <a:off x="2457104" y="1902133"/>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OnDemandKorea</a:t>
            </a:r>
          </a:p>
        </p:txBody>
      </p:sp>
      <p:sp>
        <p:nvSpPr>
          <p:cNvPr id="85" name="dot"/>
          <p:cNvSpPr>
            <a:spLocks noChangeAspect="1"/>
          </p:cNvSpPr>
          <p:nvPr/>
        </p:nvSpPr>
        <p:spPr>
          <a:xfrm>
            <a:off x="5535793" y="2182421"/>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6" name="evlab"/>
          <p:cNvSpPr txBox="1"/>
          <p:nvPr/>
        </p:nvSpPr>
        <p:spPr>
          <a:xfrm>
            <a:off x="4886215" y="2407145"/>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SBS</a:t>
            </a:r>
          </a:p>
        </p:txBody>
      </p:sp>
      <p:sp>
        <p:nvSpPr>
          <p:cNvPr id="87" name="dot"/>
          <p:cNvSpPr>
            <a:spLocks noChangeAspect="1"/>
          </p:cNvSpPr>
          <p:nvPr/>
        </p:nvSpPr>
        <p:spPr>
          <a:xfrm>
            <a:off x="6492521" y="2182421"/>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8" name="evlab"/>
          <p:cNvSpPr txBox="1"/>
          <p:nvPr/>
        </p:nvSpPr>
        <p:spPr>
          <a:xfrm>
            <a:off x="5854521" y="1861398"/>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Dramabeans</a:t>
            </a:r>
          </a:p>
        </p:txBody>
      </p:sp>
      <p:sp>
        <p:nvSpPr>
          <p:cNvPr id="89" name="dot"/>
          <p:cNvSpPr>
            <a:spLocks noChangeAspect="1"/>
          </p:cNvSpPr>
          <p:nvPr/>
        </p:nvSpPr>
        <p:spPr>
          <a:xfrm>
            <a:off x="7217225" y="2730381"/>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0" name="evlab"/>
          <p:cNvSpPr txBox="1"/>
          <p:nvPr/>
        </p:nvSpPr>
        <p:spPr>
          <a:xfrm>
            <a:off x="6601225" y="2490381"/>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Weverse</a:t>
            </a:r>
          </a:p>
        </p:txBody>
      </p:sp>
      <p:sp>
        <p:nvSpPr>
          <p:cNvPr id="91" name="dot"/>
          <p:cNvSpPr>
            <a:spLocks noChangeAspect="1"/>
          </p:cNvSpPr>
          <p:nvPr/>
        </p:nvSpPr>
        <p:spPr>
          <a:xfrm>
            <a:off x="3343696" y="3072421"/>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2" name="evlab"/>
          <p:cNvSpPr txBox="1"/>
          <p:nvPr/>
        </p:nvSpPr>
        <p:spPr>
          <a:xfrm>
            <a:off x="2705696" y="3262421"/>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Koreaboo</a:t>
            </a:r>
          </a:p>
        </p:txBody>
      </p:sp>
      <p:sp>
        <p:nvSpPr>
          <p:cNvPr id="93" name="dot"/>
          <p:cNvSpPr>
            <a:spLocks noChangeAspect="1"/>
          </p:cNvSpPr>
          <p:nvPr/>
        </p:nvSpPr>
        <p:spPr>
          <a:xfrm>
            <a:off x="4334504" y="2916973"/>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4" name="evlab"/>
          <p:cNvSpPr txBox="1"/>
          <p:nvPr/>
        </p:nvSpPr>
        <p:spPr>
          <a:xfrm>
            <a:off x="3719653" y="2619099"/>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allkpop</a:t>
            </a:r>
          </a:p>
        </p:txBody>
      </p:sp>
      <p:sp>
        <p:nvSpPr>
          <p:cNvPr id="95" name="dot"/>
          <p:cNvSpPr>
            <a:spLocks noChangeAspect="1"/>
          </p:cNvSpPr>
          <p:nvPr/>
        </p:nvSpPr>
        <p:spPr>
          <a:xfrm>
            <a:off x="5910921" y="2888973"/>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6" name="evlab"/>
          <p:cNvSpPr txBox="1"/>
          <p:nvPr/>
        </p:nvSpPr>
        <p:spPr>
          <a:xfrm>
            <a:off x="5300921" y="3134973"/>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Mnet / KCON</a:t>
            </a:r>
          </a:p>
        </p:txBody>
      </p:sp>
      <p:sp>
        <p:nvSpPr>
          <p:cNvPr id="97" name="dot"/>
          <p:cNvSpPr>
            <a:spLocks noChangeAspect="1"/>
          </p:cNvSpPr>
          <p:nvPr/>
        </p:nvSpPr>
        <p:spPr>
          <a:xfrm>
            <a:off x="7447065" y="2358509"/>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8" name="evlab"/>
          <p:cNvSpPr txBox="1"/>
          <p:nvPr/>
        </p:nvSpPr>
        <p:spPr>
          <a:xfrm>
            <a:off x="6854214" y="2095360"/>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Korea JoongAng</a:t>
            </a:r>
          </a:p>
        </p:txBody>
      </p:sp>
      <p:sp>
        <p:nvSpPr>
          <p:cNvPr id="99" name="dot"/>
          <p:cNvSpPr>
            <a:spLocks noChangeAspect="1"/>
          </p:cNvSpPr>
          <p:nvPr/>
        </p:nvSpPr>
        <p:spPr>
          <a:xfrm>
            <a:off x="2798462" y="4703664"/>
            <a:ext cx="182880" cy="182880"/>
          </a:xfrm>
          <a:prstGeom prst="ellipse">
            <a:avLst/>
          </a:prstGeom>
          <a:solidFill>
            <a:srgbClr val="4F6E94"/>
          </a:solidFill>
          <a:ln w="9525">
            <a:solidFill>
              <a:srgbClr val="4F6E94"/>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0" name="evlab"/>
          <p:cNvSpPr txBox="1"/>
          <p:nvPr/>
        </p:nvSpPr>
        <p:spPr>
          <a:xfrm>
            <a:off x="2160462" y="4893664"/>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Korea Times</a:t>
            </a:r>
          </a:p>
        </p:txBody>
      </p:sp>
      <p:sp>
        <p:nvSpPr>
          <p:cNvPr id="101" name="dot"/>
          <p:cNvSpPr>
            <a:spLocks noChangeAspect="1"/>
          </p:cNvSpPr>
          <p:nvPr/>
        </p:nvSpPr>
        <p:spPr>
          <a:xfrm>
            <a:off x="4420904" y="3754973"/>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2" name="evlab"/>
          <p:cNvSpPr txBox="1"/>
          <p:nvPr/>
        </p:nvSpPr>
        <p:spPr>
          <a:xfrm>
            <a:off x="3834904" y="3514973"/>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90 Day Korean</a:t>
            </a:r>
          </a:p>
        </p:txBody>
      </p:sp>
      <p:sp>
        <p:nvSpPr>
          <p:cNvPr id="103" name="dot"/>
          <p:cNvSpPr>
            <a:spLocks noChangeAspect="1"/>
          </p:cNvSpPr>
          <p:nvPr/>
        </p:nvSpPr>
        <p:spPr>
          <a:xfrm>
            <a:off x="5910921" y="3778973"/>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 name="evlab"/>
          <p:cNvSpPr txBox="1"/>
          <p:nvPr/>
        </p:nvSpPr>
        <p:spPr>
          <a:xfrm>
            <a:off x="5266197" y="3643009"/>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Korea Tourism</a:t>
            </a:r>
          </a:p>
        </p:txBody>
      </p:sp>
      <p:sp>
        <p:nvSpPr>
          <p:cNvPr id="105" name="dot"/>
          <p:cNvSpPr>
            <a:spLocks noChangeAspect="1"/>
          </p:cNvSpPr>
          <p:nvPr/>
        </p:nvSpPr>
        <p:spPr>
          <a:xfrm>
            <a:off x="7018121" y="3778973"/>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6" name="evlab"/>
          <p:cNvSpPr txBox="1"/>
          <p:nvPr/>
        </p:nvSpPr>
        <p:spPr>
          <a:xfrm>
            <a:off x="6408121" y="3469525"/>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Talk To Me In Korean</a:t>
            </a:r>
          </a:p>
        </p:txBody>
      </p:sp>
      <p:sp>
        <p:nvSpPr>
          <p:cNvPr id="107" name="dot"/>
          <p:cNvSpPr>
            <a:spLocks noChangeAspect="1"/>
          </p:cNvSpPr>
          <p:nvPr/>
        </p:nvSpPr>
        <p:spPr>
          <a:xfrm>
            <a:off x="3238848" y="4387501"/>
            <a:ext cx="182880" cy="182880"/>
          </a:xfrm>
          <a:prstGeom prst="ellipse">
            <a:avLst/>
          </a:prstGeom>
          <a:solidFill>
            <a:schemeClr val="accent4"/>
          </a:solidFill>
          <a:ln w="17000">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8" name="evlab"/>
          <p:cNvSpPr txBox="1"/>
          <p:nvPr/>
        </p:nvSpPr>
        <p:spPr>
          <a:xfrm>
            <a:off x="2652848" y="4147501"/>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Hwahae</a:t>
            </a:r>
          </a:p>
        </p:txBody>
      </p:sp>
      <p:sp>
        <p:nvSpPr>
          <p:cNvPr id="109" name="dot"/>
          <p:cNvSpPr>
            <a:spLocks noChangeAspect="1"/>
          </p:cNvSpPr>
          <p:nvPr/>
        </p:nvSpPr>
        <p:spPr>
          <a:xfrm>
            <a:off x="5326721" y="4640669"/>
            <a:ext cx="182880" cy="182880"/>
          </a:xfrm>
          <a:prstGeom prst="ellipse">
            <a:avLst/>
          </a:prstGeom>
          <a:solidFill>
            <a:schemeClr val="accent6">
              <a:lumMod val="75000"/>
            </a:schemeClr>
          </a:solidFill>
          <a:ln w="9525">
            <a:solidFill>
              <a:schemeClr val="accent2">
                <a:lumMod val="75000"/>
              </a:schemeClr>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0" name="evlab"/>
          <p:cNvSpPr txBox="1"/>
          <p:nvPr/>
        </p:nvSpPr>
        <p:spPr>
          <a:xfrm>
            <a:off x="4688718" y="4888542"/>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Soko Glam</a:t>
            </a:r>
          </a:p>
        </p:txBody>
      </p:sp>
      <p:sp>
        <p:nvSpPr>
          <p:cNvPr id="111" name="dot"/>
          <p:cNvSpPr>
            <a:spLocks noChangeAspect="1"/>
          </p:cNvSpPr>
          <p:nvPr/>
        </p:nvSpPr>
        <p:spPr>
          <a:xfrm>
            <a:off x="5846249" y="4618669"/>
            <a:ext cx="182880" cy="182880"/>
          </a:xfrm>
          <a:prstGeom prst="ellipse">
            <a:avLst/>
          </a:prstGeom>
          <a:solidFill>
            <a:schemeClr val="accent6">
              <a:lumMod val="75000"/>
            </a:schemeClr>
          </a:solidFill>
          <a:ln w="9525">
            <a:solidFill>
              <a:schemeClr val="accent2">
                <a:lumMod val="75000"/>
              </a:schemeClr>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2" name="evlab"/>
          <p:cNvSpPr txBox="1"/>
          <p:nvPr/>
        </p:nvSpPr>
        <p:spPr>
          <a:xfrm>
            <a:off x="5541145" y="4351237"/>
            <a:ext cx="783728"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Beauty of Joseon</a:t>
            </a:r>
          </a:p>
        </p:txBody>
      </p:sp>
      <p:sp>
        <p:nvSpPr>
          <p:cNvPr id="113" name="dot"/>
          <p:cNvSpPr>
            <a:spLocks noChangeAspect="1"/>
          </p:cNvSpPr>
          <p:nvPr/>
        </p:nvSpPr>
        <p:spPr>
          <a:xfrm>
            <a:off x="6469049" y="4618669"/>
            <a:ext cx="182880" cy="182880"/>
          </a:xfrm>
          <a:prstGeom prst="ellipse">
            <a:avLst/>
          </a:prstGeom>
          <a:solidFill>
            <a:schemeClr val="accent6">
              <a:lumMod val="75000"/>
            </a:schemeClr>
          </a:solidFill>
          <a:ln w="9525">
            <a:solidFill>
              <a:schemeClr val="accent2">
                <a:lumMod val="75000"/>
              </a:schemeClr>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4" name="evlab"/>
          <p:cNvSpPr txBox="1"/>
          <p:nvPr/>
        </p:nvSpPr>
        <p:spPr>
          <a:xfrm>
            <a:off x="5871337" y="4861813"/>
            <a:ext cx="1440000"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a:rPr>
              <a:t>COSRX</a:t>
            </a:r>
          </a:p>
        </p:txBody>
      </p:sp>
      <p:sp>
        <p:nvSpPr>
          <p:cNvPr id="115" name="dot"/>
          <p:cNvSpPr>
            <a:spLocks noChangeAspect="1"/>
          </p:cNvSpPr>
          <p:nvPr/>
        </p:nvSpPr>
        <p:spPr>
          <a:xfrm>
            <a:off x="7052801" y="4614957"/>
            <a:ext cx="182880" cy="182880"/>
          </a:xfrm>
          <a:prstGeom prst="ellipse">
            <a:avLst/>
          </a:prstGeom>
          <a:solidFill>
            <a:schemeClr val="accent6">
              <a:lumMod val="75000"/>
            </a:schemeClr>
          </a:solidFill>
          <a:ln w="9525">
            <a:solidFill>
              <a:schemeClr val="accent2">
                <a:lumMod val="75000"/>
              </a:schemeClr>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6" name="evlab"/>
          <p:cNvSpPr txBox="1"/>
          <p:nvPr/>
        </p:nvSpPr>
        <p:spPr>
          <a:xfrm>
            <a:off x="6458801" y="4374957"/>
            <a:ext cx="1440000" cy="225000"/>
          </a:xfrm>
          <a:prstGeom prst="rect">
            <a:avLst/>
          </a:prstGeom>
          <a:noFill/>
        </p:spPr>
        <p:txBody>
          <a:bodyPr wrap="square" lIns="0" tIns="0" rIns="0" bIns="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22A35"/>
                </a:solidFill>
                <a:effectLst/>
                <a:uLnTx/>
                <a:uFillTx/>
                <a:latin typeface="Arial"/>
                <a:ea typeface="+mn-ea"/>
                <a:cs typeface="Arial"/>
              </a:rPr>
              <a:t>YesStyle</a:t>
            </a:r>
          </a:p>
        </p:txBody>
      </p:sp>
      <p:sp>
        <p:nvSpPr>
          <p:cNvPr id="117" name="dot"/>
          <p:cNvSpPr>
            <a:spLocks noChangeAspect="1"/>
          </p:cNvSpPr>
          <p:nvPr/>
        </p:nvSpPr>
        <p:spPr>
          <a:xfrm>
            <a:off x="7677081" y="4596669"/>
            <a:ext cx="182880" cy="182880"/>
          </a:xfrm>
          <a:prstGeom prst="ellipse">
            <a:avLst/>
          </a:prstGeom>
          <a:solidFill>
            <a:schemeClr val="accent6">
              <a:lumMod val="75000"/>
            </a:schemeClr>
          </a:solidFill>
          <a:ln w="9525">
            <a:solidFill>
              <a:schemeClr val="accent2">
                <a:lumMod val="75000"/>
              </a:schemeClr>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8" name="evlab"/>
          <p:cNvSpPr txBox="1"/>
          <p:nvPr/>
        </p:nvSpPr>
        <p:spPr>
          <a:xfrm>
            <a:off x="7193553" y="4874669"/>
            <a:ext cx="1219056" cy="225000"/>
          </a:xfrm>
          <a:prstGeom prst="rect">
            <a:avLst/>
          </a:prstGeom>
          <a:noFill/>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222A35"/>
                </a:solidFill>
                <a:effectLst/>
                <a:uLnTx/>
                <a:uFillTx/>
                <a:latin typeface="Arial"/>
                <a:ea typeface="+mn-ea"/>
                <a:cs typeface="Arial"/>
              </a:rPr>
              <a:t>Olive Young</a:t>
            </a:r>
          </a:p>
        </p:txBody>
      </p:sp>
      <p:sp>
        <p:nvSpPr>
          <p:cNvPr id="175" name="dot"/>
          <p:cNvSpPr/>
          <p:nvPr/>
        </p:nvSpPr>
        <p:spPr>
          <a:xfrm>
            <a:off x="347136" y="2048256"/>
            <a:ext cx="171024" cy="183879"/>
          </a:xfrm>
          <a:prstGeom prst="ellipse">
            <a:avLst/>
          </a:prstGeom>
          <a:solidFill>
            <a:schemeClr val="accent4"/>
          </a:solidFill>
          <a:ln w="15875">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dot">
            <a:extLst>
              <a:ext uri="{FF2B5EF4-FFF2-40B4-BE49-F238E27FC236}">
                <a16:creationId xmlns:a16="http://schemas.microsoft.com/office/drawing/2014/main" id="{399A3134-35DE-4427-D317-C976460907FE}"/>
              </a:ext>
            </a:extLst>
          </p:cNvPr>
          <p:cNvSpPr/>
          <p:nvPr/>
        </p:nvSpPr>
        <p:spPr>
          <a:xfrm rot="2823932">
            <a:off x="8445324" y="4756145"/>
            <a:ext cx="208000" cy="208000"/>
          </a:xfrm>
          <a:prstGeom prst="plus">
            <a:avLst/>
          </a:prstGeom>
          <a:solidFill>
            <a:schemeClr val="tx1"/>
          </a:solidFill>
          <a:ln w="9525">
            <a:solidFill>
              <a:srgbClr val="FFFFFF"/>
            </a:solid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C3AC340-8430-6BF4-2CE5-9C729BFFA1D0}"/>
              </a:ext>
            </a:extLst>
          </p:cNvPr>
          <p:cNvSpPr/>
          <p:nvPr/>
        </p:nvSpPr>
        <p:spPr>
          <a:xfrm>
            <a:off x="8784941" y="1521608"/>
            <a:ext cx="3217312" cy="1499616"/>
          </a:xfrm>
          <a:prstGeom prst="rect">
            <a:avLst/>
          </a:prstGeom>
          <a:solidFill>
            <a:srgbClr val="FFFFFF"/>
          </a:solidFill>
          <a:ln w="12700">
            <a:solidFill>
              <a:srgbClr val="C9D3E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4">
            <a:extLst>
              <a:ext uri="{FF2B5EF4-FFF2-40B4-BE49-F238E27FC236}">
                <a16:creationId xmlns:a16="http://schemas.microsoft.com/office/drawing/2014/main" id="{C176BC23-A952-4DEF-0F57-5FA9BAEF576D}"/>
              </a:ext>
            </a:extLst>
          </p:cNvPr>
          <p:cNvSpPr txBox="1"/>
          <p:nvPr/>
        </p:nvSpPr>
        <p:spPr>
          <a:xfrm>
            <a:off x="8861870" y="1933578"/>
            <a:ext cx="3175970"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A2C80"/>
                </a:solidFill>
                <a:effectLst/>
                <a:uLnTx/>
                <a:uFillTx/>
                <a:latin typeface="Arial"/>
                <a:ea typeface="+mn-ea"/>
                <a:cs typeface="+mn-cs"/>
              </a:rPr>
              <a:t>50+ K-Beauty signals</a:t>
            </a:r>
            <a:endParaRPr kumimoji="0" sz="2400" b="1" i="0" u="none" strike="noStrike" kern="1200" cap="none" spc="0" normalizeH="0" baseline="0" noProof="0">
              <a:ln>
                <a:noFill/>
              </a:ln>
              <a:solidFill>
                <a:srgbClr val="1A2C80"/>
              </a:solidFill>
              <a:effectLst/>
              <a:uLnTx/>
              <a:uFillTx/>
              <a:latin typeface="Arial"/>
              <a:ea typeface="+mn-ea"/>
              <a:cs typeface="+mn-cs"/>
            </a:endParaRPr>
          </a:p>
        </p:txBody>
      </p:sp>
      <p:sp>
        <p:nvSpPr>
          <p:cNvPr id="131" name="TextBox 130">
            <a:extLst>
              <a:ext uri="{FF2B5EF4-FFF2-40B4-BE49-F238E27FC236}">
                <a16:creationId xmlns:a16="http://schemas.microsoft.com/office/drawing/2014/main" id="{44C50AEE-87E8-5B41-7AFD-0C93916511D0}"/>
              </a:ext>
            </a:extLst>
          </p:cNvPr>
          <p:cNvSpPr txBox="1"/>
          <p:nvPr/>
        </p:nvSpPr>
        <p:spPr>
          <a:xfrm>
            <a:off x="9039597" y="1695345"/>
            <a:ext cx="3089296" cy="184666"/>
          </a:xfrm>
          <a:prstGeom prst="rect">
            <a:avLst/>
          </a:prstGeom>
          <a:noFill/>
        </p:spPr>
        <p:txBody>
          <a:bodyPr wrap="square" lIns="0" tIns="0" rIns="0" bIns="0" anchor="t">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LATIS SEES</a:t>
            </a:r>
            <a:endParaRPr kumimoji="0"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
        <p:nvSpPr>
          <p:cNvPr id="134" name="TextBox 133">
            <a:extLst>
              <a:ext uri="{FF2B5EF4-FFF2-40B4-BE49-F238E27FC236}">
                <a16:creationId xmlns:a16="http://schemas.microsoft.com/office/drawing/2014/main" id="{9F54F284-0B3C-385E-7E3B-50BCB53772D3}"/>
              </a:ext>
            </a:extLst>
          </p:cNvPr>
          <p:cNvSpPr txBox="1"/>
          <p:nvPr/>
        </p:nvSpPr>
        <p:spPr>
          <a:xfrm>
            <a:off x="9009117" y="3411157"/>
            <a:ext cx="3089296" cy="184666"/>
          </a:xfrm>
          <a:prstGeom prst="rect">
            <a:avLst/>
          </a:prstGeom>
          <a:noFill/>
        </p:spPr>
        <p:txBody>
          <a:bodyPr wrap="square" lIns="0" tIns="0" rIns="0" bIns="0" anchor="t">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WALMART SEES</a:t>
            </a:r>
            <a:endParaRPr kumimoji="0"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
        <p:nvSpPr>
          <p:cNvPr id="136" name="Subtitle">
            <a:extLst>
              <a:ext uri="{FF2B5EF4-FFF2-40B4-BE49-F238E27FC236}">
                <a16:creationId xmlns:a16="http://schemas.microsoft.com/office/drawing/2014/main" id="{F3D2EF41-79BF-6E83-D6A4-9EC949158D4C}"/>
              </a:ext>
            </a:extLst>
          </p:cNvPr>
          <p:cNvSpPr txBox="1"/>
          <p:nvPr/>
        </p:nvSpPr>
        <p:spPr>
          <a:xfrm>
            <a:off x="8984153" y="3713719"/>
            <a:ext cx="2843785" cy="293552"/>
          </a:xfrm>
          <a:prstGeom prst="rect">
            <a:avLst/>
          </a:prstGeom>
          <a:noFill/>
        </p:spPr>
        <p:txBody>
          <a:bodyPr wrap="square" lIns="0" tIns="0" rIns="0" bIns="0" anchor="t"/>
          <a:lstStyle>
            <a:defPPr>
              <a:defRPr lang="en-US"/>
            </a:defPPr>
            <a:lvl1pPr>
              <a:defRPr sz="820" b="0" spc="30">
                <a:latin typeface="Arial"/>
                <a:cs typeface="Aria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30" normalizeH="0" baseline="0" noProof="0">
                <a:ln>
                  <a:noFill/>
                </a:ln>
                <a:solidFill>
                  <a:srgbClr val="000000"/>
                </a:solidFill>
                <a:effectLst/>
                <a:uLnTx/>
                <a:uFillTx/>
                <a:latin typeface="Arial"/>
                <a:ea typeface="+mn-ea"/>
                <a:cs typeface="Arial"/>
              </a:rPr>
              <a:t>Only the purchase — and only if it happens on Walmart.com, not at Olive Young</a:t>
            </a:r>
          </a:p>
        </p:txBody>
      </p:sp>
      <p:sp>
        <p:nvSpPr>
          <p:cNvPr id="137" name="Subtitle">
            <a:extLst>
              <a:ext uri="{FF2B5EF4-FFF2-40B4-BE49-F238E27FC236}">
                <a16:creationId xmlns:a16="http://schemas.microsoft.com/office/drawing/2014/main" id="{8FCE43DF-5529-205D-FEFE-938D282CC949}"/>
              </a:ext>
            </a:extLst>
          </p:cNvPr>
          <p:cNvSpPr txBox="1"/>
          <p:nvPr/>
        </p:nvSpPr>
        <p:spPr>
          <a:xfrm>
            <a:off x="8967451" y="2561109"/>
            <a:ext cx="2948165" cy="293552"/>
          </a:xfrm>
          <a:prstGeom prst="rect">
            <a:avLst/>
          </a:prstGeom>
          <a:noFill/>
        </p:spPr>
        <p:txBody>
          <a:bodyPr wrap="square" lIns="0" tIns="0" rIns="0" bIns="0" anchor="t"/>
          <a:lstStyle>
            <a:defPPr>
              <a:defRPr lang="en-US"/>
            </a:defPPr>
            <a:lvl1pPr>
              <a:defRPr sz="820" b="0" spc="30">
                <a:latin typeface="Arial"/>
                <a:cs typeface="Aria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30" normalizeH="0" baseline="0" noProof="0">
                <a:ln>
                  <a:noFill/>
                </a:ln>
                <a:solidFill>
                  <a:srgbClr val="000000"/>
                </a:solidFill>
                <a:effectLst/>
                <a:uLnTx/>
                <a:uFillTx/>
                <a:latin typeface="Arial"/>
                <a:ea typeface="+mn-ea"/>
                <a:cs typeface="Arial"/>
              </a:rPr>
              <a:t>The full journey — culture, related interests, shopping &amp; purchase signals, across 50+ types</a:t>
            </a:r>
          </a:p>
        </p:txBody>
      </p:sp>
      <p:sp>
        <p:nvSpPr>
          <p:cNvPr id="139" name="dot">
            <a:extLst>
              <a:ext uri="{FF2B5EF4-FFF2-40B4-BE49-F238E27FC236}">
                <a16:creationId xmlns:a16="http://schemas.microsoft.com/office/drawing/2014/main" id="{E0157D65-8F08-E7AF-8C37-44CC0ECBDBF9}"/>
              </a:ext>
            </a:extLst>
          </p:cNvPr>
          <p:cNvSpPr/>
          <p:nvPr/>
        </p:nvSpPr>
        <p:spPr>
          <a:xfrm>
            <a:off x="337992" y="2770632"/>
            <a:ext cx="171024" cy="183879"/>
          </a:xfrm>
          <a:prstGeom prst="ellipse">
            <a:avLst/>
          </a:prstGeom>
          <a:solidFill>
            <a:srgbClr val="4F6E94"/>
          </a:solidFill>
          <a:ln w="15875">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0" name="dot">
            <a:extLst>
              <a:ext uri="{FF2B5EF4-FFF2-40B4-BE49-F238E27FC236}">
                <a16:creationId xmlns:a16="http://schemas.microsoft.com/office/drawing/2014/main" id="{E6628CAF-6FA2-419D-7554-2A02CE30C650}"/>
              </a:ext>
            </a:extLst>
          </p:cNvPr>
          <p:cNvSpPr/>
          <p:nvPr/>
        </p:nvSpPr>
        <p:spPr>
          <a:xfrm>
            <a:off x="365424" y="3502152"/>
            <a:ext cx="171024" cy="183879"/>
          </a:xfrm>
          <a:prstGeom prst="ellipse">
            <a:avLst/>
          </a:prstGeom>
          <a:solidFill>
            <a:srgbClr val="1A2C80"/>
          </a:solidFill>
          <a:ln w="15875">
            <a:noFill/>
          </a:ln>
        </p:spPr>
        <p:txBody>
          <a:bodyPr lIns="20000" tIns="10000" rIns="20000" bIns="1000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ax1">
            <a:extLst>
              <a:ext uri="{FF2B5EF4-FFF2-40B4-BE49-F238E27FC236}">
                <a16:creationId xmlns:a16="http://schemas.microsoft.com/office/drawing/2014/main" id="{6EBC8EE2-7FD5-330C-FA78-9410A72C4382}"/>
              </a:ext>
            </a:extLst>
          </p:cNvPr>
          <p:cNvSpPr txBox="1"/>
          <p:nvPr/>
        </p:nvSpPr>
        <p:spPr>
          <a:xfrm>
            <a:off x="645352" y="1954092"/>
            <a:ext cx="1332342" cy="341051"/>
          </a:xfrm>
          <a:prstGeom prst="rect">
            <a:avLst/>
          </a:prstGeom>
          <a:noFill/>
        </p:spPr>
        <p:txBody>
          <a:bodyPr wrap="square"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Arial"/>
              </a:rPr>
              <a:t>Culture, Travel, Language Signals  </a:t>
            </a:r>
          </a:p>
        </p:txBody>
      </p:sp>
      <p:sp>
        <p:nvSpPr>
          <p:cNvPr id="142" name="ax1">
            <a:extLst>
              <a:ext uri="{FF2B5EF4-FFF2-40B4-BE49-F238E27FC236}">
                <a16:creationId xmlns:a16="http://schemas.microsoft.com/office/drawing/2014/main" id="{7E0F544D-EFC9-7B35-9230-7106FBC249F4}"/>
              </a:ext>
            </a:extLst>
          </p:cNvPr>
          <p:cNvSpPr txBox="1"/>
          <p:nvPr/>
        </p:nvSpPr>
        <p:spPr>
          <a:xfrm>
            <a:off x="636208" y="2700853"/>
            <a:ext cx="1384616" cy="220000"/>
          </a:xfrm>
          <a:prstGeom prst="rect">
            <a:avLst/>
          </a:prstGeom>
          <a:noFill/>
        </p:spPr>
        <p:txBody>
          <a:bodyPr wrap="square"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Arial"/>
              </a:rPr>
              <a:t>K-drama, TV, Fandom, K-pop Signals </a:t>
            </a:r>
          </a:p>
        </p:txBody>
      </p:sp>
      <p:sp>
        <p:nvSpPr>
          <p:cNvPr id="143" name="ax1">
            <a:extLst>
              <a:ext uri="{FF2B5EF4-FFF2-40B4-BE49-F238E27FC236}">
                <a16:creationId xmlns:a16="http://schemas.microsoft.com/office/drawing/2014/main" id="{F082F799-B892-4F55-B7EE-EA5623AF5036}"/>
              </a:ext>
            </a:extLst>
          </p:cNvPr>
          <p:cNvSpPr txBox="1"/>
          <p:nvPr/>
        </p:nvSpPr>
        <p:spPr>
          <a:xfrm>
            <a:off x="663640" y="3438469"/>
            <a:ext cx="1384616" cy="220000"/>
          </a:xfrm>
          <a:prstGeom prst="rect">
            <a:avLst/>
          </a:prstGeom>
          <a:noFill/>
        </p:spPr>
        <p:txBody>
          <a:bodyPr wrap="square"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Arial"/>
              </a:rPr>
              <a:t>Shopping &amp; Retail Signals </a:t>
            </a:r>
          </a:p>
        </p:txBody>
      </p:sp>
      <p:sp>
        <p:nvSpPr>
          <p:cNvPr id="176" name="Oval 175"/>
          <p:cNvSpPr/>
          <p:nvPr/>
        </p:nvSpPr>
        <p:spPr>
          <a:xfrm>
            <a:off x="351488" y="4164488"/>
            <a:ext cx="171024" cy="171024"/>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7" name="TextBox 176"/>
          <p:cNvSpPr txBox="1"/>
          <p:nvPr/>
        </p:nvSpPr>
        <p:spPr>
          <a:xfrm>
            <a:off x="632000" y="4150000"/>
            <a:ext cx="1360000" cy="660000"/>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595F6E"/>
                </a:solidFill>
                <a:effectLst/>
                <a:uLnTx/>
                <a:uFillTx/>
                <a:latin typeface="Arial"/>
                <a:ea typeface="+mn-ea"/>
                <a:cs typeface="+mn-cs"/>
              </a:rPr>
              <a:t>Related &amp; everyday interests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595F6E"/>
                </a:solidFill>
                <a:effectLst/>
                <a:uLnTx/>
                <a:uFillTx/>
                <a:latin typeface="Arial"/>
                <a:ea typeface="+mn-ea"/>
                <a:cs typeface="+mn-cs"/>
              </a:rPr>
              <a:t>non-obvious tells that over-index — Latis reads them, Walmart can't</a:t>
            </a:r>
          </a:p>
        </p:txBody>
      </p:sp>
      <p:sp>
        <p:nvSpPr>
          <p:cNvPr id="178" name="Oval 177"/>
          <p:cNvSpPr/>
          <p:nvPr/>
        </p:nvSpPr>
        <p:spPr>
          <a:xfrm>
            <a:off x="4457136" y="149448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9" name="TextBox 178"/>
          <p:cNvSpPr txBox="1"/>
          <p:nvPr/>
        </p:nvSpPr>
        <p:spPr>
          <a:xfrm>
            <a:off x="3854196" y="130759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HBO Max</a:t>
            </a:r>
          </a:p>
        </p:txBody>
      </p:sp>
      <p:sp>
        <p:nvSpPr>
          <p:cNvPr id="180" name="Oval 179"/>
          <p:cNvSpPr/>
          <p:nvPr/>
        </p:nvSpPr>
        <p:spPr>
          <a:xfrm>
            <a:off x="5691576" y="149448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1" name="TextBox 180"/>
          <p:cNvSpPr txBox="1"/>
          <p:nvPr/>
        </p:nvSpPr>
        <p:spPr>
          <a:xfrm>
            <a:off x="5088636" y="130759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Prime Video</a:t>
            </a:r>
          </a:p>
        </p:txBody>
      </p:sp>
      <p:sp>
        <p:nvSpPr>
          <p:cNvPr id="182" name="Oval 181"/>
          <p:cNvSpPr/>
          <p:nvPr/>
        </p:nvSpPr>
        <p:spPr>
          <a:xfrm>
            <a:off x="7995864" y="149448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3" name="TextBox 182"/>
          <p:cNvSpPr txBox="1"/>
          <p:nvPr/>
        </p:nvSpPr>
        <p:spPr>
          <a:xfrm>
            <a:off x="7392924" y="130759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Netflix</a:t>
            </a:r>
          </a:p>
        </p:txBody>
      </p:sp>
      <p:sp>
        <p:nvSpPr>
          <p:cNvPr id="184" name="Oval 183"/>
          <p:cNvSpPr/>
          <p:nvPr/>
        </p:nvSpPr>
        <p:spPr>
          <a:xfrm>
            <a:off x="3094680" y="149448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5" name="TextBox 184"/>
          <p:cNvSpPr txBox="1"/>
          <p:nvPr/>
        </p:nvSpPr>
        <p:spPr>
          <a:xfrm>
            <a:off x="2491740" y="130759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Crunchyroll</a:t>
            </a:r>
          </a:p>
        </p:txBody>
      </p:sp>
      <p:sp>
        <p:nvSpPr>
          <p:cNvPr id="186" name="Oval 185"/>
          <p:cNvSpPr/>
          <p:nvPr/>
        </p:nvSpPr>
        <p:spPr>
          <a:xfrm>
            <a:off x="6843720" y="149448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7" name="TextBox 186"/>
          <p:cNvSpPr txBox="1"/>
          <p:nvPr/>
        </p:nvSpPr>
        <p:spPr>
          <a:xfrm>
            <a:off x="6240780" y="130759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Disney+</a:t>
            </a:r>
          </a:p>
        </p:txBody>
      </p:sp>
      <p:sp>
        <p:nvSpPr>
          <p:cNvPr id="188" name="Oval 187"/>
          <p:cNvSpPr/>
          <p:nvPr/>
        </p:nvSpPr>
        <p:spPr>
          <a:xfrm>
            <a:off x="4813752" y="3259272"/>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9" name="TextBox 188"/>
          <p:cNvSpPr txBox="1"/>
          <p:nvPr/>
        </p:nvSpPr>
        <p:spPr>
          <a:xfrm>
            <a:off x="4210812" y="3410712"/>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TikTok</a:t>
            </a:r>
          </a:p>
        </p:txBody>
      </p:sp>
      <p:sp>
        <p:nvSpPr>
          <p:cNvPr id="190" name="Oval 189"/>
          <p:cNvSpPr/>
          <p:nvPr/>
        </p:nvSpPr>
        <p:spPr>
          <a:xfrm>
            <a:off x="2454600" y="33415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1" name="TextBox 190"/>
          <p:cNvSpPr txBox="1"/>
          <p:nvPr/>
        </p:nvSpPr>
        <p:spPr>
          <a:xfrm>
            <a:off x="1851660" y="34930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Pinterest</a:t>
            </a:r>
          </a:p>
        </p:txBody>
      </p:sp>
      <p:sp>
        <p:nvSpPr>
          <p:cNvPr id="192" name="Oval 191"/>
          <p:cNvSpPr/>
          <p:nvPr/>
        </p:nvSpPr>
        <p:spPr>
          <a:xfrm>
            <a:off x="6843720" y="414624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3" name="TextBox 192"/>
          <p:cNvSpPr txBox="1"/>
          <p:nvPr/>
        </p:nvSpPr>
        <p:spPr>
          <a:xfrm>
            <a:off x="6240780" y="4297680"/>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Instagram</a:t>
            </a:r>
          </a:p>
        </p:txBody>
      </p:sp>
      <p:sp>
        <p:nvSpPr>
          <p:cNvPr id="194" name="Oval 193"/>
          <p:cNvSpPr/>
          <p:nvPr/>
        </p:nvSpPr>
        <p:spPr>
          <a:xfrm>
            <a:off x="2427168" y="2555184"/>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5" name="TextBox 194"/>
          <p:cNvSpPr txBox="1"/>
          <p:nvPr/>
        </p:nvSpPr>
        <p:spPr>
          <a:xfrm>
            <a:off x="1824228" y="2706624"/>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Reddit</a:t>
            </a:r>
          </a:p>
        </p:txBody>
      </p:sp>
      <p:sp>
        <p:nvSpPr>
          <p:cNvPr id="196" name="Oval 195"/>
          <p:cNvSpPr/>
          <p:nvPr/>
        </p:nvSpPr>
        <p:spPr>
          <a:xfrm>
            <a:off x="6889440" y="3231840"/>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7" name="TextBox 196"/>
          <p:cNvSpPr txBox="1"/>
          <p:nvPr/>
        </p:nvSpPr>
        <p:spPr>
          <a:xfrm>
            <a:off x="6286500" y="3383280"/>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YouTube</a:t>
            </a:r>
          </a:p>
        </p:txBody>
      </p:sp>
      <p:sp>
        <p:nvSpPr>
          <p:cNvPr id="198" name="Oval 197"/>
          <p:cNvSpPr/>
          <p:nvPr/>
        </p:nvSpPr>
        <p:spPr>
          <a:xfrm>
            <a:off x="2546040" y="51703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9" name="TextBox 198"/>
          <p:cNvSpPr txBox="1"/>
          <p:nvPr/>
        </p:nvSpPr>
        <p:spPr>
          <a:xfrm>
            <a:off x="1943100" y="53218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Sephora</a:t>
            </a:r>
          </a:p>
        </p:txBody>
      </p:sp>
      <p:sp>
        <p:nvSpPr>
          <p:cNvPr id="200" name="Oval 199"/>
          <p:cNvSpPr/>
          <p:nvPr/>
        </p:nvSpPr>
        <p:spPr>
          <a:xfrm>
            <a:off x="3917639" y="51703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1" name="TextBox 200"/>
          <p:cNvSpPr txBox="1"/>
          <p:nvPr/>
        </p:nvSpPr>
        <p:spPr>
          <a:xfrm>
            <a:off x="3314699" y="53218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Ulta</a:t>
            </a:r>
          </a:p>
        </p:txBody>
      </p:sp>
      <p:sp>
        <p:nvSpPr>
          <p:cNvPr id="202" name="Oval 201"/>
          <p:cNvSpPr/>
          <p:nvPr/>
        </p:nvSpPr>
        <p:spPr>
          <a:xfrm>
            <a:off x="4969200" y="51703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3" name="TextBox 202"/>
          <p:cNvSpPr txBox="1"/>
          <p:nvPr/>
        </p:nvSpPr>
        <p:spPr>
          <a:xfrm>
            <a:off x="4366260" y="53218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H Mart</a:t>
            </a:r>
          </a:p>
        </p:txBody>
      </p:sp>
      <p:sp>
        <p:nvSpPr>
          <p:cNvPr id="204" name="Oval 203"/>
          <p:cNvSpPr/>
          <p:nvPr/>
        </p:nvSpPr>
        <p:spPr>
          <a:xfrm>
            <a:off x="6029904" y="51703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5" name="TextBox 204"/>
          <p:cNvSpPr txBox="1"/>
          <p:nvPr/>
        </p:nvSpPr>
        <p:spPr>
          <a:xfrm>
            <a:off x="5426964" y="53218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iHerb</a:t>
            </a:r>
          </a:p>
        </p:txBody>
      </p:sp>
      <p:sp>
        <p:nvSpPr>
          <p:cNvPr id="206" name="Oval 205"/>
          <p:cNvSpPr/>
          <p:nvPr/>
        </p:nvSpPr>
        <p:spPr>
          <a:xfrm>
            <a:off x="7127184" y="5170368"/>
            <a:ext cx="120000" cy="120000"/>
          </a:xfrm>
          <a:prstGeom prst="ellipse">
            <a:avLst/>
          </a:prstGeom>
          <a:solidFill>
            <a:srgbClr val="B7B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7" name="TextBox 206"/>
          <p:cNvSpPr txBox="1"/>
          <p:nvPr/>
        </p:nvSpPr>
        <p:spPr>
          <a:xfrm>
            <a:off x="6524244" y="5321808"/>
            <a:ext cx="1325880" cy="210000"/>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8A93A4"/>
                </a:solidFill>
                <a:effectLst/>
                <a:uLnTx/>
                <a:uFillTx/>
                <a:latin typeface="Arial"/>
                <a:ea typeface="+mn-ea"/>
                <a:cs typeface="+mn-cs"/>
              </a:rPr>
              <a:t>Trader Joe's</a:t>
            </a:r>
          </a:p>
        </p:txBody>
      </p:sp>
      <p:sp>
        <p:nvSpPr>
          <p:cNvPr id="208" name="Oval 207"/>
          <p:cNvSpPr/>
          <p:nvPr/>
        </p:nvSpPr>
        <p:spPr>
          <a:xfrm>
            <a:off x="7616952" y="4535424"/>
            <a:ext cx="310896" cy="310896"/>
          </a:xfrm>
          <a:prstGeom prst="ellipse">
            <a:avLst/>
          </a:prstGeom>
          <a:noFill/>
          <a:ln w="25400">
            <a:solidFill>
              <a:srgbClr val="C278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9" name="Rounded Rectangle 208"/>
          <p:cNvSpPr/>
          <p:nvPr/>
        </p:nvSpPr>
        <p:spPr>
          <a:xfrm>
            <a:off x="7246620" y="4187952"/>
            <a:ext cx="1051560" cy="237744"/>
          </a:xfrm>
          <a:prstGeom prst="roundRect">
            <a:avLst>
              <a:gd name="adj" fmla="val 32000"/>
            </a:avLst>
          </a:prstGeom>
          <a:solidFill>
            <a:srgbClr val="C2783A"/>
          </a:solidFill>
          <a:ln>
            <a:noFill/>
          </a:ln>
          <a:effectLst/>
        </p:spPr>
        <p:style>
          <a:lnRef idx="1">
            <a:schemeClr val="accent1"/>
          </a:lnRef>
          <a:fillRef idx="3">
            <a:schemeClr val="accent1"/>
          </a:fillRef>
          <a:effectRef idx="2">
            <a:schemeClr val="accent1"/>
          </a:effectRef>
          <a:fontRef idx="minor">
            <a:schemeClr val="lt1"/>
          </a:fontRef>
        </p:style>
        <p:txBody>
          <a:bodyPr wrap="square" lIns="8000" tIns="8000" rIns="8000" bIns="8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PURCHASE</a:t>
            </a:r>
            <a:r>
              <a:rPr kumimoji="0" lang="en-US" sz="850" b="1" i="0" u="none" strike="noStrike" kern="1200" cap="none" spc="0" normalizeH="0" baseline="0" noProof="0">
                <a:ln>
                  <a:noFill/>
                </a:ln>
                <a:solidFill>
                  <a:srgbClr val="FFFFFF"/>
                </a:solidFill>
                <a:effectLst/>
                <a:uLnTx/>
                <a:uFillTx/>
                <a:latin typeface="Arial"/>
                <a:ea typeface="+mn-ea"/>
                <a:cs typeface="+mn-cs"/>
              </a:rPr>
              <a:t> </a:t>
            </a:r>
            <a:r>
              <a:rPr kumimoji="0" lang="en-US" sz="800" i="0" u="none" strike="noStrike" kern="1200" cap="none" spc="0" normalizeH="0" baseline="0" noProof="0">
                <a:ln>
                  <a:noFill/>
                </a:ln>
                <a:solidFill>
                  <a:srgbClr val="FFFFFF"/>
                </a:solidFill>
                <a:effectLst/>
                <a:uLnTx/>
                <a:uFillTx/>
                <a:latin typeface="Arial"/>
                <a:ea typeface="+mn-ea"/>
                <a:cs typeface="+mn-cs"/>
              </a:rPr>
              <a:t>(assumed)</a:t>
            </a:r>
            <a:endParaRPr kumimoji="0" sz="850" i="0" u="none" strike="noStrike" kern="1200" cap="none" spc="0" normalizeH="0" baseline="0" noProof="0">
              <a:ln>
                <a:noFill/>
              </a:ln>
              <a:solidFill>
                <a:srgbClr val="FFFFFF"/>
              </a:solidFill>
              <a:effectLst/>
              <a:uLnTx/>
              <a:uFillTx/>
              <a:latin typeface="Arial"/>
              <a:ea typeface="+mn-ea"/>
              <a:cs typeface="+mn-cs"/>
            </a:endParaRPr>
          </a:p>
        </p:txBody>
      </p:sp>
      <p:cxnSp>
        <p:nvCxnSpPr>
          <p:cNvPr id="210" name="Connector 209"/>
          <p:cNvCxnSpPr/>
          <p:nvPr/>
        </p:nvCxnSpPr>
        <p:spPr>
          <a:xfrm>
            <a:off x="7927848" y="4690872"/>
            <a:ext cx="521208" cy="164592"/>
          </a:xfrm>
          <a:prstGeom prst="line">
            <a:avLst/>
          </a:prstGeom>
          <a:ln w="15875">
            <a:solidFill>
              <a:srgbClr val="C2783A"/>
            </a:solidFill>
            <a:prstDash val="dash"/>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764AD1B9-4026-986F-D419-C0CB21D6E8AB}"/>
              </a:ext>
            </a:extLst>
          </p:cNvPr>
          <p:cNvSpPr/>
          <p:nvPr/>
        </p:nvSpPr>
        <p:spPr>
          <a:xfrm>
            <a:off x="9518904" y="0"/>
            <a:ext cx="2673096" cy="905256"/>
          </a:xfrm>
          <a:prstGeom prst="rect">
            <a:avLst/>
          </a:prstGeom>
          <a:solidFill>
            <a:srgbClr val="E4E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le 2"/>
          <p:cNvSpPr txBox="1">
            <a:spLocks/>
          </p:cNvSpPr>
          <p:nvPr/>
        </p:nvSpPr>
        <p:spPr>
          <a:xfrm>
            <a:off x="335424" y="248289"/>
            <a:ext cx="8933935" cy="513966"/>
          </a:xfrm>
          <a:prstGeom prst="rect">
            <a:avLst/>
          </a:prstGeom>
        </p:spPr>
        <p:txBody>
          <a:bodyPr anchor="t"/>
          <a:lstStyle>
            <a:lvl1pPr algn="l" defTabSz="914377" rtl="0" eaLnBrk="1" latinLnBrk="0" hangingPunct="1">
              <a:lnSpc>
                <a:spcPct val="90000"/>
              </a:lnSpc>
              <a:spcBef>
                <a:spcPct val="0"/>
              </a:spcBef>
              <a:buNone/>
              <a:defRPr lang="en-US" sz="2000" b="0" kern="1200" dirty="0">
                <a:solidFill>
                  <a:schemeClr val="tx1"/>
                </a:solidFill>
                <a:latin typeface="+mj-lt"/>
                <a:ea typeface="+mj-ea"/>
                <a:cs typeface="+mj-cs"/>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a:ea typeface="+mj-ea"/>
                <a:cs typeface="+mj-cs"/>
              </a:rPr>
              <a:t>What Latis Sees: K-Beauty relevance, context &amp; intent in motion</a:t>
            </a:r>
          </a:p>
        </p:txBody>
      </p:sp>
      <p:sp>
        <p:nvSpPr>
          <p:cNvPr id="5" name="TextBox 4"/>
          <p:cNvSpPr txBox="1"/>
          <p:nvPr/>
        </p:nvSpPr>
        <p:spPr>
          <a:xfrm>
            <a:off x="442063" y="640559"/>
            <a:ext cx="9550000" cy="2153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true Latis asset is the view of the whole journey, not just a single K-Beauty moment</a:t>
            </a:r>
            <a:endParaRPr kumimoji="0" lang="en-US" sz="1250" b="0" i="0" u="none" strike="noStrike" kern="1200" cap="none" spc="0" normalizeH="0" baseline="0" noProof="0">
              <a:ln>
                <a:noFill/>
              </a:ln>
              <a:solidFill>
                <a:srgbClr val="000000"/>
              </a:solidFill>
              <a:effectLst/>
              <a:uLnTx/>
              <a:uFillTx/>
              <a:latin typeface="Arial"/>
              <a:ea typeface="+mn-ea"/>
              <a:cs typeface="+mn-cs"/>
            </a:endParaRPr>
          </a:p>
        </p:txBody>
      </p:sp>
      <p:pic>
        <p:nvPicPr>
          <p:cNvPr id="26" name="Picture 25" descr="kbeauty_explorer_HH1.gif">
            <a:hlinkClick r:id="" action="ppaction://noaction"/>
          </p:cNvPr>
          <p:cNvPicPr>
            <a:picLocks noChangeAspect="1"/>
          </p:cNvPicPr>
          <p:nvPr/>
        </p:nvPicPr>
        <p:blipFill>
          <a:blip r:embed="rId3"/>
          <a:stretch>
            <a:fillRect/>
          </a:stretch>
        </p:blipFill>
        <p:spPr>
          <a:xfrm>
            <a:off x="233381" y="2367014"/>
            <a:ext cx="7098067" cy="3827389"/>
          </a:xfrm>
          <a:prstGeom prst="rect">
            <a:avLst/>
          </a:prstGeom>
          <a:ln w="9525">
            <a:solidFill>
              <a:srgbClr val="C9D3E2"/>
            </a:solidFill>
          </a:ln>
        </p:spPr>
      </p:pic>
      <p:sp>
        <p:nvSpPr>
          <p:cNvPr id="30" name="Enlarge Button">
            <a:hlinkClick r:id="" action="ppaction://noaction"/>
          </p:cNvPr>
          <p:cNvSpPr/>
          <p:nvPr/>
        </p:nvSpPr>
        <p:spPr>
          <a:xfrm>
            <a:off x="10223755" y="167640"/>
            <a:ext cx="1755648" cy="360000"/>
          </a:xfrm>
          <a:prstGeom prst="roundRect">
            <a:avLst>
              <a:gd name="adj" fmla="val 50000"/>
            </a:avLst>
          </a:prstGeom>
          <a:solidFill>
            <a:srgbClr val="1A2C80"/>
          </a:solidFill>
          <a:ln>
            <a:noFill/>
          </a:ln>
          <a:effectLst/>
        </p:spPr>
        <p:txBody>
          <a:bodyPr wrap="non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60" normalizeH="0" baseline="0" noProof="0">
                <a:ln>
                  <a:noFill/>
                </a:ln>
                <a:solidFill>
                  <a:srgbClr val="FFFFFF"/>
                </a:solidFill>
                <a:effectLst/>
                <a:uLnTx/>
                <a:uFillTx/>
                <a:latin typeface="Arial"/>
                <a:ea typeface="+mn-ea"/>
                <a:cs typeface="+mn-cs"/>
              </a:rPr>
              <a:t>↗  ENLARGE</a:t>
            </a:r>
          </a:p>
        </p:txBody>
      </p:sp>
      <p:cxnSp>
        <p:nvCxnSpPr>
          <p:cNvPr id="3" name="Straight Arrow Connector 2">
            <a:extLst>
              <a:ext uri="{FF2B5EF4-FFF2-40B4-BE49-F238E27FC236}">
                <a16:creationId xmlns:a16="http://schemas.microsoft.com/office/drawing/2014/main" id="{CAA1CCF3-2CCD-27A4-D5A5-1EFF14E4046B}"/>
              </a:ext>
            </a:extLst>
          </p:cNvPr>
          <p:cNvCxnSpPr>
            <a:cxnSpLocks/>
          </p:cNvCxnSpPr>
          <p:nvPr/>
        </p:nvCxnSpPr>
        <p:spPr>
          <a:xfrm flipV="1">
            <a:off x="6484292" y="1929384"/>
            <a:ext cx="0" cy="9966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1DEED86-CB24-C9FE-8F5B-E6E32E8A2517}"/>
              </a:ext>
            </a:extLst>
          </p:cNvPr>
          <p:cNvSpPr txBox="1"/>
          <p:nvPr/>
        </p:nvSpPr>
        <p:spPr>
          <a:xfrm>
            <a:off x="5102525" y="1441834"/>
            <a:ext cx="2523572"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Features derived from embedding constantly change with new signal</a:t>
            </a:r>
          </a:p>
        </p:txBody>
      </p:sp>
      <p:cxnSp>
        <p:nvCxnSpPr>
          <p:cNvPr id="7" name="Straight Arrow Connector 6">
            <a:extLst>
              <a:ext uri="{FF2B5EF4-FFF2-40B4-BE49-F238E27FC236}">
                <a16:creationId xmlns:a16="http://schemas.microsoft.com/office/drawing/2014/main" id="{476E1F75-AE71-1B9D-2B6C-3DF101C4BD55}"/>
              </a:ext>
            </a:extLst>
          </p:cNvPr>
          <p:cNvCxnSpPr>
            <a:cxnSpLocks/>
            <a:endCxn id="10" idx="2"/>
          </p:cNvCxnSpPr>
          <p:nvPr/>
        </p:nvCxnSpPr>
        <p:spPr>
          <a:xfrm flipV="1">
            <a:off x="1241504" y="1872721"/>
            <a:ext cx="0" cy="925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3C6CBC6-72C9-4D29-5B97-EC9FF748D8AE}"/>
              </a:ext>
            </a:extLst>
          </p:cNvPr>
          <p:cNvSpPr txBox="1"/>
          <p:nvPr/>
        </p:nvSpPr>
        <p:spPr>
          <a:xfrm>
            <a:off x="389031" y="1441834"/>
            <a:ext cx="1704945"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Activity across video, web, and device</a:t>
            </a:r>
          </a:p>
        </p:txBody>
      </p:sp>
      <p:cxnSp>
        <p:nvCxnSpPr>
          <p:cNvPr id="11" name="Straight Arrow Connector 10">
            <a:extLst>
              <a:ext uri="{FF2B5EF4-FFF2-40B4-BE49-F238E27FC236}">
                <a16:creationId xmlns:a16="http://schemas.microsoft.com/office/drawing/2014/main" id="{3DD97584-284D-05B2-B329-F4B0B9DC1814}"/>
              </a:ext>
            </a:extLst>
          </p:cNvPr>
          <p:cNvCxnSpPr>
            <a:cxnSpLocks/>
          </p:cNvCxnSpPr>
          <p:nvPr/>
        </p:nvCxnSpPr>
        <p:spPr>
          <a:xfrm flipV="1">
            <a:off x="3622603" y="2139688"/>
            <a:ext cx="0" cy="3355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714B791-8C1C-D37F-3D95-2E86071549C9}"/>
              </a:ext>
            </a:extLst>
          </p:cNvPr>
          <p:cNvSpPr txBox="1"/>
          <p:nvPr/>
        </p:nvSpPr>
        <p:spPr>
          <a:xfrm>
            <a:off x="2417174" y="1617361"/>
            <a:ext cx="2429145"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Top video, device, and web activity during the week </a:t>
            </a:r>
          </a:p>
        </p:txBody>
      </p:sp>
      <p:sp>
        <p:nvSpPr>
          <p:cNvPr id="17" name="Rectangle 16">
            <a:extLst>
              <a:ext uri="{FF2B5EF4-FFF2-40B4-BE49-F238E27FC236}">
                <a16:creationId xmlns:a16="http://schemas.microsoft.com/office/drawing/2014/main" id="{D38CF985-8ECE-0634-22B7-5B1E10466148}"/>
              </a:ext>
            </a:extLst>
          </p:cNvPr>
          <p:cNvSpPr/>
          <p:nvPr/>
        </p:nvSpPr>
        <p:spPr>
          <a:xfrm>
            <a:off x="7883504" y="987552"/>
            <a:ext cx="3657600" cy="5184648"/>
          </a:xfrm>
          <a:prstGeom prst="rect">
            <a:avLst/>
          </a:prstGeom>
          <a:solidFill>
            <a:srgbClr val="FFFFFF"/>
          </a:solidFill>
          <a:ln w="12700">
            <a:solidFill>
              <a:srgbClr val="C9D3E2"/>
            </a:solidFill>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5E55BD42-91B5-DD03-832C-480FDFBA337D}"/>
              </a:ext>
            </a:extLst>
          </p:cNvPr>
          <p:cNvSpPr txBox="1"/>
          <p:nvPr/>
        </p:nvSpPr>
        <p:spPr>
          <a:xfrm>
            <a:off x="8139053" y="2184122"/>
            <a:ext cx="3328416" cy="6400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1A2C80"/>
                </a:solidFill>
                <a:effectLst/>
                <a:uLnTx/>
                <a:uFillTx/>
                <a:latin typeface="Arial"/>
                <a:ea typeface="+mn-ea"/>
                <a:cs typeface="+mn-cs"/>
              </a:rPr>
              <a:t>55,000+</a:t>
            </a:r>
          </a:p>
        </p:txBody>
      </p:sp>
      <p:sp>
        <p:nvSpPr>
          <p:cNvPr id="19" name="TextBox 18">
            <a:extLst>
              <a:ext uri="{FF2B5EF4-FFF2-40B4-BE49-F238E27FC236}">
                <a16:creationId xmlns:a16="http://schemas.microsoft.com/office/drawing/2014/main" id="{4CD211DD-1C15-2710-1544-3DD45B166C2A}"/>
              </a:ext>
            </a:extLst>
          </p:cNvPr>
          <p:cNvSpPr txBox="1"/>
          <p:nvPr/>
        </p:nvSpPr>
        <p:spPr>
          <a:xfrm>
            <a:off x="8139053" y="2755990"/>
            <a:ext cx="3328416"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Arial"/>
                <a:ea typeface="+mn-ea"/>
                <a:cs typeface="+mn-cs"/>
              </a:rPr>
              <a:t>signals observed</a:t>
            </a:r>
          </a:p>
        </p:txBody>
      </p:sp>
      <p:sp>
        <p:nvSpPr>
          <p:cNvPr id="21" name="TextBox 20">
            <a:extLst>
              <a:ext uri="{FF2B5EF4-FFF2-40B4-BE49-F238E27FC236}">
                <a16:creationId xmlns:a16="http://schemas.microsoft.com/office/drawing/2014/main" id="{FD51B8CA-C7E4-CA52-8169-D44029218699}"/>
              </a:ext>
            </a:extLst>
          </p:cNvPr>
          <p:cNvSpPr txBox="1"/>
          <p:nvPr/>
        </p:nvSpPr>
        <p:spPr>
          <a:xfrm>
            <a:off x="8139053" y="2976753"/>
            <a:ext cx="3328416" cy="14619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000000"/>
                </a:solidFill>
                <a:effectLst/>
                <a:uLnTx/>
                <a:uFillTx/>
                <a:latin typeface="Arial"/>
                <a:ea typeface="+mn-ea"/>
                <a:cs typeface="+mn-cs"/>
              </a:rPr>
              <a:t>every web, video &amp; device event</a:t>
            </a:r>
          </a:p>
        </p:txBody>
      </p:sp>
      <p:sp>
        <p:nvSpPr>
          <p:cNvPr id="23" name="TextBox 22">
            <a:extLst>
              <a:ext uri="{FF2B5EF4-FFF2-40B4-BE49-F238E27FC236}">
                <a16:creationId xmlns:a16="http://schemas.microsoft.com/office/drawing/2014/main" id="{6E28F4AC-2E8D-C02E-D5C3-E14DDE61A946}"/>
              </a:ext>
            </a:extLst>
          </p:cNvPr>
          <p:cNvSpPr txBox="1"/>
          <p:nvPr/>
        </p:nvSpPr>
        <p:spPr>
          <a:xfrm>
            <a:off x="8139053" y="4790162"/>
            <a:ext cx="3328416" cy="6400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1A2C80"/>
                </a:solidFill>
                <a:effectLst/>
                <a:uLnTx/>
                <a:uFillTx/>
                <a:latin typeface="Arial"/>
                <a:ea typeface="+mn-ea"/>
                <a:cs typeface="+mn-cs"/>
              </a:rPr>
              <a:t>1,400+</a:t>
            </a:r>
          </a:p>
        </p:txBody>
      </p:sp>
      <p:sp>
        <p:nvSpPr>
          <p:cNvPr id="24" name="TextBox 23">
            <a:extLst>
              <a:ext uri="{FF2B5EF4-FFF2-40B4-BE49-F238E27FC236}">
                <a16:creationId xmlns:a16="http://schemas.microsoft.com/office/drawing/2014/main" id="{AFD15975-0004-C8A7-FE0D-388B53BE76DA}"/>
              </a:ext>
            </a:extLst>
          </p:cNvPr>
          <p:cNvSpPr txBox="1"/>
          <p:nvPr/>
        </p:nvSpPr>
        <p:spPr>
          <a:xfrm>
            <a:off x="8139053" y="5373181"/>
            <a:ext cx="3328416"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Arial"/>
                <a:ea typeface="+mn-ea"/>
                <a:cs typeface="+mn-cs"/>
              </a:rPr>
              <a:t>signals classified high-intent</a:t>
            </a:r>
            <a:r>
              <a:rPr kumimoji="0" lang="en-US" sz="1100" b="1" i="0" u="none" strike="noStrike" kern="1200" cap="none" spc="0" normalizeH="0" baseline="0" noProof="0">
                <a:ln>
                  <a:noFill/>
                </a:ln>
                <a:solidFill>
                  <a:srgbClr val="000000"/>
                </a:solidFill>
                <a:effectLst/>
                <a:uLnTx/>
                <a:uFillTx/>
                <a:latin typeface="Arial"/>
                <a:ea typeface="+mn-ea"/>
                <a:cs typeface="+mn-cs"/>
              </a:rPr>
              <a:t>*</a:t>
            </a:r>
            <a:endParaRPr kumimoji="0" sz="1100" b="1" i="0" u="none" strike="noStrike" kern="1200" cap="none" spc="0" normalizeH="0" baseline="0" noProof="0">
              <a:ln>
                <a:noFill/>
              </a:ln>
              <a:solidFill>
                <a:srgbClr val="000000"/>
              </a:solidFill>
              <a:effectLst/>
              <a:uLnTx/>
              <a:uFillTx/>
              <a:latin typeface="Arial"/>
              <a:ea typeface="+mn-ea"/>
              <a:cs typeface="+mn-cs"/>
            </a:endParaRPr>
          </a:p>
        </p:txBody>
      </p:sp>
      <p:sp>
        <p:nvSpPr>
          <p:cNvPr id="25" name="TextBox 24">
            <a:extLst>
              <a:ext uri="{FF2B5EF4-FFF2-40B4-BE49-F238E27FC236}">
                <a16:creationId xmlns:a16="http://schemas.microsoft.com/office/drawing/2014/main" id="{7BA0D68D-E901-9C92-6A48-55BDE753DBF6}"/>
              </a:ext>
            </a:extLst>
          </p:cNvPr>
          <p:cNvSpPr txBox="1"/>
          <p:nvPr/>
        </p:nvSpPr>
        <p:spPr>
          <a:xfrm>
            <a:off x="8139053" y="5593944"/>
            <a:ext cx="3328416" cy="14619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000000"/>
                </a:solidFill>
                <a:effectLst/>
                <a:uLnTx/>
                <a:uFillTx/>
                <a:latin typeface="Arial"/>
                <a:ea typeface="+mn-ea"/>
                <a:cs typeface="+mn-cs"/>
              </a:rPr>
              <a:t>commerce, finance, travel, retail</a:t>
            </a:r>
          </a:p>
        </p:txBody>
      </p:sp>
      <p:sp>
        <p:nvSpPr>
          <p:cNvPr id="28" name="TextBox 27">
            <a:extLst>
              <a:ext uri="{FF2B5EF4-FFF2-40B4-BE49-F238E27FC236}">
                <a16:creationId xmlns:a16="http://schemas.microsoft.com/office/drawing/2014/main" id="{2CBF668C-3035-6E03-9BEE-8ECF3B38B5F5}"/>
              </a:ext>
            </a:extLst>
          </p:cNvPr>
          <p:cNvSpPr txBox="1"/>
          <p:nvPr/>
        </p:nvSpPr>
        <p:spPr>
          <a:xfrm>
            <a:off x="8139053" y="3445994"/>
            <a:ext cx="3328416" cy="6400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1A2C80"/>
                </a:solidFill>
                <a:effectLst/>
                <a:uLnTx/>
                <a:uFillTx/>
                <a:latin typeface="Arial"/>
                <a:ea typeface="+mn-ea"/>
                <a:cs typeface="+mn-cs"/>
              </a:rPr>
              <a:t>21</a:t>
            </a:r>
          </a:p>
        </p:txBody>
      </p:sp>
      <p:sp>
        <p:nvSpPr>
          <p:cNvPr id="29" name="TextBox 28">
            <a:extLst>
              <a:ext uri="{FF2B5EF4-FFF2-40B4-BE49-F238E27FC236}">
                <a16:creationId xmlns:a16="http://schemas.microsoft.com/office/drawing/2014/main" id="{02868852-6443-2C3C-CB32-2E1826EBB4D9}"/>
              </a:ext>
            </a:extLst>
          </p:cNvPr>
          <p:cNvSpPr txBox="1"/>
          <p:nvPr/>
        </p:nvSpPr>
        <p:spPr>
          <a:xfrm>
            <a:off x="8139053" y="4029013"/>
            <a:ext cx="3328416" cy="16927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0000"/>
                </a:solidFill>
                <a:effectLst/>
                <a:uLnTx/>
                <a:uFillTx/>
                <a:latin typeface="Arial"/>
                <a:ea typeface="+mn-ea"/>
                <a:cs typeface="+mn-cs"/>
              </a:rPr>
              <a:t>K-Beauty signals</a:t>
            </a:r>
          </a:p>
        </p:txBody>
      </p:sp>
      <p:sp>
        <p:nvSpPr>
          <p:cNvPr id="31" name="TextBox 30">
            <a:extLst>
              <a:ext uri="{FF2B5EF4-FFF2-40B4-BE49-F238E27FC236}">
                <a16:creationId xmlns:a16="http://schemas.microsoft.com/office/drawing/2014/main" id="{2B96FAE3-F906-08B6-FB05-150B3CC35254}"/>
              </a:ext>
            </a:extLst>
          </p:cNvPr>
          <p:cNvSpPr txBox="1"/>
          <p:nvPr/>
        </p:nvSpPr>
        <p:spPr>
          <a:xfrm>
            <a:off x="8139053" y="4249776"/>
            <a:ext cx="3328416" cy="14619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000000"/>
                </a:solidFill>
                <a:effectLst/>
                <a:uLnTx/>
                <a:uFillTx/>
                <a:latin typeface="Arial"/>
                <a:ea typeface="+mn-ea"/>
                <a:cs typeface="+mn-cs"/>
              </a:rPr>
              <a:t>the needle Latis isolates</a:t>
            </a:r>
          </a:p>
        </p:txBody>
      </p:sp>
      <p:sp>
        <p:nvSpPr>
          <p:cNvPr id="33" name="TextBox 32">
            <a:extLst>
              <a:ext uri="{FF2B5EF4-FFF2-40B4-BE49-F238E27FC236}">
                <a16:creationId xmlns:a16="http://schemas.microsoft.com/office/drawing/2014/main" id="{9F82050A-B213-6327-ABC2-B278407EE7C3}"/>
              </a:ext>
            </a:extLst>
          </p:cNvPr>
          <p:cNvSpPr txBox="1"/>
          <p:nvPr/>
        </p:nvSpPr>
        <p:spPr>
          <a:xfrm>
            <a:off x="8119872" y="1216153"/>
            <a:ext cx="3089296" cy="184666"/>
          </a:xfrm>
          <a:prstGeom prst="rect">
            <a:avLst/>
          </a:prstGeom>
          <a:noFill/>
        </p:spPr>
        <p:txBody>
          <a:bodyPr wrap="square" lIns="0" tIns="0" rIns="0" bIns="0" anchor="t">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HOUSEHOLD HH1</a:t>
            </a:r>
            <a:r>
              <a:rPr kumimoji="0" lang="en-US"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ONE </a:t>
            </a:r>
            <a:r>
              <a:rPr kumimoji="0" sz="12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WEEK</a:t>
            </a:r>
          </a:p>
        </p:txBody>
      </p:sp>
      <p:sp>
        <p:nvSpPr>
          <p:cNvPr id="38" name="TextBox 37">
            <a:extLst>
              <a:ext uri="{FF2B5EF4-FFF2-40B4-BE49-F238E27FC236}">
                <a16:creationId xmlns:a16="http://schemas.microsoft.com/office/drawing/2014/main" id="{7B0F68CD-5C6C-D0FB-2B54-AE4F1496E2DA}"/>
              </a:ext>
            </a:extLst>
          </p:cNvPr>
          <p:cNvSpPr txBox="1"/>
          <p:nvPr/>
        </p:nvSpPr>
        <p:spPr>
          <a:xfrm>
            <a:off x="8028432" y="1454781"/>
            <a:ext cx="3282696"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One week of open-web + open-TV signal, hour by hour, high-intent K-beauty real TV viewing, and predictive K-beauty intelligence.</a:t>
            </a:r>
          </a:p>
        </p:txBody>
      </p:sp>
      <p:sp>
        <p:nvSpPr>
          <p:cNvPr id="42" name="TextBox 41">
            <a:extLst>
              <a:ext uri="{FF2B5EF4-FFF2-40B4-BE49-F238E27FC236}">
                <a16:creationId xmlns:a16="http://schemas.microsoft.com/office/drawing/2014/main" id="{4F8EBFD2-C20F-8ACF-4064-88C30C1BA8F7}"/>
              </a:ext>
            </a:extLst>
          </p:cNvPr>
          <p:cNvSpPr txBox="1"/>
          <p:nvPr/>
        </p:nvSpPr>
        <p:spPr>
          <a:xfrm>
            <a:off x="190277" y="6539851"/>
            <a:ext cx="10100000" cy="138436"/>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652"/>
                </a:solidFill>
                <a:effectLst/>
                <a:uLnTx/>
                <a:uFillTx/>
                <a:latin typeface="Arial"/>
                <a:ea typeface="+mn-ea"/>
                <a:cs typeface="+mn-cs"/>
              </a:rPr>
              <a:t>* High intent signals are signals that provide evidence of a household’s specific interest, intent, and behaviors.  Approximately 6% of all web activity is currently classified as high intent</a:t>
            </a:r>
            <a:endParaRPr kumimoji="0" sz="900" b="0" i="1" u="none" strike="noStrike" kern="1200" cap="none" spc="0" normalizeH="0" baseline="0" noProof="0">
              <a:ln>
                <a:noFill/>
              </a:ln>
              <a:solidFill>
                <a:srgbClr val="404652"/>
              </a:solidFill>
              <a:effectLst/>
              <a:uLnTx/>
              <a:uFillTx/>
              <a:latin typeface="Arial"/>
              <a:ea typeface="+mn-ea"/>
              <a:cs typeface="+mn-cs"/>
            </a:endParaRPr>
          </a:p>
        </p:txBody>
      </p:sp>
    </p:spTree>
    <p:extLst>
      <p:ext uri="{BB962C8B-B14F-4D97-AF65-F5344CB8AC3E}">
        <p14:creationId xmlns:p14="http://schemas.microsoft.com/office/powerpoint/2010/main" val="2188514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0B75-26C7-DE5A-FBF1-A6A526697B9B}"/>
            </a:ext>
          </a:extLst>
        </p:cNvPr>
        <p:cNvGrpSpPr/>
        <p:nvPr/>
      </p:nvGrpSpPr>
      <p:grpSpPr>
        <a:xfrm>
          <a:off x="0" y="0"/>
          <a:ext cx="0" cy="0"/>
          <a:chOff x="0" y="0"/>
          <a:chExt cx="0" cy="0"/>
        </a:xfrm>
      </p:grpSpPr>
      <p:pic>
        <p:nvPicPr>
          <p:cNvPr id="26" name="Picture 25" descr="kbeauty_explorer_HH1.gif">
            <a:hlinkClick r:id="" action="ppaction://noaction"/>
            <a:extLst>
              <a:ext uri="{FF2B5EF4-FFF2-40B4-BE49-F238E27FC236}">
                <a16:creationId xmlns:a16="http://schemas.microsoft.com/office/drawing/2014/main" id="{9BE54DE4-930F-70F9-7A98-1EA4568038D9}"/>
              </a:ext>
            </a:extLst>
          </p:cNvPr>
          <p:cNvPicPr>
            <a:picLocks noChangeAspect="1"/>
          </p:cNvPicPr>
          <p:nvPr/>
        </p:nvPicPr>
        <p:blipFill>
          <a:blip r:embed="rId3"/>
          <a:stretch>
            <a:fillRect/>
          </a:stretch>
        </p:blipFill>
        <p:spPr>
          <a:xfrm>
            <a:off x="-1" y="-1"/>
            <a:ext cx="12128451" cy="6539851"/>
          </a:xfrm>
          <a:prstGeom prst="rect">
            <a:avLst/>
          </a:prstGeom>
          <a:ln w="9525">
            <a:solidFill>
              <a:srgbClr val="C9D3E2"/>
            </a:solidFill>
          </a:ln>
        </p:spPr>
      </p:pic>
      <p:sp>
        <p:nvSpPr>
          <p:cNvPr id="42" name="TextBox 41">
            <a:extLst>
              <a:ext uri="{FF2B5EF4-FFF2-40B4-BE49-F238E27FC236}">
                <a16:creationId xmlns:a16="http://schemas.microsoft.com/office/drawing/2014/main" id="{B6AF2CA6-0A52-9A9D-36E5-C26E156CFFE8}"/>
              </a:ext>
            </a:extLst>
          </p:cNvPr>
          <p:cNvSpPr txBox="1"/>
          <p:nvPr/>
        </p:nvSpPr>
        <p:spPr>
          <a:xfrm>
            <a:off x="190277" y="6539851"/>
            <a:ext cx="10100000" cy="138436"/>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652"/>
                </a:solidFill>
                <a:effectLst/>
                <a:uLnTx/>
                <a:uFillTx/>
                <a:latin typeface="Arial"/>
                <a:ea typeface="+mn-ea"/>
                <a:cs typeface="+mn-cs"/>
              </a:rPr>
              <a:t>* High intent signals are signals that provide evidence of a household’s specific interest, intent, and behaviors.  Approximately 6% of all web activity is currently classified as high intent</a:t>
            </a:r>
            <a:endParaRPr kumimoji="0" sz="900" b="0" i="1" u="none" strike="noStrike" kern="1200" cap="none" spc="0" normalizeH="0" baseline="0" noProof="0">
              <a:ln>
                <a:noFill/>
              </a:ln>
              <a:solidFill>
                <a:srgbClr val="404652"/>
              </a:solidFill>
              <a:effectLst/>
              <a:uLnTx/>
              <a:uFillTx/>
              <a:latin typeface="Arial"/>
              <a:ea typeface="+mn-ea"/>
              <a:cs typeface="+mn-cs"/>
            </a:endParaRPr>
          </a:p>
        </p:txBody>
      </p:sp>
    </p:spTree>
    <p:extLst>
      <p:ext uri="{BB962C8B-B14F-4D97-AF65-F5344CB8AC3E}">
        <p14:creationId xmlns:p14="http://schemas.microsoft.com/office/powerpoint/2010/main" val="3508678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8418-406D-BAAC-AC7D-98378B3942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D406E2-A1F8-6519-65A1-04F97311E78C}"/>
              </a:ext>
            </a:extLst>
          </p:cNvPr>
          <p:cNvSpPr>
            <a:spLocks noGrp="1"/>
          </p:cNvSpPr>
          <p:nvPr>
            <p:ph type="title"/>
          </p:nvPr>
        </p:nvSpPr>
        <p:spPr>
          <a:xfrm>
            <a:off x="308920" y="405219"/>
            <a:ext cx="8687936" cy="614284"/>
          </a:xfrm>
        </p:spPr>
        <p:txBody>
          <a:bodyPr/>
          <a:lstStyle/>
          <a:p>
            <a:r>
              <a:rPr lang="en-US"/>
              <a:t>How Latis transforms raw network signal into actionable intelligence </a:t>
            </a:r>
            <a:endParaRPr lang="en-US" sz="2000">
              <a:solidFill>
                <a:schemeClr val="tx1"/>
              </a:solidFill>
            </a:endParaRPr>
          </a:p>
        </p:txBody>
      </p:sp>
      <p:sp>
        <p:nvSpPr>
          <p:cNvPr id="2" name="Shape 2">
            <a:extLst>
              <a:ext uri="{FF2B5EF4-FFF2-40B4-BE49-F238E27FC236}">
                <a16:creationId xmlns:a16="http://schemas.microsoft.com/office/drawing/2014/main" id="{52BA2029-6F3C-A2C1-9EC7-4ECFA5F571D3}"/>
              </a:ext>
            </a:extLst>
          </p:cNvPr>
          <p:cNvSpPr/>
          <p:nvPr/>
        </p:nvSpPr>
        <p:spPr>
          <a:xfrm>
            <a:off x="342427" y="1313793"/>
            <a:ext cx="2157984" cy="4372303"/>
          </a:xfrm>
          <a:prstGeom prst="rect">
            <a:avLst/>
          </a:prstGeom>
          <a:solidFill>
            <a:srgbClr val="E7EDF3">
              <a:alpha val="0"/>
            </a:srgbClr>
          </a:solidFill>
          <a:ln w="1143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4">
            <a:extLst>
              <a:ext uri="{FF2B5EF4-FFF2-40B4-BE49-F238E27FC236}">
                <a16:creationId xmlns:a16="http://schemas.microsoft.com/office/drawing/2014/main" id="{CCC00ACF-3643-DCB0-53C4-20BDF5F96924}"/>
              </a:ext>
            </a:extLst>
          </p:cNvPr>
          <p:cNvSpPr/>
          <p:nvPr/>
        </p:nvSpPr>
        <p:spPr>
          <a:xfrm>
            <a:off x="517530" y="1792329"/>
            <a:ext cx="1510966" cy="27432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Raw Signal Data</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Shape 5">
            <a:extLst>
              <a:ext uri="{FF2B5EF4-FFF2-40B4-BE49-F238E27FC236}">
                <a16:creationId xmlns:a16="http://schemas.microsoft.com/office/drawing/2014/main" id="{564014BE-95D8-7443-FE80-AFE88838538C}"/>
              </a:ext>
            </a:extLst>
          </p:cNvPr>
          <p:cNvSpPr/>
          <p:nvPr/>
        </p:nvSpPr>
        <p:spPr>
          <a:xfrm>
            <a:off x="507019" y="2525946"/>
            <a:ext cx="676656" cy="0"/>
          </a:xfrm>
          <a:prstGeom prst="line">
            <a:avLst/>
          </a:prstGeom>
          <a:noFill/>
          <a:ln w="17780">
            <a:solidFill>
              <a:srgbClr val="182F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6">
            <a:extLst>
              <a:ext uri="{FF2B5EF4-FFF2-40B4-BE49-F238E27FC236}">
                <a16:creationId xmlns:a16="http://schemas.microsoft.com/office/drawing/2014/main" id="{27C95FD8-EFED-E1C0-48EA-662BADB40395}"/>
              </a:ext>
            </a:extLst>
          </p:cNvPr>
          <p:cNvSpPr/>
          <p:nvPr/>
        </p:nvSpPr>
        <p:spPr>
          <a:xfrm>
            <a:off x="485999" y="2703783"/>
            <a:ext cx="1941890" cy="310896"/>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Raw data ingested from web, video, device, and demographics into Latis </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41" name="Shape 21">
            <a:extLst>
              <a:ext uri="{FF2B5EF4-FFF2-40B4-BE49-F238E27FC236}">
                <a16:creationId xmlns:a16="http://schemas.microsoft.com/office/drawing/2014/main" id="{8A47BE35-4C65-82C5-791D-A377B47B042C}"/>
              </a:ext>
            </a:extLst>
          </p:cNvPr>
          <p:cNvSpPr/>
          <p:nvPr/>
        </p:nvSpPr>
        <p:spPr>
          <a:xfrm>
            <a:off x="2646715" y="1313793"/>
            <a:ext cx="2157984" cy="4372303"/>
          </a:xfrm>
          <a:prstGeom prst="rect">
            <a:avLst/>
          </a:prstGeom>
          <a:solidFill>
            <a:srgbClr val="E7EDF3">
              <a:alpha val="0"/>
            </a:srgbClr>
          </a:solidFill>
          <a:ln w="1143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43" name="Text 23">
            <a:extLst>
              <a:ext uri="{FF2B5EF4-FFF2-40B4-BE49-F238E27FC236}">
                <a16:creationId xmlns:a16="http://schemas.microsoft.com/office/drawing/2014/main" id="{924639DE-2968-F86E-0031-56C191A9D7B5}"/>
              </a:ext>
            </a:extLst>
          </p:cNvPr>
          <p:cNvSpPr/>
          <p:nvPr/>
        </p:nvSpPr>
        <p:spPr>
          <a:xfrm>
            <a:off x="2821818" y="1792329"/>
            <a:ext cx="1828800" cy="27432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Content Intelligence</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4" name="Shape 24">
            <a:extLst>
              <a:ext uri="{FF2B5EF4-FFF2-40B4-BE49-F238E27FC236}">
                <a16:creationId xmlns:a16="http://schemas.microsoft.com/office/drawing/2014/main" id="{92D8A48D-5A9B-40F0-6BF3-82E5EF5F97FC}"/>
              </a:ext>
            </a:extLst>
          </p:cNvPr>
          <p:cNvSpPr/>
          <p:nvPr/>
        </p:nvSpPr>
        <p:spPr>
          <a:xfrm>
            <a:off x="2811307" y="2525946"/>
            <a:ext cx="676656" cy="0"/>
          </a:xfrm>
          <a:prstGeom prst="line">
            <a:avLst/>
          </a:prstGeom>
          <a:noFill/>
          <a:ln w="1778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45" name="Text 25">
            <a:extLst>
              <a:ext uri="{FF2B5EF4-FFF2-40B4-BE49-F238E27FC236}">
                <a16:creationId xmlns:a16="http://schemas.microsoft.com/office/drawing/2014/main" id="{A6F44330-868B-EC4A-2719-4377AD4265CF}"/>
              </a:ext>
            </a:extLst>
          </p:cNvPr>
          <p:cNvSpPr/>
          <p:nvPr/>
        </p:nvSpPr>
        <p:spPr>
          <a:xfrm>
            <a:off x="2790286" y="2703783"/>
            <a:ext cx="1928857" cy="310896"/>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Raw web data is enhanced with content and metadata to provide context and intent</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57" name="Shape 37">
            <a:extLst>
              <a:ext uri="{FF2B5EF4-FFF2-40B4-BE49-F238E27FC236}">
                <a16:creationId xmlns:a16="http://schemas.microsoft.com/office/drawing/2014/main" id="{78C4C9FC-35A9-D596-4813-66C545A5A729}"/>
              </a:ext>
            </a:extLst>
          </p:cNvPr>
          <p:cNvSpPr/>
          <p:nvPr/>
        </p:nvSpPr>
        <p:spPr>
          <a:xfrm>
            <a:off x="4951003" y="1313793"/>
            <a:ext cx="2157984" cy="4372303"/>
          </a:xfrm>
          <a:prstGeom prst="rect">
            <a:avLst/>
          </a:prstGeom>
          <a:solidFill>
            <a:srgbClr val="E7EDF3">
              <a:alpha val="0"/>
            </a:srgbClr>
          </a:solidFill>
          <a:ln w="11430">
            <a:solidFill>
              <a:srgbClr val="FFFFFF"/>
            </a:solidFill>
            <a:prstDash val="solid"/>
          </a:ln>
        </p:spPr>
        <p:txBody>
          <a:bodyPr/>
          <a:lstStyle/>
          <a:p>
            <a:pPr defTabSz="914400"/>
            <a:endParaRPr>
              <a:solidFill>
                <a:prstClr val="black"/>
              </a:solidFill>
              <a:latin typeface="Arial"/>
            </a:endParaRPr>
          </a:p>
        </p:txBody>
      </p:sp>
      <p:sp>
        <p:nvSpPr>
          <p:cNvPr id="59" name="Text 39">
            <a:extLst>
              <a:ext uri="{FF2B5EF4-FFF2-40B4-BE49-F238E27FC236}">
                <a16:creationId xmlns:a16="http://schemas.microsoft.com/office/drawing/2014/main" id="{53D04A15-C7EF-C0B3-3D0B-763D84459034}"/>
              </a:ext>
            </a:extLst>
          </p:cNvPr>
          <p:cNvSpPr/>
          <p:nvPr/>
        </p:nvSpPr>
        <p:spPr>
          <a:xfrm>
            <a:off x="5126106" y="1792329"/>
            <a:ext cx="1828800" cy="274320"/>
          </a:xfrm>
          <a:prstGeom prst="rect">
            <a:avLst/>
          </a:prstGeom>
          <a:noFill/>
          <a:ln/>
        </p:spPr>
        <p:txBody>
          <a:bodyPr wrap="square" lIns="0" tIns="0" rIns="0" bIns="0" rtlCol="0" anchor="t">
            <a:noAutofit/>
          </a:bodyPr>
          <a:lstStyle/>
          <a:p>
            <a:pPr defTabSz="914400"/>
            <a:r>
              <a:rPr lang="en-US">
                <a:solidFill>
                  <a:srgbClr val="000000"/>
                </a:solidFill>
                <a:latin typeface="Arial" pitchFamily="34" charset="0"/>
                <a:cs typeface="Arial" pitchFamily="34" charset="-120"/>
              </a:rPr>
              <a:t>Behavioral Representation</a:t>
            </a:r>
          </a:p>
        </p:txBody>
      </p:sp>
      <p:sp>
        <p:nvSpPr>
          <p:cNvPr id="60" name="Shape 40">
            <a:extLst>
              <a:ext uri="{FF2B5EF4-FFF2-40B4-BE49-F238E27FC236}">
                <a16:creationId xmlns:a16="http://schemas.microsoft.com/office/drawing/2014/main" id="{00A6F1E9-ADBC-7D28-422B-D09757E50C99}"/>
              </a:ext>
            </a:extLst>
          </p:cNvPr>
          <p:cNvSpPr/>
          <p:nvPr/>
        </p:nvSpPr>
        <p:spPr>
          <a:xfrm>
            <a:off x="5115595" y="2525946"/>
            <a:ext cx="676656" cy="0"/>
          </a:xfrm>
          <a:prstGeom prst="line">
            <a:avLst/>
          </a:prstGeom>
          <a:noFill/>
          <a:ln w="17780">
            <a:solidFill>
              <a:srgbClr val="C58A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61" name="Text 41">
            <a:extLst>
              <a:ext uri="{FF2B5EF4-FFF2-40B4-BE49-F238E27FC236}">
                <a16:creationId xmlns:a16="http://schemas.microsoft.com/office/drawing/2014/main" id="{2CF9EECF-C051-3EE3-3A9D-FC6777107BBE}"/>
              </a:ext>
            </a:extLst>
          </p:cNvPr>
          <p:cNvSpPr/>
          <p:nvPr/>
        </p:nvSpPr>
        <p:spPr>
          <a:xfrm>
            <a:off x="5094575" y="2703783"/>
            <a:ext cx="1957866" cy="310896"/>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Behavioral signal is resolved to a single household identity and encoded into continuously updated embeddings</a:t>
            </a:r>
          </a:p>
        </p:txBody>
      </p:sp>
      <p:sp>
        <p:nvSpPr>
          <p:cNvPr id="74" name="Shape 54">
            <a:extLst>
              <a:ext uri="{FF2B5EF4-FFF2-40B4-BE49-F238E27FC236}">
                <a16:creationId xmlns:a16="http://schemas.microsoft.com/office/drawing/2014/main" id="{05D23AAD-CF9F-8660-78E8-CEECBAC9CFF5}"/>
              </a:ext>
            </a:extLst>
          </p:cNvPr>
          <p:cNvSpPr/>
          <p:nvPr/>
        </p:nvSpPr>
        <p:spPr>
          <a:xfrm>
            <a:off x="7255291" y="1313793"/>
            <a:ext cx="2157984" cy="4372303"/>
          </a:xfrm>
          <a:prstGeom prst="rect">
            <a:avLst/>
          </a:prstGeom>
          <a:solidFill>
            <a:srgbClr val="E7EDF3">
              <a:alpha val="0"/>
            </a:srgbClr>
          </a:solidFill>
          <a:ln w="1143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76" name="Text 56">
            <a:extLst>
              <a:ext uri="{FF2B5EF4-FFF2-40B4-BE49-F238E27FC236}">
                <a16:creationId xmlns:a16="http://schemas.microsoft.com/office/drawing/2014/main" id="{482F3147-53AE-A581-6406-BD03B6D50C3C}"/>
              </a:ext>
            </a:extLst>
          </p:cNvPr>
          <p:cNvSpPr/>
          <p:nvPr/>
        </p:nvSpPr>
        <p:spPr>
          <a:xfrm>
            <a:off x="7430394" y="1792329"/>
            <a:ext cx="1828800" cy="27432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Intelligence Features</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7" name="Shape 57">
            <a:extLst>
              <a:ext uri="{FF2B5EF4-FFF2-40B4-BE49-F238E27FC236}">
                <a16:creationId xmlns:a16="http://schemas.microsoft.com/office/drawing/2014/main" id="{03836658-CDB3-904E-98AE-F14BCF3CF532}"/>
              </a:ext>
            </a:extLst>
          </p:cNvPr>
          <p:cNvSpPr/>
          <p:nvPr/>
        </p:nvSpPr>
        <p:spPr>
          <a:xfrm>
            <a:off x="7419883" y="2525946"/>
            <a:ext cx="676656" cy="0"/>
          </a:xfrm>
          <a:prstGeom prst="line">
            <a:avLst/>
          </a:prstGeom>
          <a:noFill/>
          <a:ln w="1778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78" name="Text 58">
            <a:extLst>
              <a:ext uri="{FF2B5EF4-FFF2-40B4-BE49-F238E27FC236}">
                <a16:creationId xmlns:a16="http://schemas.microsoft.com/office/drawing/2014/main" id="{D7797E9E-1418-DDFB-0988-962E0BDA4EDC}"/>
              </a:ext>
            </a:extLst>
          </p:cNvPr>
          <p:cNvSpPr/>
          <p:nvPr/>
        </p:nvSpPr>
        <p:spPr>
          <a:xfrm>
            <a:off x="7398863" y="2703783"/>
            <a:ext cx="1955344" cy="310896"/>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Embeddings converted into actionable features to power activation and insights</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87" name="Shape 67">
            <a:extLst>
              <a:ext uri="{FF2B5EF4-FFF2-40B4-BE49-F238E27FC236}">
                <a16:creationId xmlns:a16="http://schemas.microsoft.com/office/drawing/2014/main" id="{2DDDE16B-DE22-1D6E-02A5-CC7532937371}"/>
              </a:ext>
            </a:extLst>
          </p:cNvPr>
          <p:cNvSpPr/>
          <p:nvPr/>
        </p:nvSpPr>
        <p:spPr>
          <a:xfrm>
            <a:off x="9559579" y="1313793"/>
            <a:ext cx="2157984" cy="4372303"/>
          </a:xfrm>
          <a:prstGeom prst="rect">
            <a:avLst/>
          </a:prstGeom>
          <a:solidFill>
            <a:srgbClr val="E7EDF3">
              <a:alpha val="0"/>
            </a:srgbClr>
          </a:solidFill>
          <a:ln w="1143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89" name="Text 69">
            <a:extLst>
              <a:ext uri="{FF2B5EF4-FFF2-40B4-BE49-F238E27FC236}">
                <a16:creationId xmlns:a16="http://schemas.microsoft.com/office/drawing/2014/main" id="{3C28C3B7-0A2B-7549-0F4F-EB3FB4D6ABB2}"/>
              </a:ext>
            </a:extLst>
          </p:cNvPr>
          <p:cNvSpPr/>
          <p:nvPr/>
        </p:nvSpPr>
        <p:spPr>
          <a:xfrm>
            <a:off x="9734682" y="1792329"/>
            <a:ext cx="1828800" cy="27432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Intelligence Activation </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90" name="Shape 70">
            <a:extLst>
              <a:ext uri="{FF2B5EF4-FFF2-40B4-BE49-F238E27FC236}">
                <a16:creationId xmlns:a16="http://schemas.microsoft.com/office/drawing/2014/main" id="{B3D6CD82-4022-F2DC-C81C-C4293F8CC42C}"/>
              </a:ext>
            </a:extLst>
          </p:cNvPr>
          <p:cNvSpPr/>
          <p:nvPr/>
        </p:nvSpPr>
        <p:spPr>
          <a:xfrm>
            <a:off x="9724171" y="2525946"/>
            <a:ext cx="676656" cy="0"/>
          </a:xfrm>
          <a:prstGeom prst="line">
            <a:avLst/>
          </a:prstGeom>
          <a:noFill/>
          <a:ln w="1778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91" name="Text 71">
            <a:extLst>
              <a:ext uri="{FF2B5EF4-FFF2-40B4-BE49-F238E27FC236}">
                <a16:creationId xmlns:a16="http://schemas.microsoft.com/office/drawing/2014/main" id="{4ECF9FFD-5BD8-DFA8-FC5B-FF4E6D6B1CAA}"/>
              </a:ext>
            </a:extLst>
          </p:cNvPr>
          <p:cNvSpPr/>
          <p:nvPr/>
        </p:nvSpPr>
        <p:spPr>
          <a:xfrm>
            <a:off x="9703151" y="2703783"/>
            <a:ext cx="1828800" cy="470339"/>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Latis embeddings and features activated to support commercial use cases</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108" name="Shape 88">
            <a:extLst>
              <a:ext uri="{FF2B5EF4-FFF2-40B4-BE49-F238E27FC236}">
                <a16:creationId xmlns:a16="http://schemas.microsoft.com/office/drawing/2014/main" id="{9EF013F1-A866-E52B-A88F-78AD63B1EBD0}"/>
              </a:ext>
            </a:extLst>
          </p:cNvPr>
          <p:cNvSpPr/>
          <p:nvPr/>
        </p:nvSpPr>
        <p:spPr>
          <a:xfrm>
            <a:off x="363027" y="5847745"/>
            <a:ext cx="11283696" cy="292608"/>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mn-ea"/>
              <a:cs typeface="+mn-cs"/>
            </a:endParaRPr>
          </a:p>
        </p:txBody>
      </p:sp>
      <p:sp>
        <p:nvSpPr>
          <p:cNvPr id="109" name="Text 89">
            <a:extLst>
              <a:ext uri="{FF2B5EF4-FFF2-40B4-BE49-F238E27FC236}">
                <a16:creationId xmlns:a16="http://schemas.microsoft.com/office/drawing/2014/main" id="{0FFEEF01-3923-1FE6-2700-4E31CDB6A22D}"/>
              </a:ext>
            </a:extLst>
          </p:cNvPr>
          <p:cNvSpPr/>
          <p:nvPr/>
        </p:nvSpPr>
        <p:spPr>
          <a:xfrm>
            <a:off x="454467" y="5917324"/>
            <a:ext cx="11100816" cy="262759"/>
          </a:xfrm>
          <a:prstGeom prst="rect">
            <a:avLst/>
          </a:prstGeom>
          <a:noFill/>
          <a:ln/>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300" normalizeH="0" baseline="0" noProof="0">
                <a:ln>
                  <a:noFill/>
                </a:ln>
                <a:solidFill>
                  <a:srgbClr val="0A1024"/>
                </a:solidFill>
                <a:effectLst/>
                <a:uLnTx/>
                <a:uFillTx/>
                <a:latin typeface="Arial" panose="020B0604020202020204" pitchFamily="34" charset="0"/>
                <a:ea typeface="+mn-ea"/>
                <a:cs typeface="Arial" panose="020B0604020202020204" pitchFamily="34" charset="0"/>
              </a:rPr>
              <a:t>LATIS END-TO-END INTELLIGENCE WORKFLOW</a:t>
            </a:r>
          </a:p>
        </p:txBody>
      </p:sp>
      <p:sp>
        <p:nvSpPr>
          <p:cNvPr id="113" name="Text Placeholder 19">
            <a:extLst>
              <a:ext uri="{FF2B5EF4-FFF2-40B4-BE49-F238E27FC236}">
                <a16:creationId xmlns:a16="http://schemas.microsoft.com/office/drawing/2014/main" id="{52D7206E-2DCD-0CBC-FB05-CCEE8F468AF8}"/>
              </a:ext>
            </a:extLst>
          </p:cNvPr>
          <p:cNvSpPr txBox="1">
            <a:spLocks/>
          </p:cNvSpPr>
          <p:nvPr/>
        </p:nvSpPr>
        <p:spPr>
          <a:xfrm>
            <a:off x="391519" y="3618910"/>
            <a:ext cx="1931268" cy="1595087"/>
          </a:xfrm>
          <a:prstGeom prst="rect">
            <a:avLst/>
          </a:prstGeom>
        </p:spPr>
        <p:txBody>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HH Identity (HHID, demographics)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Domain &amp; App Activity</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Device &amp; Tech Signals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Video &amp; Content</a:t>
            </a:r>
          </a:p>
          <a:p>
            <a:pPr marL="228600" marR="0" lvl="0" indent="-22860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4" name="Text Placeholder 19">
            <a:extLst>
              <a:ext uri="{FF2B5EF4-FFF2-40B4-BE49-F238E27FC236}">
                <a16:creationId xmlns:a16="http://schemas.microsoft.com/office/drawing/2014/main" id="{75F31FD6-C46F-8FA0-1BDE-D500B0934E1B}"/>
              </a:ext>
            </a:extLst>
          </p:cNvPr>
          <p:cNvSpPr txBox="1">
            <a:spLocks/>
          </p:cNvSpPr>
          <p:nvPr/>
        </p:nvSpPr>
        <p:spPr>
          <a:xfrm>
            <a:off x="2709050" y="3618910"/>
            <a:ext cx="1947033" cy="1595087"/>
          </a:xfrm>
          <a:prstGeom prst="rect">
            <a:avLst/>
          </a:prstGeom>
        </p:spPr>
        <p:txBody>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Domain Content Capture</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Panel Intelligence</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Semantic Analysis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Theme Extraction</a:t>
            </a:r>
          </a:p>
          <a:p>
            <a:pPr marL="228600" marR="0" lvl="0" indent="-22860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5" name="Text Placeholder 19">
            <a:extLst>
              <a:ext uri="{FF2B5EF4-FFF2-40B4-BE49-F238E27FC236}">
                <a16:creationId xmlns:a16="http://schemas.microsoft.com/office/drawing/2014/main" id="{2C8309FB-B369-EA46-7C44-E650CB078BD6}"/>
              </a:ext>
            </a:extLst>
          </p:cNvPr>
          <p:cNvSpPr txBox="1">
            <a:spLocks/>
          </p:cNvSpPr>
          <p:nvPr/>
        </p:nvSpPr>
        <p:spPr>
          <a:xfrm>
            <a:off x="4995050" y="3618910"/>
            <a:ext cx="1962798" cy="1595087"/>
          </a:xfrm>
          <a:prstGeom prst="rect">
            <a:avLst/>
          </a:prstGeom>
        </p:spPr>
        <p:txBody>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Household Embeddings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Identity Tier, Intent Tier</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Continuous Refresh </a:t>
            </a:r>
          </a:p>
          <a:p>
            <a:pPr marL="228600" marR="0" lvl="0" indent="-22860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6" name="Text Placeholder 19">
            <a:extLst>
              <a:ext uri="{FF2B5EF4-FFF2-40B4-BE49-F238E27FC236}">
                <a16:creationId xmlns:a16="http://schemas.microsoft.com/office/drawing/2014/main" id="{7D36A558-386C-C8F9-BEAF-B671E02D9C5A}"/>
              </a:ext>
            </a:extLst>
          </p:cNvPr>
          <p:cNvSpPr txBox="1">
            <a:spLocks/>
          </p:cNvSpPr>
          <p:nvPr/>
        </p:nvSpPr>
        <p:spPr>
          <a:xfrm>
            <a:off x="9677408" y="3618910"/>
            <a:ext cx="1773613" cy="1595087"/>
          </a:xfrm>
          <a:prstGeom prst="rect">
            <a:avLst/>
          </a:prstGeom>
        </p:spPr>
        <p:txBody>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
                <a:srgbClr val="000000"/>
              </a:buClr>
              <a:buSzPct val="100000"/>
              <a:buFont typeface="Wingdings" pitchFamily="2" charset="2"/>
              <a:buChar char="ü"/>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Model Training</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Wingdings" pitchFamily="2" charset="2"/>
              <a:buChar char="ü"/>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Data Collaboration</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Wingdings" pitchFamily="2" charset="2"/>
              <a:buChar char="ü"/>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Agentic Workflow Enhancement</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Wingdings" pitchFamily="2" charset="2"/>
              <a:buChar char="ü"/>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Consumer Insights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Wingdings" pitchFamily="2" charset="2"/>
              <a:buChar char="ü"/>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Audience-based Media Activation</a:t>
            </a:r>
          </a:p>
          <a:p>
            <a:pPr marL="228600" marR="0" lvl="0" indent="-22860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7" name="Text Placeholder 19">
            <a:extLst>
              <a:ext uri="{FF2B5EF4-FFF2-40B4-BE49-F238E27FC236}">
                <a16:creationId xmlns:a16="http://schemas.microsoft.com/office/drawing/2014/main" id="{9B2C5FB4-5730-B714-E01C-97D5756F34B8}"/>
              </a:ext>
            </a:extLst>
          </p:cNvPr>
          <p:cNvSpPr txBox="1">
            <a:spLocks/>
          </p:cNvSpPr>
          <p:nvPr/>
        </p:nvSpPr>
        <p:spPr>
          <a:xfrm>
            <a:off x="7302070" y="3618910"/>
            <a:ext cx="1962798" cy="1595087"/>
          </a:xfrm>
          <a:prstGeom prst="rect">
            <a:avLst/>
          </a:prstGeom>
        </p:spPr>
        <p:txBody>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9pPr>
          </a:lstStyle>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Propensity Scores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Affinity &amp; Preference</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Intent Signals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Cohorts &amp; Clusters</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Event &amp; Transition</a:t>
            </a:r>
          </a:p>
          <a:p>
            <a:pPr marL="228600" marR="0" lvl="0" indent="-228600" algn="l" defTabSz="9144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Engagement Indicators</a:t>
            </a:r>
          </a:p>
          <a:p>
            <a:pPr marL="228600" marR="0" lvl="0" indent="-22860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8" name="TextBox 117">
            <a:extLst>
              <a:ext uri="{FF2B5EF4-FFF2-40B4-BE49-F238E27FC236}">
                <a16:creationId xmlns:a16="http://schemas.microsoft.com/office/drawing/2014/main" id="{8236D73C-D147-2D18-C000-283E753224C4}"/>
              </a:ext>
            </a:extLst>
          </p:cNvPr>
          <p:cNvSpPr txBox="1"/>
          <p:nvPr/>
        </p:nvSpPr>
        <p:spPr>
          <a:xfrm>
            <a:off x="423049" y="1475104"/>
            <a:ext cx="1447792"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INGEST</a:t>
            </a:r>
          </a:p>
        </p:txBody>
      </p:sp>
      <p:sp>
        <p:nvSpPr>
          <p:cNvPr id="119" name="TextBox 118">
            <a:extLst>
              <a:ext uri="{FF2B5EF4-FFF2-40B4-BE49-F238E27FC236}">
                <a16:creationId xmlns:a16="http://schemas.microsoft.com/office/drawing/2014/main" id="{AF7E6829-B2C8-6838-49FA-91AAD3F44E6A}"/>
              </a:ext>
            </a:extLst>
          </p:cNvPr>
          <p:cNvSpPr txBox="1"/>
          <p:nvPr/>
        </p:nvSpPr>
        <p:spPr>
          <a:xfrm>
            <a:off x="2740580" y="1475104"/>
            <a:ext cx="1447792"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ENHANCE</a:t>
            </a:r>
          </a:p>
        </p:txBody>
      </p:sp>
      <p:sp>
        <p:nvSpPr>
          <p:cNvPr id="120" name="TextBox 119">
            <a:extLst>
              <a:ext uri="{FF2B5EF4-FFF2-40B4-BE49-F238E27FC236}">
                <a16:creationId xmlns:a16="http://schemas.microsoft.com/office/drawing/2014/main" id="{B8AC789D-CFE9-DD26-D591-FA0F521FDFB1}"/>
              </a:ext>
            </a:extLst>
          </p:cNvPr>
          <p:cNvSpPr txBox="1"/>
          <p:nvPr/>
        </p:nvSpPr>
        <p:spPr>
          <a:xfrm>
            <a:off x="5079131" y="1475104"/>
            <a:ext cx="1447792"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ENCODE</a:t>
            </a:r>
          </a:p>
        </p:txBody>
      </p:sp>
      <p:sp>
        <p:nvSpPr>
          <p:cNvPr id="121" name="TextBox 120">
            <a:extLst>
              <a:ext uri="{FF2B5EF4-FFF2-40B4-BE49-F238E27FC236}">
                <a16:creationId xmlns:a16="http://schemas.microsoft.com/office/drawing/2014/main" id="{C0E3C89D-D6B2-1355-9B7F-0E00438C8C1D}"/>
              </a:ext>
            </a:extLst>
          </p:cNvPr>
          <p:cNvSpPr txBox="1"/>
          <p:nvPr/>
        </p:nvSpPr>
        <p:spPr>
          <a:xfrm>
            <a:off x="7354620" y="1475104"/>
            <a:ext cx="1447792"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CONVERT</a:t>
            </a:r>
          </a:p>
        </p:txBody>
      </p:sp>
      <p:sp>
        <p:nvSpPr>
          <p:cNvPr id="122" name="TextBox 121">
            <a:extLst>
              <a:ext uri="{FF2B5EF4-FFF2-40B4-BE49-F238E27FC236}">
                <a16:creationId xmlns:a16="http://schemas.microsoft.com/office/drawing/2014/main" id="{2DE6B821-6327-6561-C4ED-00639B3B6529}"/>
              </a:ext>
            </a:extLst>
          </p:cNvPr>
          <p:cNvSpPr txBox="1"/>
          <p:nvPr/>
        </p:nvSpPr>
        <p:spPr>
          <a:xfrm>
            <a:off x="9651130" y="1475104"/>
            <a:ext cx="1447792" cy="2616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30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ACTIVATE</a:t>
            </a:r>
          </a:p>
        </p:txBody>
      </p:sp>
      <p:sp>
        <p:nvSpPr>
          <p:cNvPr id="4" name="TextBox 3">
            <a:extLst>
              <a:ext uri="{FF2B5EF4-FFF2-40B4-BE49-F238E27FC236}">
                <a16:creationId xmlns:a16="http://schemas.microsoft.com/office/drawing/2014/main" id="{C98EF566-A58C-DAC7-3D33-48FCF603ECFE}"/>
              </a:ext>
            </a:extLst>
          </p:cNvPr>
          <p:cNvSpPr txBox="1"/>
          <p:nvPr/>
        </p:nvSpPr>
        <p:spPr>
          <a:xfrm flipH="1">
            <a:off x="2927132" y="5098647"/>
            <a:ext cx="2637660" cy="276999"/>
          </a:xfrm>
          <a:prstGeom prst="rect">
            <a:avLst/>
          </a:prstGeom>
          <a:noFill/>
        </p:spPr>
        <p:txBody>
          <a:bodyPr wrap="square" rtlCol="0">
            <a:spAutoFit/>
          </a:bodyPr>
          <a:lstStyle/>
          <a:p>
            <a:r>
              <a:rPr lang="en-US" sz="1200">
                <a:solidFill>
                  <a:srgbClr val="FF0000"/>
                </a:solidFill>
              </a:rPr>
              <a:t>Patent Pending</a:t>
            </a:r>
          </a:p>
        </p:txBody>
      </p:sp>
    </p:spTree>
    <p:extLst>
      <p:ext uri="{BB962C8B-B14F-4D97-AF65-F5344CB8AC3E}">
        <p14:creationId xmlns:p14="http://schemas.microsoft.com/office/powerpoint/2010/main" val="4195040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6928" y="285085"/>
            <a:ext cx="8595360" cy="566928"/>
          </a:xfrm>
        </p:spPr>
        <p:txBody>
          <a:bodyPr wrap="square"/>
          <a:lstStyle/>
          <a:p>
            <a:r>
              <a:rPr lang="en-US" sz="3000" b="1" i="0" err="1">
                <a:solidFill>
                  <a:srgbClr val="053057"/>
                </a:solidFill>
                <a:latin typeface="Montserrat"/>
              </a:rPr>
              <a:t>Latis</a:t>
            </a:r>
            <a:r>
              <a:rPr lang="en-US" sz="3000" b="1" i="0">
                <a:solidFill>
                  <a:srgbClr val="053057"/>
                </a:solidFill>
                <a:latin typeface="Montserrat"/>
              </a:rPr>
              <a:t> Insight Studio</a:t>
            </a:r>
            <a:endParaRPr sz="3000" b="1" i="0">
              <a:solidFill>
                <a:srgbClr val="053057"/>
              </a:solidFill>
              <a:latin typeface="Montserrat"/>
            </a:endParaRPr>
          </a:p>
        </p:txBody>
      </p:sp>
      <p:sp>
        <p:nvSpPr>
          <p:cNvPr id="7" name="TextBox 6"/>
          <p:cNvSpPr txBox="1">
            <a:spLocks/>
          </p:cNvSpPr>
          <p:nvPr/>
        </p:nvSpPr>
        <p:spPr>
          <a:xfrm>
            <a:off x="566928" y="881749"/>
            <a:ext cx="10853928" cy="508024"/>
          </a:xfrm>
          <a:prstGeom prst="rect">
            <a:avLst/>
          </a:prstGeom>
          <a:noFill/>
        </p:spPr>
        <p:txBody>
          <a:bodyPr wrap="square" lIns="0" tIns="0" rIns="0" bIns="0" anchor="t">
            <a:spAutoFit/>
          </a:bodyPr>
          <a:lstStyle/>
          <a:p>
            <a:pPr algn="l">
              <a:lnSpc>
                <a:spcPct val="114000"/>
              </a:lnSpc>
              <a:spcAft>
                <a:spcPts val="400"/>
              </a:spcAft>
            </a:pPr>
            <a:r>
              <a:rPr lang="en-US" sz="1500" b="1" i="0">
                <a:solidFill>
                  <a:srgbClr val="053057"/>
                </a:solidFill>
                <a:latin typeface="Montserrat"/>
              </a:rPr>
              <a:t>The first interface into the </a:t>
            </a:r>
            <a:r>
              <a:rPr lang="en-US" sz="1500" b="1" i="0" err="1">
                <a:solidFill>
                  <a:srgbClr val="053057"/>
                </a:solidFill>
                <a:latin typeface="Montserrat"/>
              </a:rPr>
              <a:t>Latis</a:t>
            </a:r>
            <a:r>
              <a:rPr lang="en-US" sz="1500" b="1" i="0">
                <a:solidFill>
                  <a:srgbClr val="053057"/>
                </a:solidFill>
                <a:latin typeface="Montserrat"/>
              </a:rPr>
              <a:t> platform </a:t>
            </a:r>
            <a:r>
              <a:rPr lang="en-US" sz="1500" b="0" i="0">
                <a:solidFill>
                  <a:srgbClr val="1A2A33"/>
                </a:solidFill>
                <a:latin typeface="Montserrat"/>
              </a:rPr>
              <a:t>— a live audience-intelligence app and deck generator that turns Charter household behavioral signal into a seller-ready pitch for any prospect brand, in minutes.</a:t>
            </a:r>
          </a:p>
        </p:txBody>
      </p:sp>
      <p:sp>
        <p:nvSpPr>
          <p:cNvPr id="8" name="Oval 7"/>
          <p:cNvSpPr/>
          <p:nvPr/>
        </p:nvSpPr>
        <p:spPr>
          <a:xfrm>
            <a:off x="566928" y="1956816"/>
            <a:ext cx="128016" cy="128016"/>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883664"/>
            <a:ext cx="6217920" cy="200311"/>
          </a:xfrm>
          <a:prstGeom prst="rect">
            <a:avLst/>
          </a:prstGeom>
          <a:noFill/>
        </p:spPr>
        <p:txBody>
          <a:bodyPr wrap="square" lIns="0" tIns="0" rIns="0" bIns="0" anchor="t">
            <a:spAutoFit/>
          </a:bodyPr>
          <a:lstStyle/>
          <a:p>
            <a:pPr algn="l">
              <a:lnSpc>
                <a:spcPct val="106000"/>
              </a:lnSpc>
              <a:spcAft>
                <a:spcPts val="400"/>
              </a:spcAft>
            </a:pPr>
            <a:r>
              <a:rPr lang="en-US" sz="1300" b="1" i="0">
                <a:solidFill>
                  <a:srgbClr val="053057"/>
                </a:solidFill>
                <a:latin typeface="Montserrat"/>
              </a:rPr>
              <a:t>HOW IT WORKS</a:t>
            </a:r>
          </a:p>
        </p:txBody>
      </p:sp>
      <p:sp>
        <p:nvSpPr>
          <p:cNvPr id="10" name="Oval 9"/>
          <p:cNvSpPr>
            <a:spLocks/>
          </p:cNvSpPr>
          <p:nvPr/>
        </p:nvSpPr>
        <p:spPr>
          <a:xfrm>
            <a:off x="566928" y="2359152"/>
            <a:ext cx="365760" cy="36576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b="1" i="0">
                <a:solidFill>
                  <a:srgbClr val="00EDED"/>
                </a:solidFill>
                <a:latin typeface="Montserrat"/>
              </a:rPr>
              <a:t>1</a:t>
            </a:r>
          </a:p>
        </p:txBody>
      </p:sp>
      <p:sp>
        <p:nvSpPr>
          <p:cNvPr id="11" name="TextBox 10"/>
          <p:cNvSpPr txBox="1">
            <a:spLocks/>
          </p:cNvSpPr>
          <p:nvPr/>
        </p:nvSpPr>
        <p:spPr>
          <a:xfrm>
            <a:off x="1097280" y="2295144"/>
            <a:ext cx="6144768" cy="274320"/>
          </a:xfrm>
          <a:prstGeom prst="rect">
            <a:avLst/>
          </a:prstGeom>
          <a:noFill/>
        </p:spPr>
        <p:txBody>
          <a:bodyPr wrap="square" lIns="0" tIns="0" rIns="0" bIns="0" anchor="t">
            <a:spAutoFit/>
          </a:bodyPr>
          <a:lstStyle/>
          <a:p>
            <a:pPr algn="l">
              <a:lnSpc>
                <a:spcPct val="106000"/>
              </a:lnSpc>
              <a:spcAft>
                <a:spcPts val="400"/>
              </a:spcAft>
            </a:pPr>
            <a:r>
              <a:rPr lang="en-US" sz="1350" b="1" i="0">
                <a:solidFill>
                  <a:srgbClr val="053057"/>
                </a:solidFill>
                <a:latin typeface="Montserrat"/>
              </a:rPr>
              <a:t>Name a prospect brand</a:t>
            </a:r>
          </a:p>
        </p:txBody>
      </p:sp>
      <p:sp>
        <p:nvSpPr>
          <p:cNvPr id="12" name="TextBox 11"/>
          <p:cNvSpPr txBox="1">
            <a:spLocks/>
          </p:cNvSpPr>
          <p:nvPr/>
        </p:nvSpPr>
        <p:spPr>
          <a:xfrm>
            <a:off x="1097280" y="2578608"/>
            <a:ext cx="6144768" cy="256032"/>
          </a:xfrm>
          <a:prstGeom prst="rect">
            <a:avLst/>
          </a:prstGeom>
          <a:noFill/>
        </p:spPr>
        <p:txBody>
          <a:bodyPr wrap="square" lIns="0" tIns="0" rIns="0" bIns="0" anchor="t">
            <a:spAutoFit/>
          </a:bodyPr>
          <a:lstStyle/>
          <a:p>
            <a:pPr algn="l">
              <a:lnSpc>
                <a:spcPct val="110000"/>
              </a:lnSpc>
              <a:spcAft>
                <a:spcPts val="400"/>
              </a:spcAft>
            </a:pPr>
            <a:r>
              <a:rPr lang="en-US" sz="1150" b="0" i="0">
                <a:solidFill>
                  <a:srgbClr val="1A2A33"/>
                </a:solidFill>
                <a:latin typeface="Montserrat"/>
              </a:rPr>
              <a:t>the seller types any company; AI resolves it to its domain</a:t>
            </a:r>
          </a:p>
        </p:txBody>
      </p:sp>
      <p:sp>
        <p:nvSpPr>
          <p:cNvPr id="13" name="Oval 12"/>
          <p:cNvSpPr>
            <a:spLocks/>
          </p:cNvSpPr>
          <p:nvPr/>
        </p:nvSpPr>
        <p:spPr>
          <a:xfrm>
            <a:off x="566928" y="2962656"/>
            <a:ext cx="365760" cy="36576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b="1" i="0">
                <a:solidFill>
                  <a:srgbClr val="00EDED"/>
                </a:solidFill>
                <a:latin typeface="Montserrat"/>
              </a:rPr>
              <a:t>2</a:t>
            </a:r>
          </a:p>
        </p:txBody>
      </p:sp>
      <p:sp>
        <p:nvSpPr>
          <p:cNvPr id="14" name="TextBox 13"/>
          <p:cNvSpPr txBox="1"/>
          <p:nvPr/>
        </p:nvSpPr>
        <p:spPr>
          <a:xfrm>
            <a:off x="1097280" y="2898648"/>
            <a:ext cx="6144768" cy="207942"/>
          </a:xfrm>
          <a:prstGeom prst="rect">
            <a:avLst/>
          </a:prstGeom>
          <a:noFill/>
        </p:spPr>
        <p:txBody>
          <a:bodyPr wrap="square" lIns="0" tIns="0" rIns="0" bIns="0" anchor="t">
            <a:spAutoFit/>
          </a:bodyPr>
          <a:lstStyle/>
          <a:p>
            <a:pPr algn="l">
              <a:lnSpc>
                <a:spcPct val="106000"/>
              </a:lnSpc>
              <a:spcAft>
                <a:spcPts val="400"/>
              </a:spcAft>
            </a:pPr>
            <a:r>
              <a:rPr lang="en-US" sz="1350" b="1" i="0">
                <a:solidFill>
                  <a:srgbClr val="053057"/>
                </a:solidFill>
                <a:latin typeface="Montserrat"/>
              </a:rPr>
              <a:t>Analyze live against ~30M households</a:t>
            </a:r>
          </a:p>
        </p:txBody>
      </p:sp>
      <p:sp>
        <p:nvSpPr>
          <p:cNvPr id="15" name="TextBox 14"/>
          <p:cNvSpPr txBox="1">
            <a:spLocks/>
          </p:cNvSpPr>
          <p:nvPr/>
        </p:nvSpPr>
        <p:spPr>
          <a:xfrm>
            <a:off x="1097280" y="3182112"/>
            <a:ext cx="6144768" cy="256032"/>
          </a:xfrm>
          <a:prstGeom prst="rect">
            <a:avLst/>
          </a:prstGeom>
          <a:noFill/>
        </p:spPr>
        <p:txBody>
          <a:bodyPr wrap="square" lIns="0" tIns="0" rIns="0" bIns="0" anchor="t">
            <a:spAutoFit/>
          </a:bodyPr>
          <a:lstStyle/>
          <a:p>
            <a:pPr algn="l">
              <a:lnSpc>
                <a:spcPct val="110000"/>
              </a:lnSpc>
              <a:spcAft>
                <a:spcPts val="400"/>
              </a:spcAft>
            </a:pPr>
            <a:r>
              <a:rPr lang="en-US" sz="1150" b="0" i="0">
                <a:solidFill>
                  <a:srgbClr val="1A2A33"/>
                </a:solidFill>
                <a:latin typeface="Montserrat"/>
              </a:rPr>
              <a:t>audience, competitors, demographics &amp; behavior — on the spot</a:t>
            </a:r>
          </a:p>
        </p:txBody>
      </p:sp>
      <p:sp>
        <p:nvSpPr>
          <p:cNvPr id="16" name="Oval 15"/>
          <p:cNvSpPr/>
          <p:nvPr/>
        </p:nvSpPr>
        <p:spPr>
          <a:xfrm>
            <a:off x="566928" y="3566160"/>
            <a:ext cx="365760" cy="36576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b="1" i="0">
                <a:solidFill>
                  <a:srgbClr val="00EDED"/>
                </a:solidFill>
                <a:latin typeface="Montserrat"/>
              </a:rPr>
              <a:t>3</a:t>
            </a:r>
          </a:p>
        </p:txBody>
      </p:sp>
      <p:sp>
        <p:nvSpPr>
          <p:cNvPr id="17" name="TextBox 16"/>
          <p:cNvSpPr txBox="1"/>
          <p:nvPr/>
        </p:nvSpPr>
        <p:spPr>
          <a:xfrm>
            <a:off x="1097280" y="3502152"/>
            <a:ext cx="6144768" cy="207942"/>
          </a:xfrm>
          <a:prstGeom prst="rect">
            <a:avLst/>
          </a:prstGeom>
          <a:noFill/>
        </p:spPr>
        <p:txBody>
          <a:bodyPr wrap="square" lIns="0" tIns="0" rIns="0" bIns="0" anchor="t">
            <a:spAutoFit/>
          </a:bodyPr>
          <a:lstStyle/>
          <a:p>
            <a:pPr algn="l">
              <a:lnSpc>
                <a:spcPct val="106000"/>
              </a:lnSpc>
              <a:spcAft>
                <a:spcPts val="400"/>
              </a:spcAft>
            </a:pPr>
            <a:r>
              <a:rPr lang="en-US" sz="1350" b="1" i="0">
                <a:solidFill>
                  <a:srgbClr val="053057"/>
                </a:solidFill>
                <a:latin typeface="Montserrat"/>
              </a:rPr>
              <a:t>Explore the story</a:t>
            </a:r>
          </a:p>
        </p:txBody>
      </p:sp>
      <p:sp>
        <p:nvSpPr>
          <p:cNvPr id="18" name="TextBox 17"/>
          <p:cNvSpPr txBox="1"/>
          <p:nvPr/>
        </p:nvSpPr>
        <p:spPr>
          <a:xfrm>
            <a:off x="1097280" y="3785616"/>
            <a:ext cx="6144768" cy="182422"/>
          </a:xfrm>
          <a:prstGeom prst="rect">
            <a:avLst/>
          </a:prstGeom>
          <a:noFill/>
        </p:spPr>
        <p:txBody>
          <a:bodyPr wrap="square" lIns="0" tIns="0" rIns="0" bIns="0" anchor="t">
            <a:spAutoFit/>
          </a:bodyPr>
          <a:lstStyle/>
          <a:p>
            <a:pPr algn="l">
              <a:lnSpc>
                <a:spcPct val="110000"/>
              </a:lnSpc>
              <a:spcAft>
                <a:spcPts val="400"/>
              </a:spcAft>
            </a:pPr>
            <a:r>
              <a:rPr lang="en-US" sz="1150" b="0" i="0">
                <a:solidFill>
                  <a:srgbClr val="1A2A33"/>
                </a:solidFill>
                <a:latin typeface="Montserrat"/>
              </a:rPr>
              <a:t>9 guided screens + “Ask Latis” natural-language Q&amp;A</a:t>
            </a:r>
          </a:p>
        </p:txBody>
      </p:sp>
      <p:sp>
        <p:nvSpPr>
          <p:cNvPr id="19" name="Oval 18"/>
          <p:cNvSpPr/>
          <p:nvPr/>
        </p:nvSpPr>
        <p:spPr>
          <a:xfrm>
            <a:off x="566928" y="4169664"/>
            <a:ext cx="365760" cy="365760"/>
          </a:xfrm>
          <a:prstGeom prst="ellipse">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500" b="1" i="0">
                <a:solidFill>
                  <a:srgbClr val="00EDED"/>
                </a:solidFill>
                <a:latin typeface="Montserrat"/>
              </a:rPr>
              <a:t>4</a:t>
            </a:r>
          </a:p>
        </p:txBody>
      </p:sp>
      <p:sp>
        <p:nvSpPr>
          <p:cNvPr id="20" name="TextBox 19"/>
          <p:cNvSpPr txBox="1">
            <a:spLocks/>
          </p:cNvSpPr>
          <p:nvPr/>
        </p:nvSpPr>
        <p:spPr>
          <a:xfrm>
            <a:off x="1097280" y="4105656"/>
            <a:ext cx="6144768" cy="274320"/>
          </a:xfrm>
          <a:prstGeom prst="rect">
            <a:avLst/>
          </a:prstGeom>
          <a:noFill/>
        </p:spPr>
        <p:txBody>
          <a:bodyPr wrap="square" lIns="0" tIns="0" rIns="0" bIns="0" anchor="t">
            <a:spAutoFit/>
          </a:bodyPr>
          <a:lstStyle/>
          <a:p>
            <a:pPr algn="l">
              <a:lnSpc>
                <a:spcPct val="106000"/>
              </a:lnSpc>
              <a:spcAft>
                <a:spcPts val="400"/>
              </a:spcAft>
            </a:pPr>
            <a:r>
              <a:rPr lang="en-US" sz="1350" b="1" i="0">
                <a:solidFill>
                  <a:srgbClr val="053057"/>
                </a:solidFill>
                <a:latin typeface="Montserrat"/>
              </a:rPr>
              <a:t>Generate &amp; export</a:t>
            </a:r>
          </a:p>
        </p:txBody>
      </p:sp>
      <p:sp>
        <p:nvSpPr>
          <p:cNvPr id="21" name="TextBox 20"/>
          <p:cNvSpPr txBox="1"/>
          <p:nvPr/>
        </p:nvSpPr>
        <p:spPr>
          <a:xfrm>
            <a:off x="1097280" y="4389120"/>
            <a:ext cx="6144768" cy="182422"/>
          </a:xfrm>
          <a:prstGeom prst="rect">
            <a:avLst/>
          </a:prstGeom>
          <a:noFill/>
        </p:spPr>
        <p:txBody>
          <a:bodyPr wrap="square" lIns="0" tIns="0" rIns="0" bIns="0" anchor="t">
            <a:spAutoFit/>
          </a:bodyPr>
          <a:lstStyle/>
          <a:p>
            <a:pPr algn="l">
              <a:lnSpc>
                <a:spcPct val="110000"/>
              </a:lnSpc>
              <a:spcAft>
                <a:spcPts val="400"/>
              </a:spcAft>
            </a:pPr>
            <a:r>
              <a:rPr lang="en-US" sz="1150" b="0" i="0">
                <a:solidFill>
                  <a:srgbClr val="1A2A33"/>
                </a:solidFill>
                <a:latin typeface="Montserrat"/>
              </a:rPr>
              <a:t>an ~18-slide, source-tagged Client Brief → one-click PowerPoint</a:t>
            </a:r>
          </a:p>
        </p:txBody>
      </p:sp>
      <p:sp>
        <p:nvSpPr>
          <p:cNvPr id="39" name="Rounded Rectangle 38"/>
          <p:cNvSpPr/>
          <p:nvPr/>
        </p:nvSpPr>
        <p:spPr>
          <a:xfrm>
            <a:off x="566928" y="4956048"/>
            <a:ext cx="10853928" cy="1225296"/>
          </a:xfrm>
          <a:prstGeom prst="roundRect">
            <a:avLst>
              <a:gd name="adj" fmla="val 5500"/>
            </a:avLst>
          </a:prstGeom>
          <a:solidFill>
            <a:srgbClr val="EE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04672" y="5138928"/>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2415" y="5065776"/>
            <a:ext cx="10058400" cy="256032"/>
          </a:xfrm>
          <a:prstGeom prst="rect">
            <a:avLst/>
          </a:prstGeom>
          <a:noFill/>
        </p:spPr>
        <p:txBody>
          <a:bodyPr wrap="square" lIns="0" tIns="0" rIns="0" bIns="0" anchor="t">
            <a:spAutoFit/>
          </a:bodyPr>
          <a:lstStyle/>
          <a:p>
            <a:pPr algn="l">
              <a:lnSpc>
                <a:spcPct val="106000"/>
              </a:lnSpc>
              <a:spcAft>
                <a:spcPts val="400"/>
              </a:spcAft>
            </a:pPr>
            <a:r>
              <a:rPr sz="1150" b="1" i="0">
                <a:solidFill>
                  <a:srgbClr val="053057"/>
                </a:solidFill>
                <a:latin typeface="Montserrat"/>
              </a:rPr>
              <a:t>WHAT MAKES IT DIFFERENT</a:t>
            </a:r>
          </a:p>
        </p:txBody>
      </p:sp>
      <p:sp>
        <p:nvSpPr>
          <p:cNvPr id="42" name="TextBox 41"/>
          <p:cNvSpPr txBox="1"/>
          <p:nvPr/>
        </p:nvSpPr>
        <p:spPr>
          <a:xfrm>
            <a:off x="896112" y="5413248"/>
            <a:ext cx="3401568" cy="237744"/>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Live, not canned</a:t>
            </a:r>
          </a:p>
        </p:txBody>
      </p:sp>
      <p:sp>
        <p:nvSpPr>
          <p:cNvPr id="43" name="TextBox 42"/>
          <p:cNvSpPr txBox="1"/>
          <p:nvPr/>
        </p:nvSpPr>
        <p:spPr>
          <a:xfrm>
            <a:off x="896112" y="5687568"/>
            <a:ext cx="3401568" cy="475488"/>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analyzes any brand against real household data in the meeting — not a pre-built report</a:t>
            </a:r>
          </a:p>
        </p:txBody>
      </p:sp>
      <p:sp>
        <p:nvSpPr>
          <p:cNvPr id="44" name="TextBox 43"/>
          <p:cNvSpPr txBox="1"/>
          <p:nvPr/>
        </p:nvSpPr>
        <p:spPr>
          <a:xfrm>
            <a:off x="4389120" y="5413248"/>
            <a:ext cx="3401568" cy="237744"/>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Provenance built in</a:t>
            </a:r>
          </a:p>
        </p:txBody>
      </p:sp>
      <p:sp>
        <p:nvSpPr>
          <p:cNvPr id="45" name="TextBox 44"/>
          <p:cNvSpPr txBox="1"/>
          <p:nvPr/>
        </p:nvSpPr>
        <p:spPr>
          <a:xfrm>
            <a:off x="4389120" y="5687568"/>
            <a:ext cx="3401568" cy="475488"/>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every slide tagged Live / Curated / AI-Generated / Edited; tune tone, length &amp; audience</a:t>
            </a:r>
          </a:p>
        </p:txBody>
      </p:sp>
      <p:sp>
        <p:nvSpPr>
          <p:cNvPr id="46" name="TextBox 45"/>
          <p:cNvSpPr txBox="1"/>
          <p:nvPr/>
        </p:nvSpPr>
        <p:spPr>
          <a:xfrm>
            <a:off x="7882128" y="5413248"/>
            <a:ext cx="3401568" cy="237744"/>
          </a:xfrm>
          <a:prstGeom prst="rect">
            <a:avLst/>
          </a:prstGeom>
          <a:noFill/>
        </p:spPr>
        <p:txBody>
          <a:bodyPr wrap="square" lIns="0" tIns="0" rIns="0" bIns="0" anchor="t">
            <a:spAutoFit/>
          </a:bodyPr>
          <a:lstStyle/>
          <a:p>
            <a:pPr algn="l">
              <a:lnSpc>
                <a:spcPct val="106000"/>
              </a:lnSpc>
              <a:spcAft>
                <a:spcPts val="400"/>
              </a:spcAft>
            </a:pPr>
            <a:r>
              <a:rPr sz="1200" b="1" i="0">
                <a:solidFill>
                  <a:srgbClr val="053057"/>
                </a:solidFill>
                <a:latin typeface="Montserrat"/>
              </a:rPr>
              <a:t>The platform’s front door</a:t>
            </a:r>
          </a:p>
        </p:txBody>
      </p:sp>
      <p:sp>
        <p:nvSpPr>
          <p:cNvPr id="47" name="TextBox 46"/>
          <p:cNvSpPr txBox="1"/>
          <p:nvPr/>
        </p:nvSpPr>
        <p:spPr>
          <a:xfrm>
            <a:off x="7882128" y="5687568"/>
            <a:ext cx="3401568" cy="475488"/>
          </a:xfrm>
          <a:prstGeom prst="rect">
            <a:avLst/>
          </a:prstGeom>
          <a:noFill/>
        </p:spPr>
        <p:txBody>
          <a:bodyPr wrap="square" lIns="0" tIns="0" rIns="0" bIns="0" anchor="t">
            <a:spAutoFit/>
          </a:bodyPr>
          <a:lstStyle/>
          <a:p>
            <a:pPr algn="l">
              <a:lnSpc>
                <a:spcPct val="112000"/>
              </a:lnSpc>
              <a:spcAft>
                <a:spcPts val="400"/>
              </a:spcAft>
            </a:pPr>
            <a:r>
              <a:rPr sz="1050" b="0" i="0">
                <a:solidFill>
                  <a:srgbClr val="1A2A33"/>
                </a:solidFill>
                <a:latin typeface="Montserrat"/>
              </a:rPr>
              <a:t>beta of the client-facing Latis Intelligence Portal + API — Phase 1B, Oct–Nov</a:t>
            </a:r>
          </a:p>
        </p:txBody>
      </p:sp>
      <p:pic>
        <p:nvPicPr>
          <p:cNvPr id="3" name="Picture 2">
            <a:extLst>
              <a:ext uri="{FF2B5EF4-FFF2-40B4-BE49-F238E27FC236}">
                <a16:creationId xmlns:a16="http://schemas.microsoft.com/office/drawing/2014/main" id="{AA553972-5B03-03B1-DB90-B10D04D4ED6C}"/>
              </a:ext>
            </a:extLst>
          </p:cNvPr>
          <p:cNvPicPr>
            <a:picLocks noChangeAspect="1"/>
          </p:cNvPicPr>
          <p:nvPr/>
        </p:nvPicPr>
        <p:blipFill>
          <a:blip r:embed="rId3"/>
          <a:stretch>
            <a:fillRect/>
          </a:stretch>
        </p:blipFill>
        <p:spPr>
          <a:xfrm>
            <a:off x="5859070" y="1527048"/>
            <a:ext cx="3430728" cy="3291840"/>
          </a:xfrm>
          <a:prstGeom prst="rect">
            <a:avLst/>
          </a:prstGeom>
          <a:ln>
            <a:noFill/>
          </a:ln>
          <a:effectLst>
            <a:outerShdw blurRad="292100" dist="139700" dir="2700000" algn="tl" rotWithShape="0">
              <a:srgbClr val="333333">
                <a:alpha val="65000"/>
              </a:srgbClr>
            </a:outerShdw>
          </a:effectLst>
        </p:spPr>
      </p:pic>
      <p:pic>
        <p:nvPicPr>
          <p:cNvPr id="49" name="Picture 48">
            <a:extLst>
              <a:ext uri="{FF2B5EF4-FFF2-40B4-BE49-F238E27FC236}">
                <a16:creationId xmlns:a16="http://schemas.microsoft.com/office/drawing/2014/main" id="{C750C4D5-2131-74DD-692D-0A4497E77BBE}"/>
              </a:ext>
            </a:extLst>
          </p:cNvPr>
          <p:cNvPicPr>
            <a:picLocks noChangeAspect="1"/>
          </p:cNvPicPr>
          <p:nvPr/>
        </p:nvPicPr>
        <p:blipFill>
          <a:blip r:embed="rId4"/>
          <a:stretch>
            <a:fillRect/>
          </a:stretch>
        </p:blipFill>
        <p:spPr>
          <a:xfrm>
            <a:off x="9353806" y="1388527"/>
            <a:ext cx="1916172" cy="1880985"/>
          </a:xfrm>
          <a:prstGeom prst="rect">
            <a:avLst/>
          </a:prstGeom>
          <a:ln>
            <a:noFill/>
          </a:ln>
          <a:effectLst>
            <a:outerShdw blurRad="292100" dist="139700" dir="2700000" algn="tl" rotWithShape="0">
              <a:srgbClr val="333333">
                <a:alpha val="65000"/>
              </a:srgbClr>
            </a:outerShdw>
          </a:effectLst>
        </p:spPr>
      </p:pic>
      <p:pic>
        <p:nvPicPr>
          <p:cNvPr id="51" name="Picture 50">
            <a:extLst>
              <a:ext uri="{FF2B5EF4-FFF2-40B4-BE49-F238E27FC236}">
                <a16:creationId xmlns:a16="http://schemas.microsoft.com/office/drawing/2014/main" id="{6B98AE92-C416-EFA7-34B4-6BBE049E305A}"/>
              </a:ext>
            </a:extLst>
          </p:cNvPr>
          <p:cNvPicPr>
            <a:picLocks noChangeAspect="1"/>
          </p:cNvPicPr>
          <p:nvPr/>
        </p:nvPicPr>
        <p:blipFill>
          <a:blip r:embed="rId5"/>
          <a:stretch>
            <a:fillRect/>
          </a:stretch>
        </p:blipFill>
        <p:spPr>
          <a:xfrm>
            <a:off x="9289798" y="3313526"/>
            <a:ext cx="2182427" cy="174077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6928" y="457200"/>
            <a:ext cx="10853928" cy="461665"/>
          </a:xfrm>
        </p:spPr>
        <p:txBody>
          <a:bodyPr wrap="square"/>
          <a:lstStyle/>
          <a:p>
            <a:r>
              <a:rPr sz="3000" b="1" i="0">
                <a:solidFill>
                  <a:srgbClr val="053057"/>
                </a:solidFill>
                <a:latin typeface="Montserrat"/>
              </a:rPr>
              <a:t>Why this is hard</a:t>
            </a:r>
          </a:p>
        </p:txBody>
      </p:sp>
      <p:sp>
        <p:nvSpPr>
          <p:cNvPr id="7" name="Rounded Rectangle 6"/>
          <p:cNvSpPr/>
          <p:nvPr/>
        </p:nvSpPr>
        <p:spPr>
          <a:xfrm>
            <a:off x="566928" y="1298448"/>
            <a:ext cx="5285232" cy="1920240"/>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8096" y="1517904"/>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1444751"/>
            <a:ext cx="4645152" cy="274320"/>
          </a:xfrm>
          <a:prstGeom prst="rect">
            <a:avLst/>
          </a:prstGeom>
          <a:noFill/>
        </p:spPr>
        <p:txBody>
          <a:bodyPr wrap="square" lIns="0" tIns="0" rIns="0" bIns="0" anchor="t">
            <a:spAutoFit/>
          </a:bodyPr>
          <a:lstStyle/>
          <a:p>
            <a:pPr algn="l">
              <a:lnSpc>
                <a:spcPct val="106000"/>
              </a:lnSpc>
              <a:spcAft>
                <a:spcPts val="400"/>
              </a:spcAft>
            </a:pPr>
            <a:r>
              <a:rPr sz="1400" b="1" i="0">
                <a:solidFill>
                  <a:srgbClr val="053057"/>
                </a:solidFill>
                <a:latin typeface="Montserrat"/>
              </a:rPr>
              <a:t>Embeddings with no ground truth</a:t>
            </a:r>
          </a:p>
        </p:txBody>
      </p:sp>
      <p:sp>
        <p:nvSpPr>
          <p:cNvPr id="10" name="TextBox 9"/>
          <p:cNvSpPr txBox="1"/>
          <p:nvPr/>
        </p:nvSpPr>
        <p:spPr>
          <a:xfrm>
            <a:off x="1024128" y="1810512"/>
            <a:ext cx="4645152" cy="1011687"/>
          </a:xfrm>
          <a:prstGeom prst="rect">
            <a:avLst/>
          </a:prstGeom>
          <a:noFill/>
        </p:spPr>
        <p:txBody>
          <a:bodyPr wrap="square" lIns="0" tIns="0" rIns="0" bIns="0" anchor="t">
            <a:spAutoFit/>
          </a:bodyPr>
          <a:lstStyle/>
          <a:p>
            <a:pPr algn="l">
              <a:lnSpc>
                <a:spcPct val="116000"/>
              </a:lnSpc>
              <a:spcAft>
                <a:spcPts val="400"/>
              </a:spcAft>
            </a:pPr>
            <a:r>
              <a:rPr sz="1150" b="0" i="0">
                <a:solidFill>
                  <a:srgbClr val="1A2A33"/>
                </a:solidFill>
                <a:latin typeface="Montserrat"/>
              </a:rPr>
              <a:t>Two-tier household embeddings (stable long-term + adaptive short-term, L2-normalized </a:t>
            </a:r>
            <a:r>
              <a:rPr lang="en-IN" sz="1150" b="0" i="0" err="1">
                <a:solidFill>
                  <a:srgbClr val="1A2A33"/>
                </a:solidFill>
                <a:latin typeface="Montserrat"/>
              </a:rPr>
              <a:t>concat</a:t>
            </a:r>
            <a:r>
              <a:rPr sz="1150" b="0" i="0">
                <a:solidFill>
                  <a:srgbClr val="1A2A33"/>
                </a:solidFill>
                <a:latin typeface="Montserrat"/>
              </a:rPr>
              <a:t>) on an open-source model (BGE-M3</a:t>
            </a:r>
            <a:r>
              <a:rPr lang="en-US" sz="1150" b="0" i="0">
                <a:solidFill>
                  <a:srgbClr val="1A2A33"/>
                </a:solidFill>
                <a:latin typeface="Montserrat"/>
              </a:rPr>
              <a:t>) or managed service like Titan/Arctic models.</a:t>
            </a:r>
            <a:r>
              <a:rPr sz="1150" b="0" i="0">
                <a:solidFill>
                  <a:srgbClr val="1A2A33"/>
                </a:solidFill>
                <a:latin typeface="Montserrat"/>
              </a:rPr>
              <a:t> No labels to fit against — validation is outcome anchoring, eval cohorts, and case-control studies.</a:t>
            </a:r>
          </a:p>
        </p:txBody>
      </p:sp>
      <p:sp>
        <p:nvSpPr>
          <p:cNvPr id="15" name="Rounded Rectangle 14"/>
          <p:cNvSpPr/>
          <p:nvPr/>
        </p:nvSpPr>
        <p:spPr>
          <a:xfrm>
            <a:off x="566928" y="3493008"/>
            <a:ext cx="5285232" cy="1920240"/>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68096" y="3712463"/>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 y="3639312"/>
            <a:ext cx="4645152" cy="274320"/>
          </a:xfrm>
          <a:prstGeom prst="rect">
            <a:avLst/>
          </a:prstGeom>
          <a:noFill/>
        </p:spPr>
        <p:txBody>
          <a:bodyPr wrap="square" lIns="0" tIns="0" rIns="0" bIns="0" anchor="t">
            <a:spAutoFit/>
          </a:bodyPr>
          <a:lstStyle/>
          <a:p>
            <a:pPr algn="l">
              <a:lnSpc>
                <a:spcPct val="106000"/>
              </a:lnSpc>
              <a:spcAft>
                <a:spcPts val="400"/>
              </a:spcAft>
            </a:pPr>
            <a:r>
              <a:rPr sz="1400" b="1" i="0">
                <a:solidFill>
                  <a:srgbClr val="053057"/>
                </a:solidFill>
                <a:latin typeface="Montserrat"/>
              </a:rPr>
              <a:t>Privacy as a design constraint</a:t>
            </a:r>
          </a:p>
        </p:txBody>
      </p:sp>
      <p:sp>
        <p:nvSpPr>
          <p:cNvPr id="18" name="TextBox 17"/>
          <p:cNvSpPr txBox="1"/>
          <p:nvPr/>
        </p:nvSpPr>
        <p:spPr>
          <a:xfrm>
            <a:off x="1024128" y="4005072"/>
            <a:ext cx="4645152" cy="601062"/>
          </a:xfrm>
          <a:prstGeom prst="rect">
            <a:avLst/>
          </a:prstGeom>
          <a:noFill/>
        </p:spPr>
        <p:txBody>
          <a:bodyPr wrap="square" lIns="0" tIns="0" rIns="0" bIns="0" anchor="t">
            <a:spAutoFit/>
          </a:bodyPr>
          <a:lstStyle/>
          <a:p>
            <a:pPr algn="l">
              <a:lnSpc>
                <a:spcPct val="116000"/>
              </a:lnSpc>
              <a:spcAft>
                <a:spcPts val="400"/>
              </a:spcAft>
            </a:pPr>
            <a:r>
              <a:rPr lang="en-US" sz="1150" b="0" i="0">
                <a:solidFill>
                  <a:srgbClr val="1A2A33"/>
                </a:solidFill>
                <a:latin typeface="Montserrat"/>
              </a:rPr>
              <a:t>Privacy preserving design.  </a:t>
            </a:r>
            <a:r>
              <a:rPr sz="1150" b="0" i="0">
                <a:solidFill>
                  <a:srgbClr val="1A2A33"/>
                </a:solidFill>
                <a:latin typeface="Montserrat"/>
              </a:rPr>
              <a:t>Aggregation floors, PCA compression of embeddings, privacy-reviewed model inputs. Changing </a:t>
            </a:r>
            <a:r>
              <a:rPr lang="en-US" sz="1150" b="0" i="0">
                <a:solidFill>
                  <a:srgbClr val="1A2A33"/>
                </a:solidFill>
                <a:latin typeface="Montserrat"/>
              </a:rPr>
              <a:t>approach requires re-running privacy attack suite</a:t>
            </a:r>
            <a:r>
              <a:rPr sz="1150" b="0" i="0">
                <a:solidFill>
                  <a:srgbClr val="1A2A33"/>
                </a:solidFill>
                <a:latin typeface="Montserrat"/>
              </a:rPr>
              <a:t>.</a:t>
            </a:r>
          </a:p>
        </p:txBody>
      </p:sp>
      <p:sp>
        <p:nvSpPr>
          <p:cNvPr id="19" name="Rounded Rectangle 18"/>
          <p:cNvSpPr/>
          <p:nvPr/>
        </p:nvSpPr>
        <p:spPr>
          <a:xfrm>
            <a:off x="6135624" y="3493008"/>
            <a:ext cx="5285232" cy="1920240"/>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336792" y="3712463"/>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92824" y="3639312"/>
            <a:ext cx="4645152" cy="274320"/>
          </a:xfrm>
          <a:prstGeom prst="rect">
            <a:avLst/>
          </a:prstGeom>
          <a:noFill/>
        </p:spPr>
        <p:txBody>
          <a:bodyPr wrap="square" lIns="0" tIns="0" rIns="0" bIns="0" anchor="t">
            <a:spAutoFit/>
          </a:bodyPr>
          <a:lstStyle/>
          <a:p>
            <a:pPr algn="l">
              <a:lnSpc>
                <a:spcPct val="106000"/>
              </a:lnSpc>
              <a:spcAft>
                <a:spcPts val="400"/>
              </a:spcAft>
            </a:pPr>
            <a:r>
              <a:rPr sz="1400" b="1" i="0">
                <a:solidFill>
                  <a:srgbClr val="053057"/>
                </a:solidFill>
                <a:latin typeface="Montserrat"/>
              </a:rPr>
              <a:t>Content intelligence</a:t>
            </a:r>
          </a:p>
        </p:txBody>
      </p:sp>
      <p:sp>
        <p:nvSpPr>
          <p:cNvPr id="22" name="TextBox 21"/>
          <p:cNvSpPr txBox="1"/>
          <p:nvPr/>
        </p:nvSpPr>
        <p:spPr>
          <a:xfrm>
            <a:off x="6592824" y="4005072"/>
            <a:ext cx="4645152" cy="601062"/>
          </a:xfrm>
          <a:prstGeom prst="rect">
            <a:avLst/>
          </a:prstGeom>
          <a:noFill/>
        </p:spPr>
        <p:txBody>
          <a:bodyPr wrap="square" lIns="0" tIns="0" rIns="0" bIns="0" anchor="t">
            <a:spAutoFit/>
          </a:bodyPr>
          <a:lstStyle/>
          <a:p>
            <a:pPr algn="l">
              <a:lnSpc>
                <a:spcPct val="116000"/>
              </a:lnSpc>
              <a:spcAft>
                <a:spcPts val="400"/>
              </a:spcAft>
            </a:pPr>
            <a:r>
              <a:rPr sz="1150" b="0" i="0">
                <a:solidFill>
                  <a:srgbClr val="1A2A33"/>
                </a:solidFill>
                <a:latin typeface="Montserrat"/>
              </a:rPr>
              <a:t>A domain name is a coarse signal. We crawl site content and</a:t>
            </a:r>
            <a:r>
              <a:rPr lang="en-US" sz="1150" b="0" i="0">
                <a:solidFill>
                  <a:srgbClr val="1A2A33"/>
                </a:solidFill>
                <a:latin typeface="Montserrat"/>
              </a:rPr>
              <a:t> leverage opt-in clickstream tracking panel to classify </a:t>
            </a:r>
            <a:r>
              <a:rPr sz="1150" b="0" i="0">
                <a:solidFill>
                  <a:srgbClr val="1A2A33"/>
                </a:solidFill>
                <a:latin typeface="Montserrat"/>
              </a:rPr>
              <a:t>into intent vectors to enrich </a:t>
            </a:r>
            <a:r>
              <a:rPr lang="en-US" sz="1150" b="0" i="0">
                <a:solidFill>
                  <a:srgbClr val="1A2A33"/>
                </a:solidFill>
                <a:latin typeface="Montserrat"/>
              </a:rPr>
              <a:t>every web domain visit</a:t>
            </a:r>
            <a:endParaRPr sz="1150" b="0" i="0">
              <a:solidFill>
                <a:srgbClr val="1A2A33"/>
              </a:solidFill>
              <a:latin typeface="Montserrat"/>
            </a:endParaRPr>
          </a:p>
        </p:txBody>
      </p:sp>
      <p:sp>
        <p:nvSpPr>
          <p:cNvPr id="3" name="Rounded Rectangle 6">
            <a:extLst>
              <a:ext uri="{FF2B5EF4-FFF2-40B4-BE49-F238E27FC236}">
                <a16:creationId xmlns:a16="http://schemas.microsoft.com/office/drawing/2014/main" id="{C2E4345E-6749-1465-61A2-BFA0DA458FF8}"/>
              </a:ext>
            </a:extLst>
          </p:cNvPr>
          <p:cNvSpPr/>
          <p:nvPr/>
        </p:nvSpPr>
        <p:spPr>
          <a:xfrm>
            <a:off x="6144768" y="1353680"/>
            <a:ext cx="5285232" cy="1920240"/>
          </a:xfrm>
          <a:prstGeom prst="roundRect">
            <a:avLst>
              <a:gd name="adj" fmla="val 6000"/>
            </a:avLst>
          </a:prstGeom>
          <a:solidFill>
            <a:srgbClr val="F4F6F8"/>
          </a:solidFill>
          <a:ln w="12700">
            <a:solidFill>
              <a:srgbClr val="E3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78A60600-E638-6795-3D5B-8D52720F99F1}"/>
              </a:ext>
            </a:extLst>
          </p:cNvPr>
          <p:cNvSpPr/>
          <p:nvPr/>
        </p:nvSpPr>
        <p:spPr>
          <a:xfrm>
            <a:off x="6345936" y="1573136"/>
            <a:ext cx="118872" cy="118872"/>
          </a:xfrm>
          <a:prstGeom prst="ellipse">
            <a:avLst/>
          </a:prstGeom>
          <a:solidFill>
            <a:srgbClr val="00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5194E762-F258-549E-6B58-F2D4F98F1A6C}"/>
              </a:ext>
            </a:extLst>
          </p:cNvPr>
          <p:cNvSpPr txBox="1"/>
          <p:nvPr/>
        </p:nvSpPr>
        <p:spPr>
          <a:xfrm>
            <a:off x="6601968" y="1499983"/>
            <a:ext cx="4645152" cy="274320"/>
          </a:xfrm>
          <a:prstGeom prst="rect">
            <a:avLst/>
          </a:prstGeom>
          <a:noFill/>
        </p:spPr>
        <p:txBody>
          <a:bodyPr wrap="square" lIns="0" tIns="0" rIns="0" bIns="0" anchor="t">
            <a:spAutoFit/>
          </a:bodyPr>
          <a:lstStyle/>
          <a:p>
            <a:pPr algn="l">
              <a:lnSpc>
                <a:spcPct val="106000"/>
              </a:lnSpc>
              <a:spcAft>
                <a:spcPts val="400"/>
              </a:spcAft>
            </a:pPr>
            <a:r>
              <a:rPr sz="1400" b="1" i="0">
                <a:solidFill>
                  <a:srgbClr val="053057"/>
                </a:solidFill>
                <a:latin typeface="Montserrat"/>
              </a:rPr>
              <a:t>Industrial scale</a:t>
            </a:r>
          </a:p>
        </p:txBody>
      </p:sp>
      <p:sp>
        <p:nvSpPr>
          <p:cNvPr id="30" name="TextBox 29">
            <a:extLst>
              <a:ext uri="{FF2B5EF4-FFF2-40B4-BE49-F238E27FC236}">
                <a16:creationId xmlns:a16="http://schemas.microsoft.com/office/drawing/2014/main" id="{43F495B9-D6C7-2692-683C-4A73E05735B9}"/>
              </a:ext>
            </a:extLst>
          </p:cNvPr>
          <p:cNvSpPr txBox="1"/>
          <p:nvPr/>
        </p:nvSpPr>
        <p:spPr>
          <a:xfrm>
            <a:off x="6601968" y="1865744"/>
            <a:ext cx="4645152" cy="601062"/>
          </a:xfrm>
          <a:prstGeom prst="rect">
            <a:avLst/>
          </a:prstGeom>
          <a:noFill/>
        </p:spPr>
        <p:txBody>
          <a:bodyPr wrap="square" lIns="0" tIns="0" rIns="0" bIns="0" anchor="t">
            <a:spAutoFit/>
          </a:bodyPr>
          <a:lstStyle/>
          <a:p>
            <a:pPr algn="l">
              <a:lnSpc>
                <a:spcPct val="116000"/>
              </a:lnSpc>
              <a:spcAft>
                <a:spcPts val="400"/>
              </a:spcAft>
            </a:pPr>
            <a:r>
              <a:rPr sz="1150" b="0" i="0">
                <a:solidFill>
                  <a:srgbClr val="1A2A33"/>
                </a:solidFill>
                <a:latin typeface="Montserrat"/>
              </a:rPr>
              <a:t>312B events tracked weekly today — a path to </a:t>
            </a:r>
            <a:r>
              <a:rPr lang="en-US" sz="1150">
                <a:solidFill>
                  <a:srgbClr val="1A2A33"/>
                </a:solidFill>
                <a:latin typeface="Montserrat"/>
              </a:rPr>
              <a:t>6</a:t>
            </a:r>
            <a:r>
              <a:rPr sz="1150" b="0" i="0">
                <a:solidFill>
                  <a:srgbClr val="1A2A33"/>
                </a:solidFill>
                <a:latin typeface="Montserrat"/>
              </a:rPr>
              <a:t>T at enhanced signal levels. Embeddings and intelligence features re-computed and re-published daily for ~30M households.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66928" y="457200"/>
            <a:ext cx="10853928" cy="557784"/>
          </a:xfrm>
        </p:spPr>
        <p:txBody>
          <a:bodyPr wrap="square"/>
          <a:lstStyle/>
          <a:p>
            <a:r>
              <a:rPr sz="3000" b="1" i="0">
                <a:solidFill>
                  <a:srgbClr val="053057"/>
                </a:solidFill>
                <a:latin typeface="Montserrat"/>
              </a:rPr>
              <a:t>Why this matters</a:t>
            </a:r>
          </a:p>
        </p:txBody>
      </p:sp>
      <p:sp>
        <p:nvSpPr>
          <p:cNvPr id="5" name="Rounded Rectangle 4"/>
          <p:cNvSpPr/>
          <p:nvPr/>
        </p:nvSpPr>
        <p:spPr>
          <a:xfrm>
            <a:off x="566928" y="1261872"/>
            <a:ext cx="1600200" cy="118872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82495"/>
            <a:ext cx="1463040" cy="365760"/>
          </a:xfrm>
          <a:prstGeom prst="rect">
            <a:avLst/>
          </a:prstGeom>
          <a:noFill/>
        </p:spPr>
        <p:txBody>
          <a:bodyPr wrap="square" lIns="0" tIns="0" rIns="0" bIns="0" anchor="t">
            <a:spAutoFit/>
          </a:bodyPr>
          <a:lstStyle/>
          <a:p>
            <a:pPr algn="ctr">
              <a:lnSpc>
                <a:spcPct val="106000"/>
              </a:lnSpc>
              <a:spcAft>
                <a:spcPts val="400"/>
              </a:spcAft>
            </a:pPr>
            <a:r>
              <a:rPr sz="1500" b="1" i="0">
                <a:solidFill>
                  <a:srgbClr val="00EDED"/>
                </a:solidFill>
                <a:latin typeface="Montserrat"/>
              </a:rPr>
              <a:t>FIRST</a:t>
            </a:r>
          </a:p>
        </p:txBody>
      </p:sp>
      <p:sp>
        <p:nvSpPr>
          <p:cNvPr id="7" name="TextBox 6"/>
          <p:cNvSpPr txBox="1"/>
          <p:nvPr/>
        </p:nvSpPr>
        <p:spPr>
          <a:xfrm>
            <a:off x="2395728" y="1316736"/>
            <a:ext cx="9006840" cy="347472"/>
          </a:xfrm>
          <a:prstGeom prst="rect">
            <a:avLst/>
          </a:prstGeom>
          <a:noFill/>
        </p:spPr>
        <p:txBody>
          <a:bodyPr wrap="square" lIns="0" tIns="0" rIns="0" bIns="0" anchor="t">
            <a:spAutoFit/>
          </a:bodyPr>
          <a:lstStyle/>
          <a:p>
            <a:pPr algn="l">
              <a:lnSpc>
                <a:spcPct val="106000"/>
              </a:lnSpc>
              <a:spcAft>
                <a:spcPts val="400"/>
              </a:spcAft>
            </a:pPr>
            <a:r>
              <a:rPr sz="1700" b="1" i="0">
                <a:solidFill>
                  <a:srgbClr val="053057"/>
                </a:solidFill>
                <a:latin typeface="Montserrat"/>
              </a:rPr>
              <a:t>This hasn't been done.</a:t>
            </a:r>
          </a:p>
        </p:txBody>
      </p:sp>
      <p:sp>
        <p:nvSpPr>
          <p:cNvPr id="8" name="TextBox 7"/>
          <p:cNvSpPr txBox="1"/>
          <p:nvPr/>
        </p:nvSpPr>
        <p:spPr>
          <a:xfrm>
            <a:off x="2395728" y="1700784"/>
            <a:ext cx="9006840" cy="731520"/>
          </a:xfrm>
          <a:prstGeom prst="rect">
            <a:avLst/>
          </a:prstGeom>
          <a:noFill/>
        </p:spPr>
        <p:txBody>
          <a:bodyPr wrap="square" lIns="0" tIns="0" rIns="0" bIns="0" anchor="t">
            <a:spAutoFit/>
          </a:bodyPr>
          <a:lstStyle/>
          <a:p>
            <a:pPr algn="l">
              <a:lnSpc>
                <a:spcPct val="116000"/>
              </a:lnSpc>
              <a:spcAft>
                <a:spcPts val="400"/>
              </a:spcAft>
            </a:pPr>
            <a:r>
              <a:rPr sz="1250" b="0" i="0">
                <a:solidFill>
                  <a:srgbClr val="1A2A33"/>
                </a:solidFill>
                <a:latin typeface="Montserrat"/>
              </a:rPr>
              <a:t>No ISP has turned national-scale network telemetry into an embedding-native intelligence platform. There is no reference implementation — we are building it.</a:t>
            </a:r>
          </a:p>
        </p:txBody>
      </p:sp>
      <p:sp>
        <p:nvSpPr>
          <p:cNvPr id="9" name="Rounded Rectangle 8"/>
          <p:cNvSpPr/>
          <p:nvPr/>
        </p:nvSpPr>
        <p:spPr>
          <a:xfrm>
            <a:off x="566928" y="2724912"/>
            <a:ext cx="1600200" cy="118872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145536"/>
            <a:ext cx="1463040" cy="365760"/>
          </a:xfrm>
          <a:prstGeom prst="rect">
            <a:avLst/>
          </a:prstGeom>
          <a:noFill/>
        </p:spPr>
        <p:txBody>
          <a:bodyPr wrap="square" lIns="0" tIns="0" rIns="0" bIns="0" anchor="t">
            <a:spAutoFit/>
          </a:bodyPr>
          <a:lstStyle/>
          <a:p>
            <a:pPr algn="ctr">
              <a:lnSpc>
                <a:spcPct val="106000"/>
              </a:lnSpc>
              <a:spcAft>
                <a:spcPts val="400"/>
              </a:spcAft>
            </a:pPr>
            <a:r>
              <a:rPr sz="1500" b="1" i="0">
                <a:solidFill>
                  <a:srgbClr val="00EDED"/>
                </a:solidFill>
                <a:latin typeface="Montserrat"/>
              </a:rPr>
              <a:t>$781M</a:t>
            </a:r>
          </a:p>
        </p:txBody>
      </p:sp>
      <p:sp>
        <p:nvSpPr>
          <p:cNvPr id="11" name="TextBox 10"/>
          <p:cNvSpPr txBox="1"/>
          <p:nvPr/>
        </p:nvSpPr>
        <p:spPr>
          <a:xfrm>
            <a:off x="2395728" y="2779776"/>
            <a:ext cx="9006840" cy="347472"/>
          </a:xfrm>
          <a:prstGeom prst="rect">
            <a:avLst/>
          </a:prstGeom>
          <a:noFill/>
        </p:spPr>
        <p:txBody>
          <a:bodyPr wrap="square" lIns="0" tIns="0" rIns="0" bIns="0" anchor="t">
            <a:spAutoFit/>
          </a:bodyPr>
          <a:lstStyle/>
          <a:p>
            <a:pPr algn="l">
              <a:lnSpc>
                <a:spcPct val="106000"/>
              </a:lnSpc>
              <a:spcAft>
                <a:spcPts val="400"/>
              </a:spcAft>
            </a:pPr>
            <a:r>
              <a:rPr sz="1700" b="1" i="0">
                <a:solidFill>
                  <a:srgbClr val="053057"/>
                </a:solidFill>
                <a:latin typeface="Montserrat"/>
              </a:rPr>
              <a:t>The bet is big.</a:t>
            </a:r>
          </a:p>
        </p:txBody>
      </p:sp>
      <p:sp>
        <p:nvSpPr>
          <p:cNvPr id="12" name="TextBox 11"/>
          <p:cNvSpPr txBox="1"/>
          <p:nvPr/>
        </p:nvSpPr>
        <p:spPr>
          <a:xfrm>
            <a:off x="2395728" y="3163824"/>
            <a:ext cx="9006840" cy="731520"/>
          </a:xfrm>
          <a:prstGeom prst="rect">
            <a:avLst/>
          </a:prstGeom>
          <a:noFill/>
        </p:spPr>
        <p:txBody>
          <a:bodyPr wrap="square" lIns="0" tIns="0" rIns="0" bIns="0" anchor="t">
            <a:spAutoFit/>
          </a:bodyPr>
          <a:lstStyle/>
          <a:p>
            <a:pPr algn="l">
              <a:lnSpc>
                <a:spcPct val="116000"/>
              </a:lnSpc>
              <a:spcAft>
                <a:spcPts val="400"/>
              </a:spcAft>
            </a:pPr>
            <a:r>
              <a:rPr sz="1250" b="0" i="0">
                <a:solidFill>
                  <a:srgbClr val="1A2A33"/>
                </a:solidFill>
                <a:latin typeface="Montserrat"/>
              </a:rPr>
              <a:t>Charter's base case is $781M of new revenue in 3 years. Beta clients (FanDuel, Hims &amp; Hers) are at final-proposal stage; Amazon and Walmart partner tracks are live.</a:t>
            </a:r>
          </a:p>
        </p:txBody>
      </p:sp>
      <p:sp>
        <p:nvSpPr>
          <p:cNvPr id="13" name="Rounded Rectangle 12"/>
          <p:cNvSpPr/>
          <p:nvPr/>
        </p:nvSpPr>
        <p:spPr>
          <a:xfrm>
            <a:off x="566928" y="4187952"/>
            <a:ext cx="1600200" cy="1188720"/>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608576"/>
            <a:ext cx="1463040" cy="365760"/>
          </a:xfrm>
          <a:prstGeom prst="rect">
            <a:avLst/>
          </a:prstGeom>
          <a:noFill/>
        </p:spPr>
        <p:txBody>
          <a:bodyPr wrap="square" lIns="0" tIns="0" rIns="0" bIns="0" anchor="t">
            <a:spAutoFit/>
          </a:bodyPr>
          <a:lstStyle/>
          <a:p>
            <a:pPr algn="ctr">
              <a:lnSpc>
                <a:spcPct val="106000"/>
              </a:lnSpc>
              <a:spcAft>
                <a:spcPts val="400"/>
              </a:spcAft>
            </a:pPr>
            <a:r>
              <a:rPr sz="1500" b="1" i="0">
                <a:solidFill>
                  <a:srgbClr val="00EDED"/>
                </a:solidFill>
                <a:latin typeface="Montserrat"/>
              </a:rPr>
              <a:t>SCALE</a:t>
            </a:r>
          </a:p>
        </p:txBody>
      </p:sp>
      <p:sp>
        <p:nvSpPr>
          <p:cNvPr id="15" name="TextBox 14"/>
          <p:cNvSpPr txBox="1"/>
          <p:nvPr/>
        </p:nvSpPr>
        <p:spPr>
          <a:xfrm>
            <a:off x="2395728" y="4242816"/>
            <a:ext cx="9006840" cy="347472"/>
          </a:xfrm>
          <a:prstGeom prst="rect">
            <a:avLst/>
          </a:prstGeom>
          <a:noFill/>
        </p:spPr>
        <p:txBody>
          <a:bodyPr wrap="square" lIns="0" tIns="0" rIns="0" bIns="0" anchor="t">
            <a:spAutoFit/>
          </a:bodyPr>
          <a:lstStyle/>
          <a:p>
            <a:pPr algn="l">
              <a:lnSpc>
                <a:spcPct val="106000"/>
              </a:lnSpc>
              <a:spcAft>
                <a:spcPts val="400"/>
              </a:spcAft>
            </a:pPr>
            <a:r>
              <a:rPr sz="1700" b="1" i="0">
                <a:solidFill>
                  <a:srgbClr val="053057"/>
                </a:solidFill>
                <a:latin typeface="Montserrat"/>
              </a:rPr>
              <a:t>The map gets bigger.</a:t>
            </a:r>
          </a:p>
        </p:txBody>
      </p:sp>
      <p:sp>
        <p:nvSpPr>
          <p:cNvPr id="16" name="TextBox 15"/>
          <p:cNvSpPr txBox="1"/>
          <p:nvPr/>
        </p:nvSpPr>
        <p:spPr>
          <a:xfrm>
            <a:off x="2395728" y="4626864"/>
            <a:ext cx="9006840" cy="731520"/>
          </a:xfrm>
          <a:prstGeom prst="rect">
            <a:avLst/>
          </a:prstGeom>
          <a:noFill/>
        </p:spPr>
        <p:txBody>
          <a:bodyPr wrap="square" lIns="0" tIns="0" rIns="0" bIns="0" anchor="t">
            <a:spAutoFit/>
          </a:bodyPr>
          <a:lstStyle/>
          <a:p>
            <a:pPr algn="l">
              <a:lnSpc>
                <a:spcPct val="116000"/>
              </a:lnSpc>
              <a:spcAft>
                <a:spcPts val="400"/>
              </a:spcAft>
            </a:pPr>
            <a:r>
              <a:rPr sz="1250" b="0" i="0">
                <a:solidFill>
                  <a:srgbClr val="1A2A33"/>
                </a:solidFill>
                <a:latin typeface="Montserrat"/>
              </a:rPr>
              <a:t>Federation conversations with Comcast could extend the footprint toward national scale — and the pattern (telemetry → embeddings → clean-room intelligence) generalizes to any data-rich industry.</a:t>
            </a:r>
          </a:p>
        </p:txBody>
      </p:sp>
      <p:sp>
        <p:nvSpPr>
          <p:cNvPr id="17" name="Rounded Rectangle 16"/>
          <p:cNvSpPr/>
          <p:nvPr/>
        </p:nvSpPr>
        <p:spPr>
          <a:xfrm>
            <a:off x="566928" y="5650992"/>
            <a:ext cx="10853928" cy="566928"/>
          </a:xfrm>
          <a:prstGeom prst="roundRect">
            <a:avLst>
              <a:gd name="adj" fmla="val 6000"/>
            </a:avLst>
          </a:prstGeom>
          <a:solidFill>
            <a:srgbClr val="05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797296"/>
            <a:ext cx="10332720" cy="329184"/>
          </a:xfrm>
          <a:prstGeom prst="rect">
            <a:avLst/>
          </a:prstGeom>
          <a:noFill/>
        </p:spPr>
        <p:txBody>
          <a:bodyPr wrap="square" lIns="0" tIns="0" rIns="0" bIns="0" anchor="t">
            <a:spAutoFit/>
          </a:bodyPr>
          <a:lstStyle/>
          <a:p>
            <a:pPr algn="l">
              <a:lnSpc>
                <a:spcPct val="106000"/>
              </a:lnSpc>
              <a:spcAft>
                <a:spcPts val="400"/>
              </a:spcAft>
            </a:pPr>
            <a:r>
              <a:rPr sz="1300" b="1" i="0">
                <a:solidFill>
                  <a:srgbClr val="00EDED"/>
                </a:solidFill>
                <a:latin typeface="Montserrat"/>
              </a:rPr>
              <a:t>The unlock is the pairing:  </a:t>
            </a:r>
            <a:r>
              <a:rPr sz="1300" b="0" i="0">
                <a:solidFill>
                  <a:srgbClr val="FFFFFF"/>
                </a:solidFill>
                <a:latin typeface="Montserrat"/>
              </a:rPr>
              <a:t>DS makes the intelligence real · AI Engineering makes it usable — neither half ships this alone.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D2A75-2AE6-F01C-EACE-1EBB81964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B441F-4D04-CD2C-C557-2BC9A1E57257}"/>
              </a:ext>
            </a:extLst>
          </p:cNvPr>
          <p:cNvSpPr>
            <a:spLocks noGrp="1"/>
          </p:cNvSpPr>
          <p:nvPr>
            <p:ph type="title"/>
          </p:nvPr>
        </p:nvSpPr>
        <p:spPr/>
        <p:txBody>
          <a:bodyPr/>
          <a:lstStyle/>
          <a:p>
            <a:r>
              <a:rPr lang="en-US"/>
              <a:t>Ask Us Anything</a:t>
            </a:r>
          </a:p>
        </p:txBody>
      </p:sp>
    </p:spTree>
    <p:extLst>
      <p:ext uri="{BB962C8B-B14F-4D97-AF65-F5344CB8AC3E}">
        <p14:creationId xmlns:p14="http://schemas.microsoft.com/office/powerpoint/2010/main" val="2443783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06A2-097A-E2A5-0DDD-7A8F94E5A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A0F0C-79EF-1CF2-19FC-E567BAC06D07}"/>
              </a:ext>
            </a:extLst>
          </p:cNvPr>
          <p:cNvSpPr>
            <a:spLocks noGrp="1"/>
          </p:cNvSpPr>
          <p:nvPr>
            <p:ph type="title"/>
          </p:nvPr>
        </p:nvSpPr>
        <p:spPr>
          <a:xfrm>
            <a:off x="570465" y="453195"/>
            <a:ext cx="10857999" cy="1107996"/>
          </a:xfrm>
        </p:spPr>
        <p:txBody>
          <a:bodyPr/>
          <a:lstStyle/>
          <a:p>
            <a:r>
              <a:rPr lang="en-US"/>
              <a:t>Questions/Comments We Received from the Team</a:t>
            </a:r>
          </a:p>
        </p:txBody>
      </p:sp>
      <p:sp>
        <p:nvSpPr>
          <p:cNvPr id="9" name="TextBox 8">
            <a:extLst>
              <a:ext uri="{FF2B5EF4-FFF2-40B4-BE49-F238E27FC236}">
                <a16:creationId xmlns:a16="http://schemas.microsoft.com/office/drawing/2014/main" id="{DCAA3C58-73B4-8925-3829-B4C1A2FADCD3}"/>
              </a:ext>
            </a:extLst>
          </p:cNvPr>
          <p:cNvSpPr txBox="1"/>
          <p:nvPr/>
        </p:nvSpPr>
        <p:spPr>
          <a:xfrm>
            <a:off x="-1" y="1602946"/>
            <a:ext cx="1075266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lvl="1" indent="-228600">
              <a:buFont typeface=""/>
              <a:buChar char="•"/>
            </a:pPr>
            <a:r>
              <a:rPr lang="en-US">
                <a:solidFill>
                  <a:schemeClr val="bg1">
                    <a:lumMod val="95000"/>
                    <a:lumOff val="5000"/>
                  </a:schemeClr>
                </a:solidFill>
              </a:rPr>
              <a:t>What is the difference between DS and AI Eng, and have we published the differences?</a:t>
            </a:r>
          </a:p>
          <a:p>
            <a:pPr marL="1143000" lvl="2" indent="-228600">
              <a:buFont typeface=""/>
              <a:buChar char="•"/>
            </a:pPr>
            <a:r>
              <a:rPr lang="en-US" sz="1600" i="1">
                <a:solidFill>
                  <a:schemeClr val="bg1">
                    <a:lumMod val="95000"/>
                    <a:lumOff val="5000"/>
                  </a:schemeClr>
                </a:solidFill>
              </a:rPr>
              <a:t>Data Scientists focus primarily on ML modeling (classification, regression), exploratory analysis, optimization, and forecasting. </a:t>
            </a:r>
          </a:p>
          <a:p>
            <a:pPr marL="1143000" lvl="2" indent="-228600">
              <a:buFont typeface=""/>
              <a:buChar char="•"/>
            </a:pPr>
            <a:r>
              <a:rPr lang="en-US" sz="1600" i="1">
                <a:solidFill>
                  <a:schemeClr val="bg1">
                    <a:lumMod val="95000"/>
                    <a:lumOff val="5000"/>
                  </a:schemeClr>
                </a:solidFill>
              </a:rPr>
              <a:t>AI Engineers are required to have a strong software engineering foundation and primarily focus on building solutions that leverage pre-built models (LLMs), often using an agentic pattern.  </a:t>
            </a:r>
            <a:endParaRPr lang="en-US">
              <a:solidFill>
                <a:schemeClr val="bg1">
                  <a:lumMod val="95000"/>
                  <a:lumOff val="5000"/>
                </a:schemeClr>
              </a:solidFill>
            </a:endParaRPr>
          </a:p>
          <a:p>
            <a:pPr marL="1143000" lvl="2" indent="-228600">
              <a:buFont typeface=""/>
              <a:buChar char="•"/>
            </a:pPr>
            <a:r>
              <a:rPr lang="en-US" sz="1600" i="1">
                <a:solidFill>
                  <a:schemeClr val="bg1">
                    <a:lumMod val="95000"/>
                    <a:lumOff val="5000"/>
                  </a:schemeClr>
                </a:solidFill>
              </a:rPr>
              <a:t>They often work together in projects for our clients in multiple industries.</a:t>
            </a:r>
          </a:p>
          <a:p>
            <a:pPr marL="685800" lvl="1" indent="-228600">
              <a:buFont typeface=""/>
              <a:buChar char="•"/>
            </a:pPr>
            <a:endParaRPr lang="en-US">
              <a:solidFill>
                <a:schemeClr val="bg1">
                  <a:lumMod val="95000"/>
                  <a:lumOff val="5000"/>
                </a:schemeClr>
              </a:solidFill>
            </a:endParaRPr>
          </a:p>
          <a:p>
            <a:pPr algn="ctr"/>
            <a:endParaRPr lang="en-US">
              <a:solidFill>
                <a:schemeClr val="bg1">
                  <a:lumMod val="95000"/>
                  <a:lumOff val="5000"/>
                </a:schemeClr>
              </a:solidFill>
            </a:endParaRPr>
          </a:p>
        </p:txBody>
      </p:sp>
    </p:spTree>
    <p:extLst>
      <p:ext uri="{BB962C8B-B14F-4D97-AF65-F5344CB8AC3E}">
        <p14:creationId xmlns:p14="http://schemas.microsoft.com/office/powerpoint/2010/main" val="1705085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600" b="1">
                <a:solidFill>
                  <a:srgbClr val="1B2A4A"/>
                </a:solidFill>
                <a:latin typeface="Georgia" pitchFamily="34" charset="0"/>
                <a:ea typeface="Georgia" pitchFamily="34" charset="-122"/>
                <a:cs typeface="Georgia" pitchFamily="34" charset="-120"/>
              </a:rPr>
              <a:t>Data Science, AI Engineering &amp; Insights</a:t>
            </a:r>
            <a:endParaRPr lang="en-US" sz="2600"/>
          </a:p>
        </p:txBody>
      </p:sp>
      <p:sp>
        <p:nvSpPr>
          <p:cNvPr id="3" name="Text 1"/>
          <p:cNvSpPr/>
          <p:nvPr/>
        </p:nvSpPr>
        <p:spPr>
          <a:xfrm>
            <a:off x="457200" y="891540"/>
            <a:ext cx="11247120" cy="320040"/>
          </a:xfrm>
          <a:prstGeom prst="rect">
            <a:avLst/>
          </a:prstGeom>
          <a:noFill/>
          <a:ln/>
        </p:spPr>
        <p:txBody>
          <a:bodyPr wrap="square" lIns="0" tIns="0" rIns="0" bIns="0" rtlCol="0" anchor="ctr"/>
          <a:lstStyle/>
          <a:p>
            <a:pPr marL="0" indent="0">
              <a:buNone/>
            </a:pPr>
            <a:r>
              <a:rPr lang="en-US" sz="1600" i="1">
                <a:solidFill>
                  <a:srgbClr val="445068"/>
                </a:solidFill>
              </a:rPr>
              <a:t>We are using this as a recruiting reference: keywords by discipline.  These are also the primary skills we used to map people to functions</a:t>
            </a:r>
            <a:endParaRPr lang="en-US" sz="1600"/>
          </a:p>
        </p:txBody>
      </p:sp>
      <p:graphicFrame>
        <p:nvGraphicFramePr>
          <p:cNvPr id="4" name="Table 0"/>
          <p:cNvGraphicFramePr>
            <a:graphicFrameLocks noGrp="1"/>
          </p:cNvGraphicFramePr>
          <p:nvPr>
            <p:extLst>
              <p:ext uri="{D42A27DB-BD31-4B8C-83A1-F6EECF244321}">
                <p14:modId xmlns:p14="http://schemas.microsoft.com/office/powerpoint/2010/main" val="3064996588"/>
              </p:ext>
            </p:extLst>
          </p:nvPr>
        </p:nvGraphicFramePr>
        <p:xfrm>
          <a:off x="457200" y="1706880"/>
          <a:ext cx="11247120" cy="3688080"/>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472642">
                  <a:extLst>
                    <a:ext uri="{9D8B030D-6E8A-4147-A177-3AD203B41FA5}">
                      <a16:colId xmlns:a16="http://schemas.microsoft.com/office/drawing/2014/main" val="20002"/>
                    </a:ext>
                  </a:extLst>
                </a:gridCol>
                <a:gridCol w="3111038">
                  <a:extLst>
                    <a:ext uri="{9D8B030D-6E8A-4147-A177-3AD203B41FA5}">
                      <a16:colId xmlns:a16="http://schemas.microsoft.com/office/drawing/2014/main" val="20003"/>
                    </a:ext>
                  </a:extLst>
                </a:gridCol>
              </a:tblGrid>
              <a:tr h="0">
                <a:tc>
                  <a:txBody>
                    <a:bodyPr/>
                    <a:lstStyle/>
                    <a:p>
                      <a:pPr marL="0" indent="0">
                        <a:buNone/>
                      </a:pPr>
                      <a:r>
                        <a:rPr lang="en-US" sz="1400" b="1">
                          <a:solidFill>
                            <a:srgbClr val="FFFFFF"/>
                          </a:solidFill>
                        </a:rPr>
                        <a:t>Team</a:t>
                      </a:r>
                      <a:endParaRPr lang="en-US" sz="1400"/>
                    </a:p>
                  </a:txBody>
                  <a:tcPr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A4A"/>
                    </a:solidFill>
                  </a:tcPr>
                </a:tc>
                <a:tc>
                  <a:txBody>
                    <a:bodyPr/>
                    <a:lstStyle/>
                    <a:p>
                      <a:pPr marL="0" indent="0">
                        <a:buNone/>
                      </a:pPr>
                      <a:r>
                        <a:rPr lang="en-US" sz="1400" b="1">
                          <a:solidFill>
                            <a:srgbClr val="FFFFFF"/>
                          </a:solidFill>
                        </a:rPr>
                        <a:t>Brief Description</a:t>
                      </a:r>
                      <a:endParaRPr lang="en-US" sz="1400"/>
                    </a:p>
                  </a:txBody>
                  <a:tcPr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A4A"/>
                    </a:solidFill>
                  </a:tcPr>
                </a:tc>
                <a:tc>
                  <a:txBody>
                    <a:bodyPr/>
                    <a:lstStyle/>
                    <a:p>
                      <a:pPr marL="0" indent="0">
                        <a:buNone/>
                      </a:pPr>
                      <a:r>
                        <a:rPr lang="en-US" sz="1400" b="1">
                          <a:solidFill>
                            <a:srgbClr val="FFFFFF"/>
                          </a:solidFill>
                        </a:rPr>
                        <a:t>Techniques (what they do)</a:t>
                      </a:r>
                      <a:endParaRPr lang="en-US" sz="1400"/>
                    </a:p>
                  </a:txBody>
                  <a:tcPr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A4A"/>
                    </a:solidFill>
                  </a:tcPr>
                </a:tc>
                <a:tc>
                  <a:txBody>
                    <a:bodyPr/>
                    <a:lstStyle/>
                    <a:p>
                      <a:pPr marL="0" indent="0">
                        <a:buNone/>
                      </a:pPr>
                      <a:r>
                        <a:rPr lang="en-US" sz="1400" b="1">
                          <a:solidFill>
                            <a:srgbClr val="FFFFFF"/>
                          </a:solidFill>
                        </a:rPr>
                        <a:t>Technologies (what they use)</a:t>
                      </a:r>
                      <a:endParaRPr lang="en-US" sz="1400"/>
                    </a:p>
                  </a:txBody>
                  <a:tcPr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400" b="1">
                          <a:solidFill>
                            <a:srgbClr val="1B2A4A"/>
                          </a:solidFill>
                        </a:rPr>
                        <a:t>Data Science</a:t>
                      </a:r>
                      <a:endParaRPr lang="en-US" sz="1400"/>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indent="0">
                        <a:buNone/>
                      </a:pPr>
                      <a:r>
                        <a:rPr lang="en-US" sz="1200">
                          <a:solidFill>
                            <a:srgbClr val="445068"/>
                          </a:solidFill>
                          <a:latin typeface="+mn-lt"/>
                        </a:rPr>
                        <a:t>Builds predictive machine learning models and runs investigative analysis to drive a specific business action (e.g., who to target, what to forecast, where to intervene).</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indent="0">
                        <a:buNone/>
                      </a:pPr>
                      <a:r>
                        <a:rPr lang="en-US" sz="1200">
                          <a:solidFill>
                            <a:srgbClr val="445068"/>
                          </a:solidFill>
                          <a:latin typeface="+mn-lt"/>
                        </a:rPr>
                        <a:t>Classification, regression, feature engineering, hypothesis testing, statistical modeling, recommendation engine, forecasting, optimization, experimentation, A/B testing, causal inference</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indent="0">
                        <a:buNone/>
                      </a:pPr>
                      <a:r>
                        <a:rPr lang="en-US" sz="1200">
                          <a:solidFill>
                            <a:srgbClr val="445068"/>
                          </a:solidFill>
                          <a:latin typeface="+mn-lt"/>
                        </a:rPr>
                        <a:t>Python, XGBoost, CatBoost, LightGBM, scikit-learn, Jupyter, Snowflake, SQL</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extLst>
                  <a:ext uri="{0D108BD9-81ED-4DB2-BD59-A6C34878D82A}">
                    <a16:rowId xmlns:a16="http://schemas.microsoft.com/office/drawing/2014/main" val="10001"/>
                  </a:ext>
                </a:extLst>
              </a:tr>
              <a:tr h="0">
                <a:tc>
                  <a:txBody>
                    <a:bodyPr/>
                    <a:lstStyle/>
                    <a:p>
                      <a:pPr marL="0" indent="0">
                        <a:buNone/>
                      </a:pPr>
                      <a:r>
                        <a:rPr lang="en-US" sz="1400" b="1">
                          <a:solidFill>
                            <a:srgbClr val="1B2A4A"/>
                          </a:solidFill>
                        </a:rPr>
                        <a:t>AI Engineering</a:t>
                      </a:r>
                      <a:endParaRPr lang="en-US" sz="1400"/>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marL="0" indent="0">
                        <a:buNone/>
                      </a:pPr>
                      <a:r>
                        <a:rPr lang="en-US" sz="1200">
                          <a:solidFill>
                            <a:srgbClr val="445068"/>
                          </a:solidFill>
                          <a:latin typeface="+mn-lt"/>
                        </a:rPr>
                        <a:t>Builds and productionizes GenAI and agentic solutions — systems that reason, generate, retrieve information, orchestrate workflows, and take actions through tools and APIs. </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marL="0" indent="0">
                        <a:buNone/>
                      </a:pPr>
                      <a:r>
                        <a:rPr lang="en-US" sz="1200">
                          <a:solidFill>
                            <a:srgbClr val="445068"/>
                          </a:solidFill>
                          <a:latin typeface="+mn-lt"/>
                        </a:rPr>
                        <a:t>Software engineering, prompt engineering, context engineering, harness engineering, fine-tuning, agentic workflow design, retrieval-augmented generation, multi-agent orchestration, synthetic data/persona generation</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marL="0" indent="0">
                        <a:buNone/>
                      </a:pPr>
                      <a:r>
                        <a:rPr lang="en-US" sz="1200">
                          <a:solidFill>
                            <a:srgbClr val="445068"/>
                          </a:solidFill>
                          <a:latin typeface="+mn-lt"/>
                        </a:rPr>
                        <a:t>LLMs (GPT, Claude, etc.) and multi models, LangChain/LangGraph, vector databases, RAG frameworks, Python, harnesses + skills + tools, evaluation and observability frameworks</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b="1">
                          <a:solidFill>
                            <a:srgbClr val="1B2A4A"/>
                          </a:solidFill>
                        </a:rPr>
                        <a:t>Insights</a:t>
                      </a:r>
                      <a:endParaRPr lang="en-US" sz="1400"/>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lvl="0" indent="0">
                        <a:buNone/>
                      </a:pPr>
                      <a:r>
                        <a:rPr lang="en-US" sz="1200" b="0" i="0" u="none" strike="noStrike" noProof="0">
                          <a:solidFill>
                            <a:srgbClr val="445068"/>
                          </a:solidFill>
                          <a:latin typeface="+mn-lt"/>
                          <a:ea typeface="Calibri"/>
                          <a:cs typeface="Calibri"/>
                        </a:rPr>
                        <a:t>Transforms data into strategic business impact by building enterprise dashboards, advanced analytics solutions, and self-service reporting platforms.</a:t>
                      </a:r>
                      <a:endParaRPr lang="en-US" sz="16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indent="0">
                        <a:buNone/>
                      </a:pPr>
                      <a:r>
                        <a:rPr lang="en-US" sz="1200">
                          <a:solidFill>
                            <a:srgbClr val="445068"/>
                          </a:solidFill>
                          <a:latin typeface="+mn-lt"/>
                        </a:rPr>
                        <a:t>Dashboarding, data visualization, reporting, KPI tracking, self-service analytics, metrics design, ELT design, (some) LLM-powered insight generation</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tc>
                  <a:txBody>
                    <a:bodyPr/>
                    <a:lstStyle/>
                    <a:p>
                      <a:pPr marL="0" indent="0">
                        <a:buNone/>
                      </a:pPr>
                      <a:r>
                        <a:rPr lang="en-US" sz="1200">
                          <a:solidFill>
                            <a:srgbClr val="445068"/>
                          </a:solidFill>
                          <a:latin typeface="+mn-lt"/>
                        </a:rPr>
                        <a:t>Tableau, Power BI, DAX, SQL, Snowflake, Python, AIrflow</a:t>
                      </a:r>
                      <a:endParaRPr lang="en-US" sz="1200">
                        <a:latin typeface="+mn-lt"/>
                      </a:endParaRPr>
                    </a:p>
                  </a:txBody>
                  <a:tcP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4F6F9"/>
                    </a:solidFill>
                  </a:tcPr>
                </a:tc>
                <a:extLst>
                  <a:ext uri="{0D108BD9-81ED-4DB2-BD59-A6C34878D82A}">
                    <a16:rowId xmlns:a16="http://schemas.microsoft.com/office/drawing/2014/main" val="10003"/>
                  </a:ext>
                </a:extLst>
              </a:tr>
            </a:tbl>
          </a:graphicData>
        </a:graphic>
      </p:graphicFrame>
      <p:sp>
        <p:nvSpPr>
          <p:cNvPr id="5" name="Shape 2"/>
          <p:cNvSpPr/>
          <p:nvPr/>
        </p:nvSpPr>
        <p:spPr>
          <a:xfrm>
            <a:off x="457200" y="5577840"/>
            <a:ext cx="11247120" cy="777240"/>
          </a:xfrm>
          <a:prstGeom prst="rect">
            <a:avLst/>
          </a:prstGeom>
          <a:solidFill>
            <a:srgbClr val="F4F6F9"/>
          </a:solidFill>
          <a:ln/>
        </p:spPr>
        <p:txBody>
          <a:bodyPr/>
          <a:lstStyle/>
          <a:p>
            <a:endParaRPr lang="en-US"/>
          </a:p>
        </p:txBody>
      </p:sp>
      <p:sp>
        <p:nvSpPr>
          <p:cNvPr id="6" name="Text 3"/>
          <p:cNvSpPr/>
          <p:nvPr/>
        </p:nvSpPr>
        <p:spPr>
          <a:xfrm>
            <a:off x="640080" y="5532120"/>
            <a:ext cx="10881360" cy="594360"/>
          </a:xfrm>
          <a:prstGeom prst="rect">
            <a:avLst/>
          </a:prstGeom>
          <a:noFill/>
          <a:ln/>
        </p:spPr>
        <p:txBody>
          <a:bodyPr wrap="square" lIns="0" tIns="0" rIns="0" bIns="0" rtlCol="0" anchor="ctr"/>
          <a:lstStyle/>
          <a:p>
            <a:pPr marL="0" indent="0">
              <a:buNone/>
            </a:pPr>
            <a:r>
              <a:rPr lang="en-US" sz="1100" b="1">
                <a:solidFill>
                  <a:srgbClr val="1B2A4A"/>
                </a:solidFill>
              </a:rPr>
              <a:t>A note on shared skills:  </a:t>
            </a:r>
            <a:r>
              <a:rPr lang="en-US" sz="1100">
                <a:solidFill>
                  <a:srgbClr val="445068"/>
                </a:solidFill>
              </a:rPr>
              <a:t>DS, AI Eng, and Insights candidates increasingly show light data engineering, CI/CD, and DevOps experience. This is a positive signal, not a red flag — don't let it discount a candidate. Just confirm the core techniques/technologies above are present.</a:t>
            </a:r>
            <a:endParaRPr lang="en-US" sz="1100"/>
          </a:p>
        </p:txBody>
      </p:sp>
      <p:sp>
        <p:nvSpPr>
          <p:cNvPr id="7" name="Text 4"/>
          <p:cNvSpPr/>
          <p:nvPr/>
        </p:nvSpPr>
        <p:spPr>
          <a:xfrm>
            <a:off x="457200" y="6355080"/>
            <a:ext cx="11247120" cy="320040"/>
          </a:xfrm>
          <a:prstGeom prst="rect">
            <a:avLst/>
          </a:prstGeom>
          <a:noFill/>
          <a:ln/>
        </p:spPr>
        <p:txBody>
          <a:bodyPr wrap="square" lIns="0" tIns="0" rIns="0" bIns="0" rtlCol="0" anchor="ctr"/>
          <a:lstStyle/>
          <a:p>
            <a:pPr marL="0" indent="0">
              <a:buNone/>
            </a:pPr>
            <a:r>
              <a:rPr lang="en-US" sz="1000" i="1">
                <a:solidFill>
                  <a:srgbClr val="445068"/>
                </a:solidFill>
              </a:rPr>
              <a:t>Note: definitions are directional, not exhaustive — use judgment for candidates spanning multiple areas.</a:t>
            </a:r>
            <a:endParaRPr lang="en-US" sz="1000"/>
          </a:p>
        </p:txBody>
      </p:sp>
    </p:spTree>
  </p:cSld>
  <p:clrMapOvr>
    <a:masterClrMapping/>
  </p:clrMapOvr>
</p:sld>
</file>

<file path=ppt/theme/theme1.xml><?xml version="1.0" encoding="utf-8"?>
<a:theme xmlns:a="http://schemas.openxmlformats.org/drawingml/2006/main" name="Cover Pages">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toolkit-Revamp-v2" id="{7231DC54-400F-5746-B1C4-6AB0DD1EAFBE}" vid="{B1256C6A-DD3C-C24B-A625-CC668142D764}"/>
    </a:ext>
  </a:extLst>
</a:theme>
</file>

<file path=ppt/theme/theme2.xml><?xml version="1.0" encoding="utf-8"?>
<a:theme xmlns:a="http://schemas.openxmlformats.org/drawingml/2006/main" name="Agenda">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toolkit-Revamp-v2" id="{7231DC54-400F-5746-B1C4-6AB0DD1EAFBE}" vid="{F3AF3F88-8859-FE44-95DD-BEC54437BE32}"/>
    </a:ext>
  </a:extLst>
</a:theme>
</file>

<file path=ppt/theme/theme3.xml><?xml version="1.0" encoding="utf-8"?>
<a:theme xmlns:a="http://schemas.openxmlformats.org/drawingml/2006/main" name="Page Breakers">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toolkit-Revamp-v2" id="{7231DC54-400F-5746-B1C4-6AB0DD1EAFBE}" vid="{D3AD968A-E45A-5A44-815D-43BC4497A37E}"/>
    </a:ext>
  </a:extLst>
</a:theme>
</file>

<file path=ppt/theme/theme4.xml><?xml version="1.0" encoding="utf-8"?>
<a:theme xmlns:a="http://schemas.openxmlformats.org/drawingml/2006/main" name="Blank Layout">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toolkit-Revamp-v2" id="{7231DC54-400F-5746-B1C4-6AB0DD1EAFBE}" vid="{9C4C06B7-34FC-1C4A-B0DB-75FE2B011166}"/>
    </a:ext>
  </a:extLst>
</a:theme>
</file>

<file path=ppt/theme/theme5.xml><?xml version="1.0" encoding="utf-8"?>
<a:theme xmlns:a="http://schemas.openxmlformats.org/drawingml/2006/main" name="Callout / Quotes">
  <a:themeElements>
    <a:clrScheme name="Custom 1">
      <a:dk1>
        <a:srgbClr val="000000"/>
      </a:dk1>
      <a:lt1>
        <a:srgbClr val="FFFFFF"/>
      </a:lt1>
      <a:dk2>
        <a:srgbClr val="053057"/>
      </a:dk2>
      <a:lt2>
        <a:srgbClr val="F4F3F0"/>
      </a:lt2>
      <a:accent1>
        <a:srgbClr val="053057"/>
      </a:accent1>
      <a:accent2>
        <a:srgbClr val="00EDED"/>
      </a:accent2>
      <a:accent3>
        <a:srgbClr val="A2F3F3"/>
      </a:accent3>
      <a:accent4>
        <a:srgbClr val="314550"/>
      </a:accent4>
      <a:accent5>
        <a:srgbClr val="1A1A1A"/>
      </a:accent5>
      <a:accent6>
        <a:srgbClr val="0B0D0E"/>
      </a:accent6>
      <a:hlink>
        <a:srgbClr val="007676"/>
      </a:hlink>
      <a:folHlink>
        <a:srgbClr val="00ECEC"/>
      </a:folHlink>
    </a:clrScheme>
    <a:fontScheme name="Montserrat">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end+toolkit-Revamp-v2" id="{7231DC54-400F-5746-B1C4-6AB0DD1EAFBE}" vid="{39901185-A0A3-E943-9850-419D6E00F471}"/>
    </a:ext>
  </a:extLst>
</a:theme>
</file>

<file path=ppt/theme/theme6.xml><?xml version="1.0" encoding="utf-8"?>
<a:theme xmlns:a="http://schemas.openxmlformats.org/drawingml/2006/main" name="Text Slides">
  <a:themeElements>
    <a:clrScheme name="Custom 3">
      <a:dk1>
        <a:srgbClr val="000000"/>
      </a:dk1>
      <a:lt1>
        <a:srgbClr val="FFFFFF"/>
      </a:lt1>
      <a:dk2>
        <a:srgbClr val="656565"/>
      </a:dk2>
      <a:lt2>
        <a:srgbClr val="F0ECE6"/>
      </a:lt2>
      <a:accent1>
        <a:srgbClr val="7894B7"/>
      </a:accent1>
      <a:accent2>
        <a:srgbClr val="1A2C80"/>
      </a:accent2>
      <a:accent3>
        <a:srgbClr val="7894B7"/>
      </a:accent3>
      <a:accent4>
        <a:srgbClr val="E8A97B"/>
      </a:accent4>
      <a:accent5>
        <a:srgbClr val="656565"/>
      </a:accent5>
      <a:accent6>
        <a:srgbClr val="1A2C80"/>
      </a:accent6>
      <a:hlink>
        <a:srgbClr val="7894B7"/>
      </a:hlink>
      <a:folHlink>
        <a:srgbClr val="7894B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1" width="437"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DDFC12A-975C-E348-A35E-3EE165E976E3}">
  <we:reference id="wa200010001" version="1.0.0.1" store="en-US" storeType="OMEX"/>
  <we:alternateReferences>
    <we:reference id="WA200010001" version="1.0.0.1" store="" storeType="OMEX"/>
  </we:alternateReferences>
  <we:properties>
    <we:property name="claude.fileId" value="&quot;538fdb55-a0a2-4f9d-b8de-6c830315912b&quot;"/>
  </we:properties>
  <we:bindings/>
  <we:snapshot xmlns:r="http://schemas.openxmlformats.org/officeDocument/2006/relationships"/>
</we:webextension>
</file>

<file path=ppt/webextensions/webextension2.xml><?xml version="1.0" encoding="utf-8"?>
<we:webextension xmlns:we="http://schemas.microsoft.com/office/webextensions/webextension/2010/11" id="{02C47DD7-FADF-4648-9A21-A2149F5C44B5}">
  <we:reference id="WA200010725" version="1.0.0.1" store="en-us" storeType="omex"/>
  <we:alternateReferences>
    <we:reference id="WA200010725" version="1.0.0.1" store="omex" storeType="omex"/>
  </we:alternateReferences>
  <we:properties>
    <we:property name="claude.fileId" value="&quot;206f7bda-247c-4ff4-bcab-d8918ea98ed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DC984903E67B4099AF16C6B4A388DD" ma:contentTypeVersion="11" ma:contentTypeDescription="Create a new document." ma:contentTypeScope="" ma:versionID="e95c4421878fe18fd480f12d794298c4">
  <xsd:schema xmlns:xsd="http://www.w3.org/2001/XMLSchema" xmlns:xs="http://www.w3.org/2001/XMLSchema" xmlns:p="http://schemas.microsoft.com/office/2006/metadata/properties" xmlns:ns2="a58d279c-06f5-40e2-b296-3f32752e8f2e" xmlns:ns3="b8899595-1076-47c9-8cc4-d54703f73797" targetNamespace="http://schemas.microsoft.com/office/2006/metadata/properties" ma:root="true" ma:fieldsID="609c992b0c5ff4c81e0d7130c1a6f0a3" ns2:_="" ns3:_="">
    <xsd:import namespace="a58d279c-06f5-40e2-b296-3f32752e8f2e"/>
    <xsd:import namespace="b8899595-1076-47c9-8cc4-d54703f737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d279c-06f5-40e2-b296-3f32752e8f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2b4ba89-8ace-419e-814f-6a2e402f621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899595-1076-47c9-8cc4-d54703f7379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b31819-51b9-4fe8-95ca-dc2283d7ddd8}" ma:internalName="TaxCatchAll" ma:showField="CatchAllData" ma:web="b8899595-1076-47c9-8cc4-d54703f737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58d279c-06f5-40e2-b296-3f32752e8f2e">
      <Terms xmlns="http://schemas.microsoft.com/office/infopath/2007/PartnerControls"/>
    </lcf76f155ced4ddcb4097134ff3c332f>
    <TaxCatchAll xmlns="b8899595-1076-47c9-8cc4-d54703f73797" xsi:nil="true"/>
  </documentManagement>
</p:properties>
</file>

<file path=customXml/itemProps1.xml><?xml version="1.0" encoding="utf-8"?>
<ds:datastoreItem xmlns:ds="http://schemas.openxmlformats.org/officeDocument/2006/customXml" ds:itemID="{FAAC74AE-A5FB-4929-A53B-021BD4EBD243}">
  <ds:schemaRefs>
    <ds:schemaRef ds:uri="a58d279c-06f5-40e2-b296-3f32752e8f2e"/>
    <ds:schemaRef ds:uri="b8899595-1076-47c9-8cc4-d54703f7379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54DAFD7-44BD-4A67-A504-376EF726996A}">
  <ds:schemaRefs>
    <ds:schemaRef ds:uri="http://schemas.microsoft.com/sharepoint/v3/contenttype/forms"/>
  </ds:schemaRefs>
</ds:datastoreItem>
</file>

<file path=customXml/itemProps3.xml><?xml version="1.0" encoding="utf-8"?>
<ds:datastoreItem xmlns:ds="http://schemas.openxmlformats.org/officeDocument/2006/customXml" ds:itemID="{F49929E8-E35A-4504-A25D-34C73319F940}">
  <ds:schemaRefs>
    <ds:schemaRef ds:uri="http://purl.org/dc/elements/1.1/"/>
    <ds:schemaRef ds:uri="http://purl.org/dc/dcmitype/"/>
    <ds:schemaRef ds:uri="b8899595-1076-47c9-8cc4-d54703f73797"/>
    <ds:schemaRef ds:uri="http://schemas.microsoft.com/office/infopath/2007/PartnerControls"/>
    <ds:schemaRef ds:uri="http://schemas.microsoft.com/office/2006/documentManagement/types"/>
    <ds:schemaRef ds:uri="http://www.w3.org/XML/1998/namespace"/>
    <ds:schemaRef ds:uri="http://purl.org/dc/terms/"/>
    <ds:schemaRef ds:uri="http://schemas.openxmlformats.org/package/2006/metadata/core-properties"/>
    <ds:schemaRef ds:uri="a58d279c-06f5-40e2-b296-3f32752e8f2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Cover Pages</Template>
  <TotalTime>0</TotalTime>
  <Words>5159</Words>
  <Application>Microsoft Office PowerPoint</Application>
  <PresentationFormat>Widescreen</PresentationFormat>
  <Paragraphs>755</Paragraphs>
  <Slides>40</Slides>
  <Notes>32</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40</vt:i4>
      </vt:variant>
    </vt:vector>
  </HeadingPairs>
  <TitlesOfParts>
    <vt:vector size="54" baseType="lpstr">
      <vt:lpstr>Aptos</vt:lpstr>
      <vt:lpstr>Arial</vt:lpstr>
      <vt:lpstr>Calibri</vt:lpstr>
      <vt:lpstr>Courier New</vt:lpstr>
      <vt:lpstr>Georgia</vt:lpstr>
      <vt:lpstr>Montserrat</vt:lpstr>
      <vt:lpstr>Trebuchet MS</vt:lpstr>
      <vt:lpstr>Wingdings</vt:lpstr>
      <vt:lpstr>Cover Pages</vt:lpstr>
      <vt:lpstr>Agenda</vt:lpstr>
      <vt:lpstr>Page Breakers</vt:lpstr>
      <vt:lpstr>Blank Layout</vt:lpstr>
      <vt:lpstr>Callout / Quotes</vt:lpstr>
      <vt:lpstr>Text Slides</vt:lpstr>
      <vt:lpstr>AI Engineering  Data Science  Joint Function Monthly Meeting </vt:lpstr>
      <vt:lpstr>Agenda</vt:lpstr>
      <vt:lpstr>Hackathon Callout</vt:lpstr>
      <vt:lpstr>The Project Intelligence Hub</vt:lpstr>
      <vt:lpstr>Top Agenda Items for the Functions</vt:lpstr>
      <vt:lpstr>Data Science and AI Engineering Top Agenda Items</vt:lpstr>
      <vt:lpstr>AI Engineering Career Framework</vt:lpstr>
      <vt:lpstr>AI DS Cross Upskilling</vt:lpstr>
      <vt:lpstr>AI DS Cross Upskilling</vt:lpstr>
      <vt:lpstr>OpenAI &amp; Codex</vt:lpstr>
      <vt:lpstr>What is Codex?</vt:lpstr>
      <vt:lpstr>Codex + Claude at Blend</vt:lpstr>
      <vt:lpstr>Codex Limits, Cost &amp; Responsible Use</vt:lpstr>
      <vt:lpstr>Governance &amp; Data</vt:lpstr>
      <vt:lpstr>OpenAI Partnership — Training &amp; Enablement</vt:lpstr>
      <vt:lpstr>Partnership — Community &amp; Business</vt:lpstr>
      <vt:lpstr>Roadmap &amp; Open Models</vt:lpstr>
      <vt:lpstr>Better Together Delivery Story: Evals at Vialto</vt:lpstr>
      <vt:lpstr>Delivery Story – Evals at Vialto </vt:lpstr>
      <vt:lpstr>Vialto Partners &amp; Business Case</vt:lpstr>
      <vt:lpstr>From Vanguard to Vlabs – the 10X Boost</vt:lpstr>
      <vt:lpstr>PowerPoint Presentation</vt:lpstr>
      <vt:lpstr>PowerPoint Presentation</vt:lpstr>
      <vt:lpstr>Vanguard Evals — Plan &amp; Results</vt:lpstr>
      <vt:lpstr>PEF — Plugin Enhancement Framework</vt:lpstr>
      <vt:lpstr>Early Eval Results — Per-Skill Scorecards</vt:lpstr>
      <vt:lpstr>Next Steps — Self-Learning Loops</vt:lpstr>
      <vt:lpstr>Better Together Delivery Story: Charter</vt:lpstr>
      <vt:lpstr>Charter: one client, three programs</vt:lpstr>
      <vt:lpstr>What is Latis?</vt:lpstr>
      <vt:lpstr>K-Beauty signal types: 50+ signals, unique is how Latis can see patterns</vt:lpstr>
      <vt:lpstr>PowerPoint Presentation</vt:lpstr>
      <vt:lpstr>PowerPoint Presentation</vt:lpstr>
      <vt:lpstr>How Latis transforms raw network signal into actionable intelligence </vt:lpstr>
      <vt:lpstr>Latis Insight Studio</vt:lpstr>
      <vt:lpstr>Why this is hard</vt:lpstr>
      <vt:lpstr>Why this matters</vt:lpstr>
      <vt:lpstr>Ask Us Anything</vt:lpstr>
      <vt:lpstr>Questions/Comments We Received from the Team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Serhat Kecici</dc:creator>
  <cp:lastModifiedBy>Nikhil Goel</cp:lastModifiedBy>
  <cp:revision>1</cp:revision>
  <dcterms:created xsi:type="dcterms:W3CDTF">2026-03-04T15:20:24Z</dcterms:created>
  <dcterms:modified xsi:type="dcterms:W3CDTF">2026-07-21T09:21:23Z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0x01010035DC984903E67B4099AF16C6B4A388DD</vt:lpwstr>
  </property>
</Properties>
</file>