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413" r:id="rId4"/>
    <p:sldMasterId id="2147484607" r:id="rId5"/>
    <p:sldMasterId id="2147484656" r:id="rId6"/>
  </p:sldMasterIdLst>
  <p:notesMasterIdLst>
    <p:notesMasterId r:id="rId24"/>
  </p:notesMasterIdLst>
  <p:handoutMasterIdLst>
    <p:handoutMasterId r:id="rId25"/>
  </p:handoutMasterIdLst>
  <p:sldIdLst>
    <p:sldId id="2147471670" r:id="rId7"/>
    <p:sldId id="2147483636" r:id="rId8"/>
    <p:sldId id="256" r:id="rId9"/>
    <p:sldId id="2147483639" r:id="rId10"/>
    <p:sldId id="2147483642" r:id="rId11"/>
    <p:sldId id="2147483647" r:id="rId12"/>
    <p:sldId id="258" r:id="rId13"/>
    <p:sldId id="261" r:id="rId14"/>
    <p:sldId id="2147471815" r:id="rId15"/>
    <p:sldId id="260" r:id="rId16"/>
    <p:sldId id="2147470900" r:id="rId17"/>
    <p:sldId id="2147470901" r:id="rId18"/>
    <p:sldId id="2147471673" r:id="rId19"/>
    <p:sldId id="2147483638" r:id="rId20"/>
    <p:sldId id="347" r:id="rId21"/>
    <p:sldId id="275" r:id="rId22"/>
    <p:sldId id="2147471817" r:id="rId23"/>
  </p:sldIdLst>
  <p:sldSz cx="12193588" cy="6858000"/>
  <p:notesSz cx="6858000" cy="9144000"/>
  <p:embeddedFontLst>
    <p:embeddedFont>
      <p:font typeface="Arial Rounded MT Bold" panose="020B0604020202020204" charset="0"/>
      <p:regular r:id="rId26"/>
    </p:embeddedFont>
    <p:embeddedFont>
      <p:font typeface="Montserrat" panose="020B0604020202020204" charset="0"/>
      <p:regular r:id="rId27"/>
      <p:bold r:id="rId28"/>
      <p:italic r:id="rId29"/>
      <p:boldItalic r:id="rId30"/>
    </p:embeddedFont>
    <p:embeddedFont>
      <p:font typeface="Montserrat Medium" panose="020B0604020202020204" charset="0"/>
      <p:regular r:id="rId31"/>
      <p:italic r:id="rId32"/>
    </p:embeddedFont>
    <p:embeddedFont>
      <p:font typeface="PP Telegraf" panose="020B0604020202020204" charset="0"/>
      <p:regular r:id="rId3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L Proposal" id="{D9AA7671-7FC0-9942-8B43-6B3F2DCB489F}">
          <p14:sldIdLst>
            <p14:sldId id="2147471670"/>
            <p14:sldId id="2147483636"/>
            <p14:sldId id="256"/>
            <p14:sldId id="2147483639"/>
            <p14:sldId id="2147483642"/>
            <p14:sldId id="2147483647"/>
          </p14:sldIdLst>
        </p14:section>
        <p14:section name="Client Success" id="{0754B427-BB3B-D542-8636-3CC517C21889}">
          <p14:sldIdLst>
            <p14:sldId id="258"/>
            <p14:sldId id="261"/>
            <p14:sldId id="2147471815"/>
            <p14:sldId id="260"/>
            <p14:sldId id="2147470900"/>
            <p14:sldId id="2147470901"/>
          </p14:sldIdLst>
        </p14:section>
        <p14:section name="End" id="{2B42184C-E47D-3441-9BF2-8C084AC60FB1}">
          <p14:sldIdLst>
            <p14:sldId id="2147471673"/>
          </p14:sldIdLst>
        </p14:section>
        <p14:section name="Graveyard" id="{4AA2658D-1CC9-0D40-B057-FE977C72FDC2}">
          <p14:sldIdLst>
            <p14:sldId id="2147483638"/>
            <p14:sldId id="347"/>
            <p14:sldId id="275"/>
            <p14:sldId id="2147471817"/>
          </p14:sldIdLst>
        </p14:section>
      </p14:sectionLst>
    </p:ext>
    <p:ext uri="{EFAFB233-063F-42B5-8137-9DF3F51BA10A}">
      <p15:sldGuideLst xmlns:p15="http://schemas.microsoft.com/office/powerpoint/2012/main">
        <p15:guide id="1" pos="3841"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101306-D50C-CAC8-3F6A-68C16485B420}" name="Harsvardhan Tripathy" initials="" userId="S::Harsvardhan.Tripathy@Blend360.com::a4591f0e-ca8b-4716-b617-0adbdd43bfa8" providerId="AD"/>
  <p188:author id="{81E0060C-270C-D66A-928F-2AFA9E38175D}" name="Shraddha Shekar-Smith" initials="SS" userId="S::Shraddha.Shekar-Smith@blend360.com::4d2c2296-ea27-4b5f-bedf-4853190da490" providerId="AD"/>
  <p188:author id="{27213F22-1262-9E89-74C6-CE5CA07A569F}" name="Tom Harder" initials="" userId="S::Tom.Harder@Blend360.com::1d23be2c-a862-497c-a534-4402c1bbead4" providerId="AD"/>
  <p188:author id="{55DAA230-AD73-9890-CA88-8027D7BA1A9D}" name="Victoria Seoane" initials="VS" userId="S::victoria.seoane@blend360.com::cbde7a0a-0852-42e9-a3f3-e0a4f10d0b27" providerId="AD"/>
  <p188:author id="{7EC14D34-84BE-0F64-0A24-B28AAFE9FB3D}" name="Andrew Macnaughton" initials="AM" userId="S::Andrew.Macnaughton@blend360.com::84d97166-ae18-4865-bbae-8dfb193f3a92" providerId="AD"/>
  <p188:author id="{5657263B-3CD7-4170-4AA4-09516676F38E}" name="Victoria Seoane" initials="" userId="S::Victoria.Seoane@blend360.com::cbde7a0a-0852-42e9-a3f3-e0a4f10d0b27" providerId="AD"/>
  <p188:author id="{F398B557-28B1-CFA9-9DAC-01F175D01032}" name="Sofia Garcia Austt" initials="" userId="S::Sofia.Garcia@blend360.com::d30aa5a0-b227-4b77-9dd2-fdb87332a94b" providerId="AD"/>
  <p188:author id="{512E5270-7D96-8E87-BABA-6367A57F0F4D}" name="Christopher Loynes" initials="CL" userId="S::Chris.Loynes@blend360.com::55d3dec0-0e80-4bb7-81e4-f2ee7fc24c9e" providerId="AD"/>
  <p188:author id="{19B57F71-CFF8-186A-31C8-D3B84604950D}" name="Jordan Cardonick" initials="JC" userId="S::jordan.cardonick@blend360.com::32c19910-0607-400f-96a4-2ceb999586b3" providerId="AD"/>
  <p188:author id="{64BB6F72-D771-96A6-00F4-0F2EAA622DD2}" name="Piyush Bhatt" initials="PB" userId="S::Piyush.Bhatt@blend360.com::45af2e3f-8eb1-495d-b1b2-fc9d4a3e41b8" providerId="AD"/>
  <p188:author id="{D2DE0779-9C1B-D36E-0EFF-AE33DE30F926}" name="Peyton Allen" initials="PA" userId="S::peyton.allen@Blend360.com::474ab067-9179-43b1-87a1-9943896fa0dc" providerId="AD"/>
  <p188:author id="{774F2183-C432-548D-01A1-B65CACA25B5E}" name="Alice Hodgson" initials="AH" userId="S::alice.hodgson@Blend360.com::4d7330df-192d-48b9-8abb-802e3ff2b40d" providerId="AD"/>
  <p188:author id="{EBF9CF85-D472-0C09-0D2C-689E799B298E}" name="Tom Harder" initials="TH" userId="ac2ee0cb45f89f47" providerId="Windows Live"/>
  <p188:author id="{9147EA97-840B-DE78-DF89-C279D2BF4355}" name="Thomas Clinton" initials="TC" userId="S::tom.clinton@blend360.com::6d4c8deb-d189-492a-9fe0-f30863b7299a" providerId="AD"/>
  <p188:author id="{827141B2-9E5E-AA0A-F871-706BCCC28410}" name="Clementine Gruer" initials="CG" userId="S::clementine.gruer@Blend360.com::e6c6e8b0-b951-414b-8713-67d405e3f861" providerId="AD"/>
  <p188:author id="{211E47D2-EB43-E2E1-A331-1AE2266A62E5}" name="Jordan Cardonick" initials="JC" userId="S::Jordan.Cardonick@blend360.com::32c19910-0607-400f-96a4-2ceb999586b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arid nurjamil" initials="fn" lastIdx="1" clrIdx="0">
    <p:extLst>
      <p:ext uri="{19B8F6BF-5375-455C-9EA6-DF929625EA0E}">
        <p15:presenceInfo xmlns:p15="http://schemas.microsoft.com/office/powerpoint/2012/main" userId="8f222afd016eafa4" providerId="Windows Live"/>
      </p:ext>
    </p:extLst>
  </p:cmAuthor>
  <p:cmAuthor id="2" name="wowo hermawan" initials="wh" lastIdx="1" clrIdx="1">
    <p:extLst>
      <p:ext uri="{19B8F6BF-5375-455C-9EA6-DF929625EA0E}">
        <p15:presenceInfo xmlns:p15="http://schemas.microsoft.com/office/powerpoint/2012/main" userId="598feb332afde99c" providerId="Windows Live"/>
      </p:ext>
    </p:extLst>
  </p:cmAuthor>
  <p:cmAuthor id="3" name="wowoher@outlook.com" initials="w" lastIdx="1" clrIdx="2">
    <p:extLst>
      <p:ext uri="{19B8F6BF-5375-455C-9EA6-DF929625EA0E}">
        <p15:presenceInfo xmlns:p15="http://schemas.microsoft.com/office/powerpoint/2012/main" userId="5fe86b4ec768752f" providerId="Windows Live"/>
      </p:ext>
    </p:extLst>
  </p:cmAuthor>
  <p:cmAuthor id="4" name="smart" initials="s" lastIdx="1" clrIdx="3">
    <p:extLst>
      <p:ext uri="{19B8F6BF-5375-455C-9EA6-DF929625EA0E}">
        <p15:presenceInfo xmlns:p15="http://schemas.microsoft.com/office/powerpoint/2012/main" userId="smart" providerId="None"/>
      </p:ext>
    </p:extLst>
  </p:cmAuthor>
  <p:cmAuthor id="5" name="Sai Prashanth" initials="SP" lastIdx="1" clrIdx="4">
    <p:extLst>
      <p:ext uri="{19B8F6BF-5375-455C-9EA6-DF929625EA0E}">
        <p15:presenceInfo xmlns:p15="http://schemas.microsoft.com/office/powerpoint/2012/main" userId="Sai Prashanth" providerId="None"/>
      </p:ext>
    </p:extLst>
  </p:cmAuthor>
  <p:cmAuthor id="6" name="Sai Prashanth" initials="SP [2]" lastIdx="1" clrIdx="5">
    <p:extLst>
      <p:ext uri="{19B8F6BF-5375-455C-9EA6-DF929625EA0E}">
        <p15:presenceInfo xmlns:p15="http://schemas.microsoft.com/office/powerpoint/2012/main" userId="S::Sai.Prashanth@Blend360.com::8a101d83-01b8-455a-b159-db3d3c38832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D74231"/>
    <a:srgbClr val="29B8F4"/>
    <a:srgbClr val="06393C"/>
    <a:srgbClr val="050525"/>
    <a:srgbClr val="141129"/>
    <a:srgbClr val="101072"/>
    <a:srgbClr val="BDE0F5"/>
    <a:srgbClr val="BA59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A00EF-A16F-4A04-A721-4439E900468B}" v="865" dt="2025-07-18T20:38:43.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1"/>
        <p:guide orient="horz" pos="216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13" /><Relationship Type="http://schemas.openxmlformats.org/officeDocument/2006/relationships/slide" Target="slides/slide12.xml" Id="rId18" /><Relationship Type="http://schemas.openxmlformats.org/officeDocument/2006/relationships/font" Target="fonts/font1.fntdata" Id="rId26" /><Relationship Type="http://schemas.openxmlformats.org/officeDocument/2006/relationships/slide" Target="slides/slide15.xml" Id="rId21" /><Relationship Type="http://schemas.openxmlformats.org/officeDocument/2006/relationships/commentAuthors" Target="commentAuthors.xml" Id="rId34" /><Relationship Type="http://schemas.openxmlformats.org/officeDocument/2006/relationships/slide" Target="slides/slide1.xml" Id="rId7" /><Relationship Type="http://schemas.openxmlformats.org/officeDocument/2006/relationships/customXml" Target="../customXml/item2.xml" Id="rId2" /><Relationship Type="http://schemas.openxmlformats.org/officeDocument/2006/relationships/slide" Target="slides/slide10.xml" Id="rId16" /><Relationship Type="http://schemas.openxmlformats.org/officeDocument/2006/relationships/slide" Target="slides/slide14.xml" Id="rId20" /><Relationship Type="http://schemas.openxmlformats.org/officeDocument/2006/relationships/font" Target="fonts/font4.fntdata" Id="rId29" /><Relationship Type="http://schemas.microsoft.com/office/2018/10/relationships/authors" Target="authors.xml" Id="rId41" /><Relationship Type="http://schemas.openxmlformats.org/officeDocument/2006/relationships/customXml" Target="../customXml/item1.xml" Id="rId1" /><Relationship Type="http://schemas.openxmlformats.org/officeDocument/2006/relationships/slideMaster" Target="slideMasters/slideMaster3.xml" Id="rId6" /><Relationship Type="http://schemas.openxmlformats.org/officeDocument/2006/relationships/slide" Target="slides/slide5.xml" Id="rId11" /><Relationship Type="http://schemas.openxmlformats.org/officeDocument/2006/relationships/notesMaster" Target="notesMasters/notesMaster1.xml" Id="rId24" /><Relationship Type="http://schemas.openxmlformats.org/officeDocument/2006/relationships/font" Target="fonts/font7.fntdata" Id="rId32" /><Relationship Type="http://schemas.openxmlformats.org/officeDocument/2006/relationships/theme" Target="theme/theme1.xml" Id="rId37" /><Relationship Type="http://schemas.microsoft.com/office/2015/10/relationships/revisionInfo" Target="revisionInfo.xml" Id="rId40" /><Relationship Type="http://schemas.openxmlformats.org/officeDocument/2006/relationships/slideMaster" Target="slideMasters/slideMaster2.xml" Id="rId5" /><Relationship Type="http://schemas.openxmlformats.org/officeDocument/2006/relationships/slide" Target="slides/slide9.xml" Id="rId15" /><Relationship Type="http://schemas.openxmlformats.org/officeDocument/2006/relationships/slide" Target="slides/slide17.xml" Id="rId23" /><Relationship Type="http://schemas.openxmlformats.org/officeDocument/2006/relationships/font" Target="fonts/font3.fntdata" Id="rId28" /><Relationship Type="http://schemas.openxmlformats.org/officeDocument/2006/relationships/viewProps" Target="viewProps.xml" Id="rId36" /><Relationship Type="http://schemas.openxmlformats.org/officeDocument/2006/relationships/slide" Target="slides/slide4.xml" Id="rId10" /><Relationship Type="http://schemas.openxmlformats.org/officeDocument/2006/relationships/slide" Target="slides/slide13.xml" Id="rId19" /><Relationship Type="http://schemas.openxmlformats.org/officeDocument/2006/relationships/font" Target="fonts/font6.fntdata" Id="rId31" /><Relationship Type="http://schemas.openxmlformats.org/officeDocument/2006/relationships/slideMaster" Target="slideMasters/slideMaster1.xml" Id="rId4" /><Relationship Type="http://schemas.openxmlformats.org/officeDocument/2006/relationships/slide" Target="slides/slide3.xml" Id="rId9" /><Relationship Type="http://schemas.openxmlformats.org/officeDocument/2006/relationships/slide" Target="slides/slide8.xml" Id="rId14" /><Relationship Type="http://schemas.openxmlformats.org/officeDocument/2006/relationships/slide" Target="slides/slide16.xml" Id="rId22" /><Relationship Type="http://schemas.openxmlformats.org/officeDocument/2006/relationships/font" Target="fonts/font2.fntdata" Id="rId27" /><Relationship Type="http://schemas.openxmlformats.org/officeDocument/2006/relationships/font" Target="fonts/font5.fntdata" Id="rId30" /><Relationship Type="http://schemas.openxmlformats.org/officeDocument/2006/relationships/presProps" Target="presProps.xml" Id="rId35" /><Relationship Type="http://schemas.openxmlformats.org/officeDocument/2006/relationships/slide" Target="slides/slide2.xml" Id="rId8" /><Relationship Type="http://schemas.openxmlformats.org/officeDocument/2006/relationships/customXml" Target="../customXml/item3.xml" Id="rId3" /><Relationship Type="http://schemas.openxmlformats.org/officeDocument/2006/relationships/slide" Target="slides/slide6.xml" Id="rId12" /><Relationship Type="http://schemas.openxmlformats.org/officeDocument/2006/relationships/slide" Target="slides/slide11.xml" Id="rId17" /><Relationship Type="http://schemas.openxmlformats.org/officeDocument/2006/relationships/handoutMaster" Target="handoutMasters/handoutMaster1.xml" Id="rId25" /><Relationship Type="http://schemas.openxmlformats.org/officeDocument/2006/relationships/font" Target="fonts/font8.fntdata" Id="rId33" /><Relationship Type="http://schemas.openxmlformats.org/officeDocument/2006/relationships/tableStyles" Target="tableStyles.xml" Id="rId38"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7FFFCE35_4FA4E4A0.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Sheet1!$D$4</c:f>
              <c:strCache>
                <c:ptCount val="1"/>
                <c:pt idx="0">
                  <c:v>2021</c:v>
                </c:pt>
              </c:strCache>
            </c:strRef>
          </c:tx>
          <c:spPr>
            <a:solidFill>
              <a:schemeClr val="accent4"/>
            </a:solidFill>
            <a:ln>
              <a:noFill/>
            </a:ln>
            <a:effectLst/>
          </c:spPr>
          <c:invertIfNegative val="0"/>
          <c:dLbls>
            <c:dLbl>
              <c:idx val="0"/>
              <c:tx>
                <c:rich>
                  <a:bodyPr/>
                  <a:lstStyle/>
                  <a:p>
                    <a:fld id="{F4886F0F-FF7F-0F46-870E-4A778F29223C}" type="VALUE">
                      <a:rPr lang="en-US" smtClean="0">
                        <a:latin typeface="Montserrat" panose="00000500000000000000" pitchFamily="2" charset="0"/>
                      </a:rPr>
                      <a:pPr/>
                      <a:t>[VALUE]</a:t>
                    </a:fld>
                    <a:r>
                      <a:rPr lang="en-US">
                        <a:latin typeface="Montserrat" panose="00000500000000000000" pitchFamily="2" charset="0"/>
                      </a:rPr>
                      <a:t>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4B8C-E74F-84DB-28A83BCEE7A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Sheet1!$C$5</c:f>
              <c:numCache>
                <c:formatCode>General</c:formatCode>
                <c:ptCount val="1"/>
              </c:numCache>
            </c:numRef>
          </c:cat>
          <c:val>
            <c:numRef>
              <c:f>Sheet1!$D$5</c:f>
              <c:numCache>
                <c:formatCode>General</c:formatCode>
                <c:ptCount val="1"/>
                <c:pt idx="0">
                  <c:v>35</c:v>
                </c:pt>
              </c:numCache>
            </c:numRef>
          </c:val>
          <c:extLst>
            <c:ext xmlns:c16="http://schemas.microsoft.com/office/drawing/2014/chart" uri="{C3380CC4-5D6E-409C-BE32-E72D297353CC}">
              <c16:uniqueId val="{00000001-4B8C-E74F-84DB-28A83BCEE7AB}"/>
            </c:ext>
          </c:extLst>
        </c:ser>
        <c:ser>
          <c:idx val="1"/>
          <c:order val="1"/>
          <c:tx>
            <c:strRef>
              <c:f>Sheet1!$E$4</c:f>
              <c:strCache>
                <c:ptCount val="1"/>
                <c:pt idx="0">
                  <c:v>2022</c:v>
                </c:pt>
              </c:strCache>
            </c:strRef>
          </c:tx>
          <c:spPr>
            <a:solidFill>
              <a:schemeClr val="accent1"/>
            </a:solidFill>
            <a:ln>
              <a:noFill/>
            </a:ln>
            <a:effectLst/>
          </c:spPr>
          <c:invertIfNegative val="0"/>
          <c:dLbls>
            <c:dLbl>
              <c:idx val="0"/>
              <c:tx>
                <c:rich>
                  <a:bodyPr/>
                  <a:lstStyle/>
                  <a:p>
                    <a:fld id="{58A7BF78-FBC2-7644-A901-0C2CD1B9FAAA}" type="VALUE">
                      <a:rPr lang="en-US" smtClean="0">
                        <a:latin typeface="Montserrat" panose="00000500000000000000" pitchFamily="2" charset="0"/>
                      </a:rPr>
                      <a:pPr/>
                      <a:t>[VALUE]</a:t>
                    </a:fld>
                    <a:r>
                      <a:rPr lang="en-US">
                        <a:latin typeface="Montserrat" panose="00000500000000000000" pitchFamily="2" charset="0"/>
                      </a:rPr>
                      <a:t>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4B8C-E74F-84DB-28A83BCEE7A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Sheet1!$C$5</c:f>
              <c:numCache>
                <c:formatCode>General</c:formatCode>
                <c:ptCount val="1"/>
              </c:numCache>
            </c:numRef>
          </c:cat>
          <c:val>
            <c:numRef>
              <c:f>Sheet1!$E$5</c:f>
              <c:numCache>
                <c:formatCode>General</c:formatCode>
                <c:ptCount val="1"/>
                <c:pt idx="0">
                  <c:v>120</c:v>
                </c:pt>
              </c:numCache>
            </c:numRef>
          </c:val>
          <c:extLst>
            <c:ext xmlns:c16="http://schemas.microsoft.com/office/drawing/2014/chart" uri="{C3380CC4-5D6E-409C-BE32-E72D297353CC}">
              <c16:uniqueId val="{00000003-4B8C-E74F-84DB-28A83BCEE7AB}"/>
            </c:ext>
          </c:extLst>
        </c:ser>
        <c:ser>
          <c:idx val="2"/>
          <c:order val="2"/>
          <c:tx>
            <c:strRef>
              <c:f>Sheet1!$F$4</c:f>
              <c:strCache>
                <c:ptCount val="1"/>
                <c:pt idx="0">
                  <c:v>2023</c:v>
                </c:pt>
              </c:strCache>
            </c:strRef>
          </c:tx>
          <c:spPr>
            <a:solidFill>
              <a:schemeClr val="accent3"/>
            </a:solidFill>
            <a:ln>
              <a:noFill/>
            </a:ln>
            <a:effectLst/>
          </c:spPr>
          <c:invertIfNegative val="0"/>
          <c:dLbls>
            <c:dLbl>
              <c:idx val="0"/>
              <c:tx>
                <c:rich>
                  <a:bodyPr/>
                  <a:lstStyle/>
                  <a:p>
                    <a:fld id="{8A451AED-B668-944D-9E31-392649CF16AB}" type="VALUE">
                      <a:rPr lang="en-US" smtClean="0">
                        <a:latin typeface="Montserrat" panose="00000500000000000000" pitchFamily="2" charset="0"/>
                      </a:rPr>
                      <a:pPr/>
                      <a:t>[VALUE]</a:t>
                    </a:fld>
                    <a:r>
                      <a:rPr lang="en-US">
                        <a:latin typeface="Montserrat" panose="00000500000000000000" pitchFamily="2" charset="0"/>
                      </a:rPr>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4B8C-E74F-84DB-28A83BCEE7A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Sheet1!$C$5</c:f>
              <c:numCache>
                <c:formatCode>General</c:formatCode>
                <c:ptCount val="1"/>
              </c:numCache>
            </c:numRef>
          </c:cat>
          <c:val>
            <c:numRef>
              <c:f>Sheet1!$F$5</c:f>
              <c:numCache>
                <c:formatCode>General</c:formatCode>
                <c:ptCount val="1"/>
                <c:pt idx="0">
                  <c:v>400</c:v>
                </c:pt>
              </c:numCache>
            </c:numRef>
          </c:val>
          <c:extLst>
            <c:ext xmlns:c16="http://schemas.microsoft.com/office/drawing/2014/chart" uri="{C3380CC4-5D6E-409C-BE32-E72D297353CC}">
              <c16:uniqueId val="{00000005-4B8C-E74F-84DB-28A83BCEE7AB}"/>
            </c:ext>
          </c:extLst>
        </c:ser>
        <c:ser>
          <c:idx val="3"/>
          <c:order val="3"/>
          <c:tx>
            <c:strRef>
              <c:f>Sheet1!$G$4</c:f>
              <c:strCache>
                <c:ptCount val="1"/>
                <c:pt idx="0">
                  <c:v>2024</c:v>
                </c:pt>
              </c:strCache>
            </c:strRef>
          </c:tx>
          <c:spPr>
            <a:solidFill>
              <a:schemeClr val="accent4"/>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7-4B8C-E74F-84DB-28A83BCEE7AB}"/>
              </c:ext>
            </c:extLst>
          </c:dPt>
          <c:dLbls>
            <c:dLbl>
              <c:idx val="0"/>
              <c:tx>
                <c:rich>
                  <a:bodyPr/>
                  <a:lstStyle/>
                  <a:p>
                    <a:fld id="{66417F9E-0ECD-7D4A-8B76-48C32AADEDB7}" type="VALUE">
                      <a:rPr lang="en-US" smtClean="0">
                        <a:latin typeface="Montserrat" panose="00000500000000000000" pitchFamily="2" charset="0"/>
                      </a:rPr>
                      <a:pPr/>
                      <a:t>[VALUE]</a:t>
                    </a:fld>
                    <a:r>
                      <a:rPr lang="en-US">
                        <a:latin typeface="Montserrat" panose="00000500000000000000" pitchFamily="2" charset="0"/>
                      </a:rPr>
                      <a:t>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B8C-E74F-84DB-28A83BCEE7A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Sheet1!$C$5</c:f>
              <c:numCache>
                <c:formatCode>General</c:formatCode>
                <c:ptCount val="1"/>
              </c:numCache>
            </c:numRef>
          </c:cat>
          <c:val>
            <c:numRef>
              <c:f>Sheet1!$G$5</c:f>
              <c:numCache>
                <c:formatCode>0</c:formatCode>
                <c:ptCount val="1"/>
                <c:pt idx="0">
                  <c:v>425</c:v>
                </c:pt>
              </c:numCache>
            </c:numRef>
          </c:val>
          <c:extLst>
            <c:ext xmlns:c16="http://schemas.microsoft.com/office/drawing/2014/chart" uri="{C3380CC4-5D6E-409C-BE32-E72D297353CC}">
              <c16:uniqueId val="{00000008-4B8C-E74F-84DB-28A83BCEE7AB}"/>
            </c:ext>
          </c:extLst>
        </c:ser>
        <c:dLbls>
          <c:showLegendKey val="0"/>
          <c:showVal val="1"/>
          <c:showCatName val="0"/>
          <c:showSerName val="0"/>
          <c:showPercent val="0"/>
          <c:showBubbleSize val="0"/>
        </c:dLbls>
        <c:gapWidth val="35"/>
        <c:overlap val="-25"/>
        <c:axId val="2063833536"/>
        <c:axId val="2063835184"/>
      </c:barChart>
      <c:catAx>
        <c:axId val="2063833536"/>
        <c:scaling>
          <c:orientation val="minMax"/>
        </c:scaling>
        <c:delete val="0"/>
        <c:axPos val="b"/>
        <c:numFmt formatCode="General" sourceLinked="1"/>
        <c:majorTickMark val="none"/>
        <c:minorTickMark val="none"/>
        <c:tickLblPos val="nextTo"/>
        <c:spPr>
          <a:solidFill>
            <a:srgbClr val="C5C5C5"/>
          </a:solidFill>
          <a:ln w="6350" cap="flat" cmpd="sng" algn="ctr">
            <a:solidFill>
              <a:srgbClr val="C5C5C5"/>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2063835184"/>
        <c:crosses val="autoZero"/>
        <c:auto val="1"/>
        <c:lblAlgn val="ctr"/>
        <c:lblOffset val="100"/>
        <c:noMultiLvlLbl val="0"/>
      </c:catAx>
      <c:valAx>
        <c:axId val="2063835184"/>
        <c:scaling>
          <c:orientation val="minMax"/>
        </c:scaling>
        <c:delete val="0"/>
        <c:axPos val="l"/>
        <c:majorGridlines>
          <c:spPr>
            <a:ln w="6350" cap="flat" cmpd="sng" algn="ctr">
              <a:solidFill>
                <a:srgbClr val="C5C5C5">
                  <a:alpha val="30000"/>
                </a:srgbClr>
              </a:solidFill>
              <a:round/>
            </a:ln>
            <a:effectLst/>
          </c:spPr>
        </c:majorGridlines>
        <c:numFmt formatCode="General" sourceLinked="0"/>
        <c:majorTickMark val="none"/>
        <c:minorTickMark val="none"/>
        <c:tickLblPos val="nextTo"/>
        <c:spPr>
          <a:noFill/>
          <a:ln>
            <a:solidFill>
              <a:srgbClr val="C5C5C5"/>
            </a:solidFill>
          </a:ln>
          <a:effectLst/>
        </c:spPr>
        <c:txPr>
          <a:bodyPr rot="-60000000" spcFirstLastPara="1" vertOverflow="ellipsis" vert="horz" wrap="square" anchor="ctr" anchorCtr="1"/>
          <a:lstStyle/>
          <a:p>
            <a:pPr>
              <a:defRPr sz="900" b="0" i="0" u="none" strike="noStrike" kern="1200" baseline="0">
                <a:solidFill>
                  <a:srgbClr val="101F4F"/>
                </a:solidFill>
                <a:latin typeface="+mn-lt"/>
                <a:ea typeface="+mn-ea"/>
                <a:cs typeface="+mn-cs"/>
              </a:defRPr>
            </a:pPr>
            <a:endParaRPr lang="en-US"/>
          </a:p>
        </c:txPr>
        <c:crossAx val="2063833536"/>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B3FA0B-2707-4721-A443-FD584BBFD396}" type="doc">
      <dgm:prSet loTypeId="urn:microsoft.com/office/officeart/2005/8/layout/matrix3" loCatId="cycle" qsTypeId="urn:microsoft.com/office/officeart/2005/8/quickstyle/simple1" qsCatId="simple" csTypeId="urn:microsoft.com/office/officeart/2005/8/colors/accent1_2" csCatId="accent1" phldr="1"/>
      <dgm:spPr/>
      <dgm:t>
        <a:bodyPr/>
        <a:lstStyle/>
        <a:p>
          <a:endParaRPr lang="en-IN"/>
        </a:p>
      </dgm:t>
    </dgm:pt>
    <dgm:pt modelId="{4E331F8B-56C2-494D-A4D0-85F929C66E49}">
      <dgm:prSet custT="1"/>
      <dgm:spPr/>
      <dgm:t>
        <a:bodyPr/>
        <a:lstStyle/>
        <a:p>
          <a:r>
            <a:rPr lang="en-IN" sz="900" b="1"/>
            <a:t>Operational model governance and playbooks</a:t>
          </a:r>
          <a:endParaRPr lang="en-IN" sz="900"/>
        </a:p>
      </dgm:t>
    </dgm:pt>
    <dgm:pt modelId="{9EFC1748-6AD9-4AF8-965D-000601FE9CB2}" type="parTrans" cxnId="{AF376EEC-DE87-42BA-9177-0A1D5ED7AC02}">
      <dgm:prSet/>
      <dgm:spPr/>
      <dgm:t>
        <a:bodyPr/>
        <a:lstStyle/>
        <a:p>
          <a:endParaRPr lang="en-IN" sz="900"/>
        </a:p>
      </dgm:t>
    </dgm:pt>
    <dgm:pt modelId="{130F0DFB-6471-409F-A3CD-332FEC179436}" type="sibTrans" cxnId="{AF376EEC-DE87-42BA-9177-0A1D5ED7AC02}">
      <dgm:prSet/>
      <dgm:spPr/>
      <dgm:t>
        <a:bodyPr/>
        <a:lstStyle/>
        <a:p>
          <a:endParaRPr lang="en-IN" sz="900"/>
        </a:p>
      </dgm:t>
    </dgm:pt>
    <dgm:pt modelId="{EA8BC33B-5B0D-4C4D-A1B0-3C0B75E53821}">
      <dgm:prSet custT="1"/>
      <dgm:spPr/>
      <dgm:t>
        <a:bodyPr/>
        <a:lstStyle/>
        <a:p>
          <a:r>
            <a:rPr lang="en-IN" sz="900" b="1"/>
            <a:t>Enterprise-Grade Feature Store Established</a:t>
          </a:r>
          <a:endParaRPr lang="en-IN" sz="900"/>
        </a:p>
      </dgm:t>
    </dgm:pt>
    <dgm:pt modelId="{E366EA08-548D-4915-BF7B-F0F679633807}" type="parTrans" cxnId="{2A9657EA-2224-4FB7-930D-816690618DD2}">
      <dgm:prSet/>
      <dgm:spPr/>
      <dgm:t>
        <a:bodyPr/>
        <a:lstStyle/>
        <a:p>
          <a:endParaRPr lang="en-IN" sz="900"/>
        </a:p>
      </dgm:t>
    </dgm:pt>
    <dgm:pt modelId="{D4274745-870D-4FB3-A8C4-EC8BA9095978}" type="sibTrans" cxnId="{2A9657EA-2224-4FB7-930D-816690618DD2}">
      <dgm:prSet/>
      <dgm:spPr/>
      <dgm:t>
        <a:bodyPr/>
        <a:lstStyle/>
        <a:p>
          <a:endParaRPr lang="en-IN" sz="900"/>
        </a:p>
      </dgm:t>
    </dgm:pt>
    <dgm:pt modelId="{79DA750D-EB77-4026-A395-EAF455FB85B9}">
      <dgm:prSet custT="1"/>
      <dgm:spPr/>
      <dgm:t>
        <a:bodyPr/>
        <a:lstStyle/>
        <a:p>
          <a:pPr>
            <a:buNone/>
          </a:pPr>
          <a:r>
            <a:rPr lang="en-GB" sz="900" b="1"/>
            <a:t>Production-Ready ML Pipeline in Snowflake</a:t>
          </a:r>
          <a:endParaRPr lang="en-IN" sz="900"/>
        </a:p>
      </dgm:t>
    </dgm:pt>
    <dgm:pt modelId="{E132195B-BD8D-4EB6-89A8-77A535CA6991}" type="parTrans" cxnId="{58CE964F-B59B-4A28-BDCF-53395C815544}">
      <dgm:prSet/>
      <dgm:spPr/>
      <dgm:t>
        <a:bodyPr/>
        <a:lstStyle/>
        <a:p>
          <a:endParaRPr lang="en-IN" sz="900"/>
        </a:p>
      </dgm:t>
    </dgm:pt>
    <dgm:pt modelId="{F72D2AB7-075B-4527-A4D2-3A437CC069CC}" type="sibTrans" cxnId="{58CE964F-B59B-4A28-BDCF-53395C815544}">
      <dgm:prSet/>
      <dgm:spPr/>
      <dgm:t>
        <a:bodyPr/>
        <a:lstStyle/>
        <a:p>
          <a:endParaRPr lang="en-IN" sz="900"/>
        </a:p>
      </dgm:t>
    </dgm:pt>
    <dgm:pt modelId="{411B6D0D-B132-436F-BB69-049E47B64D30}">
      <dgm:prSet custT="1"/>
      <dgm:spPr/>
      <dgm:t>
        <a:bodyPr/>
        <a:lstStyle/>
        <a:p>
          <a:pPr>
            <a:buNone/>
          </a:pPr>
          <a:r>
            <a:rPr lang="en-IN" sz="900" b="1"/>
            <a:t>End-to-end </a:t>
          </a:r>
          <a:r>
            <a:rPr lang="en-IN" sz="900" b="1" err="1"/>
            <a:t>MLOps</a:t>
          </a:r>
          <a:r>
            <a:rPr lang="en-IN" sz="900" b="1"/>
            <a:t> Process and Framework</a:t>
          </a:r>
          <a:endParaRPr lang="en-IN" sz="900"/>
        </a:p>
      </dgm:t>
    </dgm:pt>
    <dgm:pt modelId="{14D6AD9E-70A8-4804-85A5-CC214D2BEDE9}" type="parTrans" cxnId="{B4368B42-09F0-4E10-8E6E-7C772D711B90}">
      <dgm:prSet/>
      <dgm:spPr/>
      <dgm:t>
        <a:bodyPr/>
        <a:lstStyle/>
        <a:p>
          <a:endParaRPr lang="en-IN" sz="900"/>
        </a:p>
      </dgm:t>
    </dgm:pt>
    <dgm:pt modelId="{583892AA-4696-47CD-B082-B1466DF2122D}" type="sibTrans" cxnId="{B4368B42-09F0-4E10-8E6E-7C772D711B90}">
      <dgm:prSet/>
      <dgm:spPr/>
      <dgm:t>
        <a:bodyPr/>
        <a:lstStyle/>
        <a:p>
          <a:endParaRPr lang="en-IN" sz="900"/>
        </a:p>
      </dgm:t>
    </dgm:pt>
    <dgm:pt modelId="{E2A12857-B364-A949-8597-ED341CA85F71}" type="pres">
      <dgm:prSet presAssocID="{BEB3FA0B-2707-4721-A443-FD584BBFD396}" presName="matrix" presStyleCnt="0">
        <dgm:presLayoutVars>
          <dgm:chMax val="1"/>
          <dgm:dir/>
          <dgm:resizeHandles val="exact"/>
        </dgm:presLayoutVars>
      </dgm:prSet>
      <dgm:spPr/>
    </dgm:pt>
    <dgm:pt modelId="{D4A37935-C3CA-A846-81BC-533B21EB8381}" type="pres">
      <dgm:prSet presAssocID="{BEB3FA0B-2707-4721-A443-FD584BBFD396}" presName="diamond" presStyleLbl="bgShp" presStyleIdx="0" presStyleCnt="1"/>
      <dgm:spPr/>
    </dgm:pt>
    <dgm:pt modelId="{5C4E0D2A-A1F7-5243-BC66-C059873C4600}" type="pres">
      <dgm:prSet presAssocID="{BEB3FA0B-2707-4721-A443-FD584BBFD396}" presName="quad1" presStyleLbl="node1" presStyleIdx="0" presStyleCnt="4">
        <dgm:presLayoutVars>
          <dgm:chMax val="0"/>
          <dgm:chPref val="0"/>
          <dgm:bulletEnabled val="1"/>
        </dgm:presLayoutVars>
      </dgm:prSet>
      <dgm:spPr/>
    </dgm:pt>
    <dgm:pt modelId="{3F79FA29-0B4B-2C4F-9174-A2DFB883D00C}" type="pres">
      <dgm:prSet presAssocID="{BEB3FA0B-2707-4721-A443-FD584BBFD396}" presName="quad2" presStyleLbl="node1" presStyleIdx="1" presStyleCnt="4">
        <dgm:presLayoutVars>
          <dgm:chMax val="0"/>
          <dgm:chPref val="0"/>
          <dgm:bulletEnabled val="1"/>
        </dgm:presLayoutVars>
      </dgm:prSet>
      <dgm:spPr/>
    </dgm:pt>
    <dgm:pt modelId="{69EB269E-304D-8E40-8C1E-79C299C6EB3E}" type="pres">
      <dgm:prSet presAssocID="{BEB3FA0B-2707-4721-A443-FD584BBFD396}" presName="quad3" presStyleLbl="node1" presStyleIdx="2" presStyleCnt="4">
        <dgm:presLayoutVars>
          <dgm:chMax val="0"/>
          <dgm:chPref val="0"/>
          <dgm:bulletEnabled val="1"/>
        </dgm:presLayoutVars>
      </dgm:prSet>
      <dgm:spPr/>
    </dgm:pt>
    <dgm:pt modelId="{B5433A02-7BC0-DA4D-9879-5D1FC0375AED}" type="pres">
      <dgm:prSet presAssocID="{BEB3FA0B-2707-4721-A443-FD584BBFD396}" presName="quad4" presStyleLbl="node1" presStyleIdx="3" presStyleCnt="4">
        <dgm:presLayoutVars>
          <dgm:chMax val="0"/>
          <dgm:chPref val="0"/>
          <dgm:bulletEnabled val="1"/>
        </dgm:presLayoutVars>
      </dgm:prSet>
      <dgm:spPr/>
    </dgm:pt>
  </dgm:ptLst>
  <dgm:cxnLst>
    <dgm:cxn modelId="{E77F431C-B494-1A48-9651-24A0610384B3}" type="presOf" srcId="{BEB3FA0B-2707-4721-A443-FD584BBFD396}" destId="{E2A12857-B364-A949-8597-ED341CA85F71}" srcOrd="0" destOrd="0" presId="urn:microsoft.com/office/officeart/2005/8/layout/matrix3"/>
    <dgm:cxn modelId="{CAB5012F-3127-104B-889E-D6031060E8B3}" type="presOf" srcId="{79DA750D-EB77-4026-A395-EAF455FB85B9}" destId="{B5433A02-7BC0-DA4D-9879-5D1FC0375AED}" srcOrd="0" destOrd="0" presId="urn:microsoft.com/office/officeart/2005/8/layout/matrix3"/>
    <dgm:cxn modelId="{B4368B42-09F0-4E10-8E6E-7C772D711B90}" srcId="{BEB3FA0B-2707-4721-A443-FD584BBFD396}" destId="{411B6D0D-B132-436F-BB69-049E47B64D30}" srcOrd="2" destOrd="0" parTransId="{14D6AD9E-70A8-4804-85A5-CC214D2BEDE9}" sibTransId="{583892AA-4696-47CD-B082-B1466DF2122D}"/>
    <dgm:cxn modelId="{2090DB68-4618-3848-9B50-BA5BAD78148D}" type="presOf" srcId="{411B6D0D-B132-436F-BB69-049E47B64D30}" destId="{69EB269E-304D-8E40-8C1E-79C299C6EB3E}" srcOrd="0" destOrd="0" presId="urn:microsoft.com/office/officeart/2005/8/layout/matrix3"/>
    <dgm:cxn modelId="{58CE964F-B59B-4A28-BDCF-53395C815544}" srcId="{BEB3FA0B-2707-4721-A443-FD584BBFD396}" destId="{79DA750D-EB77-4026-A395-EAF455FB85B9}" srcOrd="3" destOrd="0" parTransId="{E132195B-BD8D-4EB6-89A8-77A535CA6991}" sibTransId="{F72D2AB7-075B-4527-A4D2-3A437CC069CC}"/>
    <dgm:cxn modelId="{7950FF73-9992-654B-A103-435727B1615C}" type="presOf" srcId="{EA8BC33B-5B0D-4C4D-A1B0-3C0B75E53821}" destId="{5C4E0D2A-A1F7-5243-BC66-C059873C4600}" srcOrd="0" destOrd="0" presId="urn:microsoft.com/office/officeart/2005/8/layout/matrix3"/>
    <dgm:cxn modelId="{EB975EC5-8C65-8140-B693-5EA89077ED26}" type="presOf" srcId="{4E331F8B-56C2-494D-A4D0-85F929C66E49}" destId="{3F79FA29-0B4B-2C4F-9174-A2DFB883D00C}" srcOrd="0" destOrd="0" presId="urn:microsoft.com/office/officeart/2005/8/layout/matrix3"/>
    <dgm:cxn modelId="{2A9657EA-2224-4FB7-930D-816690618DD2}" srcId="{BEB3FA0B-2707-4721-A443-FD584BBFD396}" destId="{EA8BC33B-5B0D-4C4D-A1B0-3C0B75E53821}" srcOrd="0" destOrd="0" parTransId="{E366EA08-548D-4915-BF7B-F0F679633807}" sibTransId="{D4274745-870D-4FB3-A8C4-EC8BA9095978}"/>
    <dgm:cxn modelId="{AF376EEC-DE87-42BA-9177-0A1D5ED7AC02}" srcId="{BEB3FA0B-2707-4721-A443-FD584BBFD396}" destId="{4E331F8B-56C2-494D-A4D0-85F929C66E49}" srcOrd="1" destOrd="0" parTransId="{9EFC1748-6AD9-4AF8-965D-000601FE9CB2}" sibTransId="{130F0DFB-6471-409F-A3CD-332FEC179436}"/>
    <dgm:cxn modelId="{8169EAC3-0621-1545-A248-A542EC9362FD}" type="presParOf" srcId="{E2A12857-B364-A949-8597-ED341CA85F71}" destId="{D4A37935-C3CA-A846-81BC-533B21EB8381}" srcOrd="0" destOrd="0" presId="urn:microsoft.com/office/officeart/2005/8/layout/matrix3"/>
    <dgm:cxn modelId="{392F5D2D-1DC7-7349-90C0-C229730C1197}" type="presParOf" srcId="{E2A12857-B364-A949-8597-ED341CA85F71}" destId="{5C4E0D2A-A1F7-5243-BC66-C059873C4600}" srcOrd="1" destOrd="0" presId="urn:microsoft.com/office/officeart/2005/8/layout/matrix3"/>
    <dgm:cxn modelId="{0A5F7E7D-F392-BE47-94CB-FF493D681BB0}" type="presParOf" srcId="{E2A12857-B364-A949-8597-ED341CA85F71}" destId="{3F79FA29-0B4B-2C4F-9174-A2DFB883D00C}" srcOrd="2" destOrd="0" presId="urn:microsoft.com/office/officeart/2005/8/layout/matrix3"/>
    <dgm:cxn modelId="{8599F5E5-3102-AA4D-A2EB-4053B850CD52}" type="presParOf" srcId="{E2A12857-B364-A949-8597-ED341CA85F71}" destId="{69EB269E-304D-8E40-8C1E-79C299C6EB3E}" srcOrd="3" destOrd="0" presId="urn:microsoft.com/office/officeart/2005/8/layout/matrix3"/>
    <dgm:cxn modelId="{B8307B25-F27C-A748-A00A-E2B3EF227B86}" type="presParOf" srcId="{E2A12857-B364-A949-8597-ED341CA85F71}" destId="{B5433A02-7BC0-DA4D-9879-5D1FC0375AE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37935-C3CA-A846-81BC-533B21EB8381}">
      <dsp:nvSpPr>
        <dsp:cNvPr id="0" name=""/>
        <dsp:cNvSpPr/>
      </dsp:nvSpPr>
      <dsp:spPr>
        <a:xfrm>
          <a:off x="0" y="0"/>
          <a:ext cx="2999579" cy="2999579"/>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4E0D2A-A1F7-5243-BC66-C059873C4600}">
      <dsp:nvSpPr>
        <dsp:cNvPr id="0" name=""/>
        <dsp:cNvSpPr/>
      </dsp:nvSpPr>
      <dsp:spPr>
        <a:xfrm>
          <a:off x="284960" y="284960"/>
          <a:ext cx="1169835" cy="11698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Enterprise-Grade Feature Store Established</a:t>
          </a:r>
          <a:endParaRPr lang="en-IN" sz="900" kern="1200"/>
        </a:p>
      </dsp:txBody>
      <dsp:txXfrm>
        <a:off x="342067" y="342067"/>
        <a:ext cx="1055621" cy="1055621"/>
      </dsp:txXfrm>
    </dsp:sp>
    <dsp:sp modelId="{3F79FA29-0B4B-2C4F-9174-A2DFB883D00C}">
      <dsp:nvSpPr>
        <dsp:cNvPr id="0" name=""/>
        <dsp:cNvSpPr/>
      </dsp:nvSpPr>
      <dsp:spPr>
        <a:xfrm>
          <a:off x="1544783" y="284960"/>
          <a:ext cx="1169835" cy="11698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Operational model governance and playbooks</a:t>
          </a:r>
          <a:endParaRPr lang="en-IN" sz="900" kern="1200"/>
        </a:p>
      </dsp:txBody>
      <dsp:txXfrm>
        <a:off x="1601890" y="342067"/>
        <a:ext cx="1055621" cy="1055621"/>
      </dsp:txXfrm>
    </dsp:sp>
    <dsp:sp modelId="{69EB269E-304D-8E40-8C1E-79C299C6EB3E}">
      <dsp:nvSpPr>
        <dsp:cNvPr id="0" name=""/>
        <dsp:cNvSpPr/>
      </dsp:nvSpPr>
      <dsp:spPr>
        <a:xfrm>
          <a:off x="284960" y="1544783"/>
          <a:ext cx="1169835" cy="11698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b="1" kern="1200"/>
            <a:t>End-to-end </a:t>
          </a:r>
          <a:r>
            <a:rPr lang="en-IN" sz="900" b="1" kern="1200" err="1"/>
            <a:t>MLOps</a:t>
          </a:r>
          <a:r>
            <a:rPr lang="en-IN" sz="900" b="1" kern="1200"/>
            <a:t> Process and Framework</a:t>
          </a:r>
          <a:endParaRPr lang="en-IN" sz="900" kern="1200"/>
        </a:p>
      </dsp:txBody>
      <dsp:txXfrm>
        <a:off x="342067" y="1601890"/>
        <a:ext cx="1055621" cy="1055621"/>
      </dsp:txXfrm>
    </dsp:sp>
    <dsp:sp modelId="{B5433A02-7BC0-DA4D-9879-5D1FC0375AED}">
      <dsp:nvSpPr>
        <dsp:cNvPr id="0" name=""/>
        <dsp:cNvSpPr/>
      </dsp:nvSpPr>
      <dsp:spPr>
        <a:xfrm>
          <a:off x="1544783" y="1544783"/>
          <a:ext cx="1169835" cy="11698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b="1" kern="1200"/>
            <a:t>Production-Ready ML Pipeline in Snowflake</a:t>
          </a:r>
          <a:endParaRPr lang="en-IN" sz="900" kern="1200"/>
        </a:p>
      </dsp:txBody>
      <dsp:txXfrm>
        <a:off x="1601890" y="1601890"/>
        <a:ext cx="1055621" cy="1055621"/>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774C3E1-EC5D-3652-4FEB-94578DBDA5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latin typeface="Montserrat" panose="00000500000000000000" pitchFamily="2" charset="0"/>
            </a:endParaRPr>
          </a:p>
        </p:txBody>
      </p:sp>
      <p:sp>
        <p:nvSpPr>
          <p:cNvPr id="3" name="Date Placeholder 2">
            <a:extLst>
              <a:ext uri="{FF2B5EF4-FFF2-40B4-BE49-F238E27FC236}">
                <a16:creationId xmlns:a16="http://schemas.microsoft.com/office/drawing/2014/main" id="{575AC1D6-3929-AC4B-08C8-BBC61E35BF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DFDCE5E-86C0-4B95-8D4E-97167274A9B4}" type="datetimeFigureOut">
              <a:rPr lang="en-IN" smtClean="0">
                <a:latin typeface="Montserrat" panose="00000500000000000000" pitchFamily="2" charset="0"/>
              </a:rPr>
              <a:t>18-07-2025</a:t>
            </a:fld>
            <a:endParaRPr lang="en-IN">
              <a:latin typeface="Montserrat" panose="00000500000000000000" pitchFamily="2" charset="0"/>
            </a:endParaRPr>
          </a:p>
        </p:txBody>
      </p:sp>
      <p:sp>
        <p:nvSpPr>
          <p:cNvPr id="4" name="Footer Placeholder 3">
            <a:extLst>
              <a:ext uri="{FF2B5EF4-FFF2-40B4-BE49-F238E27FC236}">
                <a16:creationId xmlns:a16="http://schemas.microsoft.com/office/drawing/2014/main" id="{AA34671B-52F8-9C63-11A3-B53556BE0B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latin typeface="Montserrat" panose="00000500000000000000" pitchFamily="2" charset="0"/>
            </a:endParaRPr>
          </a:p>
        </p:txBody>
      </p:sp>
      <p:sp>
        <p:nvSpPr>
          <p:cNvPr id="5" name="Slide Number Placeholder 4">
            <a:extLst>
              <a:ext uri="{FF2B5EF4-FFF2-40B4-BE49-F238E27FC236}">
                <a16:creationId xmlns:a16="http://schemas.microsoft.com/office/drawing/2014/main" id="{F35B30A7-476A-6F1D-B242-D02D5EBB54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AC5DE5-F43E-4418-BFA1-FA8AA3B2CE99}" type="slidenum">
              <a:rPr lang="en-IN" smtClean="0">
                <a:latin typeface="Montserrat" panose="00000500000000000000" pitchFamily="2" charset="0"/>
              </a:rPr>
              <a:t>‹#›</a:t>
            </a:fld>
            <a:endParaRPr lang="en-IN">
              <a:latin typeface="Montserrat" panose="00000500000000000000" pitchFamily="2" charset="0"/>
            </a:endParaRPr>
          </a:p>
        </p:txBody>
      </p:sp>
    </p:spTree>
    <p:extLst>
      <p:ext uri="{BB962C8B-B14F-4D97-AF65-F5344CB8AC3E}">
        <p14:creationId xmlns:p14="http://schemas.microsoft.com/office/powerpoint/2010/main" val="88799387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2971800" cy="458788"/>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ID"/>
          </a:p>
        </p:txBody>
      </p:sp>
      <p:sp>
        <p:nvSpPr>
          <p:cNvPr id="3" name="Date Placeholder 2"/>
          <p:cNvSpPr>
            <a:spLocks noGrp="1"/>
          </p:cNvSpPr>
          <p:nvPr>
            <p:ph type="dt" idx="1"/>
          </p:nvPr>
        </p:nvSpPr>
        <p:spPr>
          <a:xfrm>
            <a:off x="3884613" y="3"/>
            <a:ext cx="2971800" cy="458788"/>
          </a:xfrm>
          <a:prstGeom prst="rect">
            <a:avLst/>
          </a:prstGeom>
        </p:spPr>
        <p:txBody>
          <a:bodyPr vert="horz" lIns="91440" tIns="45720" rIns="91440" bIns="45720" rtlCol="0"/>
          <a:lstStyle>
            <a:lvl1pPr algn="r">
              <a:defRPr sz="1200">
                <a:latin typeface="Montserrat" panose="00000500000000000000" pitchFamily="2" charset="0"/>
              </a:defRPr>
            </a:lvl1pPr>
          </a:lstStyle>
          <a:p>
            <a:fld id="{D08939A9-F7F4-4ABA-B53D-5991DD400101}" type="datetimeFigureOut">
              <a:rPr lang="en-ID" smtClean="0"/>
              <a:pPr/>
              <a:t>18/07/2025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87EE7763-7AA7-4511-95D0-0DC176BB7E31}" type="slidenum">
              <a:rPr lang="en-ID" smtClean="0"/>
              <a:pPr/>
              <a:t>‹#›</a:t>
            </a:fld>
            <a:endParaRPr lang="en-ID"/>
          </a:p>
        </p:txBody>
      </p:sp>
    </p:spTree>
    <p:extLst>
      <p:ext uri="{BB962C8B-B14F-4D97-AF65-F5344CB8AC3E}">
        <p14:creationId xmlns:p14="http://schemas.microsoft.com/office/powerpoint/2010/main" val="2274929329"/>
      </p:ext>
    </p:extLst>
  </p:cSld>
  <p:clrMap bg1="lt1" tx1="dk1" bg2="lt2" tx2="dk2" accent1="accent1" accent2="accent2" accent3="accent3" accent4="accent4" accent5="accent5" accent6="accent6" hlink="hlink" folHlink="folHlink"/>
  <p:hf hdr="0" dt="0"/>
  <p:notesStyle>
    <a:lvl1pPr marL="0" algn="l" defTabSz="658399" rtl="0" eaLnBrk="1" latinLnBrk="0" hangingPunct="1">
      <a:defRPr sz="864" kern="1200">
        <a:solidFill>
          <a:schemeClr val="tx1"/>
        </a:solidFill>
        <a:latin typeface="Montserrat" panose="00000500000000000000" pitchFamily="2" charset="0"/>
        <a:ea typeface="+mn-ea"/>
        <a:cs typeface="+mn-cs"/>
      </a:defRPr>
    </a:lvl1pPr>
    <a:lvl2pPr marL="329199" algn="l" defTabSz="658399" rtl="0" eaLnBrk="1" latinLnBrk="0" hangingPunct="1">
      <a:defRPr sz="864" kern="1200">
        <a:solidFill>
          <a:schemeClr val="tx1"/>
        </a:solidFill>
        <a:latin typeface="Montserrat" panose="00000500000000000000" pitchFamily="2" charset="0"/>
        <a:ea typeface="+mn-ea"/>
        <a:cs typeface="+mn-cs"/>
      </a:defRPr>
    </a:lvl2pPr>
    <a:lvl3pPr marL="658399" algn="l" defTabSz="658399" rtl="0" eaLnBrk="1" latinLnBrk="0" hangingPunct="1">
      <a:defRPr sz="864" kern="1200">
        <a:solidFill>
          <a:schemeClr val="tx1"/>
        </a:solidFill>
        <a:latin typeface="Montserrat" panose="00000500000000000000" pitchFamily="2" charset="0"/>
        <a:ea typeface="+mn-ea"/>
        <a:cs typeface="+mn-cs"/>
      </a:defRPr>
    </a:lvl3pPr>
    <a:lvl4pPr marL="987597" algn="l" defTabSz="658399" rtl="0" eaLnBrk="1" latinLnBrk="0" hangingPunct="1">
      <a:defRPr sz="864" kern="1200">
        <a:solidFill>
          <a:schemeClr val="tx1"/>
        </a:solidFill>
        <a:latin typeface="Montserrat" panose="00000500000000000000" pitchFamily="2" charset="0"/>
        <a:ea typeface="+mn-ea"/>
        <a:cs typeface="+mn-cs"/>
      </a:defRPr>
    </a:lvl4pPr>
    <a:lvl5pPr marL="1316797" algn="l" defTabSz="658399" rtl="0" eaLnBrk="1" latinLnBrk="0" hangingPunct="1">
      <a:defRPr sz="864" kern="1200">
        <a:solidFill>
          <a:schemeClr val="tx1"/>
        </a:solidFill>
        <a:latin typeface="Montserrat" panose="00000500000000000000" pitchFamily="2" charset="0"/>
        <a:ea typeface="+mn-ea"/>
        <a:cs typeface="+mn-cs"/>
      </a:defRPr>
    </a:lvl5pPr>
    <a:lvl6pPr marL="1645996" algn="l" defTabSz="658399" rtl="0" eaLnBrk="1" latinLnBrk="0" hangingPunct="1">
      <a:defRPr sz="864" kern="1200">
        <a:solidFill>
          <a:schemeClr val="tx1"/>
        </a:solidFill>
        <a:latin typeface="+mn-lt"/>
        <a:ea typeface="+mn-ea"/>
        <a:cs typeface="+mn-cs"/>
      </a:defRPr>
    </a:lvl6pPr>
    <a:lvl7pPr marL="1975195" algn="l" defTabSz="658399" rtl="0" eaLnBrk="1" latinLnBrk="0" hangingPunct="1">
      <a:defRPr sz="864" kern="1200">
        <a:solidFill>
          <a:schemeClr val="tx1"/>
        </a:solidFill>
        <a:latin typeface="+mn-lt"/>
        <a:ea typeface="+mn-ea"/>
        <a:cs typeface="+mn-cs"/>
      </a:defRPr>
    </a:lvl7pPr>
    <a:lvl8pPr marL="2304395" algn="l" defTabSz="658399" rtl="0" eaLnBrk="1" latinLnBrk="0" hangingPunct="1">
      <a:defRPr sz="864" kern="1200">
        <a:solidFill>
          <a:schemeClr val="tx1"/>
        </a:solidFill>
        <a:latin typeface="+mn-lt"/>
        <a:ea typeface="+mn-ea"/>
        <a:cs typeface="+mn-cs"/>
      </a:defRPr>
    </a:lvl8pPr>
    <a:lvl9pPr marL="2633594" algn="l" defTabSz="658399" rtl="0" eaLnBrk="1" latinLnBrk="0" hangingPunct="1">
      <a:defRPr sz="86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ID"/>
          </a:p>
        </p:txBody>
      </p:sp>
      <p:sp>
        <p:nvSpPr>
          <p:cNvPr id="5" name="Slide Number Placeholder 4"/>
          <p:cNvSpPr>
            <a:spLocks noGrp="1"/>
          </p:cNvSpPr>
          <p:nvPr>
            <p:ph type="sldNum" sz="quarter" idx="5"/>
          </p:nvPr>
        </p:nvSpPr>
        <p:spPr/>
        <p:txBody>
          <a:bodyPr/>
          <a:lstStyle/>
          <a:p>
            <a:fld id="{87EE7763-7AA7-4511-95D0-0DC176BB7E31}" type="slidenum">
              <a:rPr lang="en-ID" smtClean="0"/>
              <a:pPr/>
              <a:t>1</a:t>
            </a:fld>
            <a:endParaRPr lang="en-ID"/>
          </a:p>
        </p:txBody>
      </p:sp>
    </p:spTree>
    <p:extLst>
      <p:ext uri="{BB962C8B-B14F-4D97-AF65-F5344CB8AC3E}">
        <p14:creationId xmlns:p14="http://schemas.microsoft.com/office/powerpoint/2010/main" val="373372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ID"/>
          </a:p>
        </p:txBody>
      </p:sp>
      <p:sp>
        <p:nvSpPr>
          <p:cNvPr id="5" name="Slide Number Placeholder 4"/>
          <p:cNvSpPr>
            <a:spLocks noGrp="1"/>
          </p:cNvSpPr>
          <p:nvPr>
            <p:ph type="sldNum" sz="quarter" idx="5"/>
          </p:nvPr>
        </p:nvSpPr>
        <p:spPr/>
        <p:txBody>
          <a:bodyPr/>
          <a:lstStyle/>
          <a:p>
            <a:fld id="{87EE7763-7AA7-4511-95D0-0DC176BB7E31}" type="slidenum">
              <a:rPr lang="en-ID" smtClean="0"/>
              <a:pPr/>
              <a:t>2</a:t>
            </a:fld>
            <a:endParaRPr lang="en-ID"/>
          </a:p>
        </p:txBody>
      </p:sp>
    </p:spTree>
    <p:extLst>
      <p:ext uri="{BB962C8B-B14F-4D97-AF65-F5344CB8AC3E}">
        <p14:creationId xmlns:p14="http://schemas.microsoft.com/office/powerpoint/2010/main" val="2384781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ID"/>
          </a:p>
        </p:txBody>
      </p:sp>
      <p:sp>
        <p:nvSpPr>
          <p:cNvPr id="5" name="Slide Number Placeholder 4"/>
          <p:cNvSpPr>
            <a:spLocks noGrp="1"/>
          </p:cNvSpPr>
          <p:nvPr>
            <p:ph type="sldNum" sz="quarter" idx="5"/>
          </p:nvPr>
        </p:nvSpPr>
        <p:spPr/>
        <p:txBody>
          <a:bodyPr/>
          <a:lstStyle/>
          <a:p>
            <a:fld id="{87EE7763-7AA7-4511-95D0-0DC176BB7E31}" type="slidenum">
              <a:rPr lang="en-ID" smtClean="0"/>
              <a:pPr/>
              <a:t>3</a:t>
            </a:fld>
            <a:endParaRPr lang="en-ID"/>
          </a:p>
        </p:txBody>
      </p:sp>
    </p:spTree>
    <p:extLst>
      <p:ext uri="{BB962C8B-B14F-4D97-AF65-F5344CB8AC3E}">
        <p14:creationId xmlns:p14="http://schemas.microsoft.com/office/powerpoint/2010/main" val="1391625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endParaRPr lang="en-ID"/>
          </a:p>
        </p:txBody>
      </p:sp>
      <p:sp>
        <p:nvSpPr>
          <p:cNvPr id="5" name="Slide Number Placeholder 4"/>
          <p:cNvSpPr>
            <a:spLocks noGrp="1"/>
          </p:cNvSpPr>
          <p:nvPr>
            <p:ph type="sldNum" sz="quarter" idx="5"/>
          </p:nvPr>
        </p:nvSpPr>
        <p:spPr/>
        <p:txBody>
          <a:bodyPr/>
          <a:lstStyle/>
          <a:p>
            <a:fld id="{87EE7763-7AA7-4511-95D0-0DC176BB7E31}" type="slidenum">
              <a:rPr lang="en-ID" smtClean="0"/>
              <a:pPr/>
              <a:t>6</a:t>
            </a:fld>
            <a:endParaRPr lang="en-ID"/>
          </a:p>
        </p:txBody>
      </p:sp>
    </p:spTree>
    <p:extLst>
      <p:ext uri="{BB962C8B-B14F-4D97-AF65-F5344CB8AC3E}">
        <p14:creationId xmlns:p14="http://schemas.microsoft.com/office/powerpoint/2010/main" val="1108978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ID"/>
          </a:p>
        </p:txBody>
      </p:sp>
      <p:sp>
        <p:nvSpPr>
          <p:cNvPr id="5" name="Slide Number Placeholder 4"/>
          <p:cNvSpPr>
            <a:spLocks noGrp="1"/>
          </p:cNvSpPr>
          <p:nvPr>
            <p:ph type="sldNum" sz="quarter" idx="5"/>
          </p:nvPr>
        </p:nvSpPr>
        <p:spPr/>
        <p:txBody>
          <a:bodyPr/>
          <a:lstStyle/>
          <a:p>
            <a:fld id="{87EE7763-7AA7-4511-95D0-0DC176BB7E31}" type="slidenum">
              <a:rPr lang="en-ID" smtClean="0"/>
              <a:pPr/>
              <a:t>14</a:t>
            </a:fld>
            <a:endParaRPr lang="en-ID"/>
          </a:p>
        </p:txBody>
      </p:sp>
    </p:spTree>
    <p:extLst>
      <p:ext uri="{BB962C8B-B14F-4D97-AF65-F5344CB8AC3E}">
        <p14:creationId xmlns:p14="http://schemas.microsoft.com/office/powerpoint/2010/main" val="552781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225C9-4739-9F87-A5A2-019984E5E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1A104-D883-1B16-E880-9C8B34D1D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2F494-57CA-793A-49E1-12C581AD1280}"/>
              </a:ext>
            </a:extLst>
          </p:cNvPr>
          <p:cNvSpPr>
            <a:spLocks noGrp="1"/>
          </p:cNvSpPr>
          <p:nvPr>
            <p:ph type="body" idx="1"/>
          </p:nvPr>
        </p:nvSpPr>
        <p:spPr/>
        <p:txBody>
          <a:bodyPr/>
          <a:lstStyle/>
          <a:p>
            <a:r>
              <a:rPr lang="en-US"/>
              <a:t>Customer Account Name</a:t>
            </a:r>
          </a:p>
        </p:txBody>
      </p:sp>
      <p:sp>
        <p:nvSpPr>
          <p:cNvPr id="4" name="Slide Number Placeholder 3">
            <a:extLst>
              <a:ext uri="{FF2B5EF4-FFF2-40B4-BE49-F238E27FC236}">
                <a16:creationId xmlns:a16="http://schemas.microsoft.com/office/drawing/2014/main" id="{8A50FBBA-F788-9C50-F4CF-A068FCFC02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442934-56F4-438C-AC8A-0D7FF5C342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1181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3.jpeg"/><Relationship Id="rId5" Type="http://schemas.openxmlformats.org/officeDocument/2006/relationships/image" Target="../media/image12.sv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27.svg"/><Relationship Id="rId4"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5.svg"/><Relationship Id="rId2" Type="http://schemas.openxmlformats.org/officeDocument/2006/relationships/image" Target="../media/image41.png"/><Relationship Id="rId1" Type="http://schemas.openxmlformats.org/officeDocument/2006/relationships/slideMaster" Target="../slideMasters/slideMaster1.xml"/><Relationship Id="rId6" Type="http://schemas.openxmlformats.org/officeDocument/2006/relationships/image" Target="../media/image33.png"/><Relationship Id="rId5" Type="http://schemas.openxmlformats.org/officeDocument/2006/relationships/image" Target="../media/image44.svg"/><Relationship Id="rId4"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27.svg"/><Relationship Id="rId2" Type="http://schemas.openxmlformats.org/officeDocument/2006/relationships/image" Target="../media/image46.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49.svg"/><Relationship Id="rId4" Type="http://schemas.openxmlformats.org/officeDocument/2006/relationships/image" Target="../media/image4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png"/><Relationship Id="rId1" Type="http://schemas.openxmlformats.org/officeDocument/2006/relationships/slideMaster" Target="../slideMasters/slideMaster1.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61.svg"/><Relationship Id="rId4" Type="http://schemas.openxmlformats.org/officeDocument/2006/relationships/image" Target="../media/image60.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2.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2.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64.sv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66.svg"/><Relationship Id="rId4" Type="http://schemas.openxmlformats.org/officeDocument/2006/relationships/image" Target="../media/image1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66.svg"/><Relationship Id="rId4" Type="http://schemas.openxmlformats.org/officeDocument/2006/relationships/image" Target="../media/image1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71.svg"/><Relationship Id="rId4"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66.svg"/><Relationship Id="rId4"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Master" Target="../slideMasters/slideMaster1.xml"/><Relationship Id="rId4" Type="http://schemas.openxmlformats.org/officeDocument/2006/relationships/image" Target="../media/image72.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33.png"/><Relationship Id="rId1" Type="http://schemas.openxmlformats.org/officeDocument/2006/relationships/slideMaster" Target="../slideMasters/slideMaster1.xml"/><Relationship Id="rId4" Type="http://schemas.openxmlformats.org/officeDocument/2006/relationships/image" Target="../media/image79.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9.png"/><Relationship Id="rId1" Type="http://schemas.openxmlformats.org/officeDocument/2006/relationships/slideMaster" Target="../slideMasters/slideMaster1.xml"/><Relationship Id="rId4" Type="http://schemas.openxmlformats.org/officeDocument/2006/relationships/image" Target="../media/image73.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5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4.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64.svg"/><Relationship Id="rId4"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5.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5.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27.svg"/><Relationship Id="rId4" Type="http://schemas.openxmlformats.org/officeDocument/2006/relationships/image" Target="../media/image1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 Id="rId4" Type="http://schemas.openxmlformats.org/officeDocument/2006/relationships/image" Target="../media/image79.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9.png"/><Relationship Id="rId1" Type="http://schemas.openxmlformats.org/officeDocument/2006/relationships/slideMaster" Target="../slideMasters/slideMaster1.xml"/><Relationship Id="rId4" Type="http://schemas.openxmlformats.org/officeDocument/2006/relationships/image" Target="../media/image32.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jpeg"/><Relationship Id="rId1" Type="http://schemas.openxmlformats.org/officeDocument/2006/relationships/slideMaster" Target="../slideMasters/slideMaster2.xml"/><Relationship Id="rId4" Type="http://schemas.openxmlformats.org/officeDocument/2006/relationships/image" Target="../media/image95.emf"/></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6.jpeg"/><Relationship Id="rId1" Type="http://schemas.openxmlformats.org/officeDocument/2006/relationships/slideMaster" Target="../slideMasters/slideMaster2.xml"/><Relationship Id="rId4" Type="http://schemas.openxmlformats.org/officeDocument/2006/relationships/image" Target="../media/image97.sv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6.jpeg"/><Relationship Id="rId1" Type="http://schemas.openxmlformats.org/officeDocument/2006/relationships/slideMaster" Target="../slideMasters/slideMaster2.xml"/><Relationship Id="rId4" Type="http://schemas.openxmlformats.org/officeDocument/2006/relationships/image" Target="../media/image97.sv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99.svg"/><Relationship Id="rId7" Type="http://schemas.openxmlformats.org/officeDocument/2006/relationships/image" Target="../media/image90.svg"/><Relationship Id="rId2" Type="http://schemas.openxmlformats.org/officeDocument/2006/relationships/image" Target="../media/image98.png"/><Relationship Id="rId1" Type="http://schemas.openxmlformats.org/officeDocument/2006/relationships/slideMaster" Target="../slideMasters/slideMaster2.xml"/><Relationship Id="rId6" Type="http://schemas.openxmlformats.org/officeDocument/2006/relationships/image" Target="../media/image89.png"/><Relationship Id="rId5" Type="http://schemas.openxmlformats.org/officeDocument/2006/relationships/image" Target="../media/image101.png"/><Relationship Id="rId4" Type="http://schemas.openxmlformats.org/officeDocument/2006/relationships/image" Target="../media/image100.jpe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99.sv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Master" Target="../slideMasters/slideMaster2.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02.jpe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Master" Target="../slideMasters/slideMaster2.xml"/><Relationship Id="rId4" Type="http://schemas.openxmlformats.org/officeDocument/2006/relationships/image" Target="../media/image106.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Master" Target="../slideMasters/slideMaster2.xml"/><Relationship Id="rId4" Type="http://schemas.openxmlformats.org/officeDocument/2006/relationships/image" Target="../media/image106.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Master" Target="../slideMasters/slideMaster2.xml"/><Relationship Id="rId4" Type="http://schemas.openxmlformats.org/officeDocument/2006/relationships/image" Target="../media/image107.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png"/><Relationship Id="rId1" Type="http://schemas.openxmlformats.org/officeDocument/2006/relationships/slideMaster" Target="../slideMasters/slideMaster2.xml"/><Relationship Id="rId4" Type="http://schemas.openxmlformats.org/officeDocument/2006/relationships/image" Target="../media/image108.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jpeg"/><Relationship Id="rId1" Type="http://schemas.openxmlformats.org/officeDocument/2006/relationships/slideMaster" Target="../slideMasters/slideMaster2.xml"/><Relationship Id="rId5" Type="http://schemas.openxmlformats.org/officeDocument/2006/relationships/image" Target="../media/image105.svg"/><Relationship Id="rId4" Type="http://schemas.openxmlformats.org/officeDocument/2006/relationships/image" Target="../media/image104.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jpeg"/><Relationship Id="rId1" Type="http://schemas.openxmlformats.org/officeDocument/2006/relationships/slideMaster" Target="../slideMasters/slideMaster2.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1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image" Target="../media/image114.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16.svg"/><Relationship Id="rId2" Type="http://schemas.openxmlformats.org/officeDocument/2006/relationships/image" Target="../media/image89.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81.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6" Type="http://schemas.openxmlformats.org/officeDocument/2006/relationships/image" Target="../media/image120.svg"/><Relationship Id="rId5" Type="http://schemas.openxmlformats.org/officeDocument/2006/relationships/image" Target="../media/image119.png"/><Relationship Id="rId4" Type="http://schemas.openxmlformats.org/officeDocument/2006/relationships/image" Target="../media/image118.emf"/></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6.sv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9.sv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9.sv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12.svg"/><Relationship Id="rId4"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 Id="rId5" Type="http://schemas.openxmlformats.org/officeDocument/2006/relationships/image" Target="../media/image23.svg"/><Relationship Id="rId4" Type="http://schemas.openxmlformats.org/officeDocument/2006/relationships/image" Target="../media/image1.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1.png"/><Relationship Id="rId1" Type="http://schemas.openxmlformats.org/officeDocument/2006/relationships/slideMaster" Target="../slideMasters/slideMaster3.xml"/><Relationship Id="rId5" Type="http://schemas.openxmlformats.org/officeDocument/2006/relationships/image" Target="../media/image23.svg"/><Relationship Id="rId4"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 Id="rId5" Type="http://schemas.openxmlformats.org/officeDocument/2006/relationships/image" Target="../media/image27.svg"/><Relationship Id="rId4" Type="http://schemas.openxmlformats.org/officeDocument/2006/relationships/image" Target="../media/image16.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Master" Target="../slideMasters/slideMaster3.xml"/><Relationship Id="rId4" Type="http://schemas.openxmlformats.org/officeDocument/2006/relationships/image" Target="../media/image30.sv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3.xml"/><Relationship Id="rId4" Type="http://schemas.openxmlformats.org/officeDocument/2006/relationships/image" Target="../media/image79.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9.png"/><Relationship Id="rId1" Type="http://schemas.openxmlformats.org/officeDocument/2006/relationships/slideMaster" Target="../slideMasters/slideMaster3.xml"/><Relationship Id="rId4" Type="http://schemas.openxmlformats.org/officeDocument/2006/relationships/image" Target="../media/image32.sv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23.svg"/><Relationship Id="rId2" Type="http://schemas.openxmlformats.org/officeDocument/2006/relationships/image" Target="../media/image56.png"/><Relationship Id="rId1" Type="http://schemas.openxmlformats.org/officeDocument/2006/relationships/slideMaster" Target="../slideMasters/slideMaster3.xml"/><Relationship Id="rId4" Type="http://schemas.openxmlformats.org/officeDocument/2006/relationships/image" Target="../media/image12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5" name="Freeform 4">
            <a:extLst>
              <a:ext uri="{FF2B5EF4-FFF2-40B4-BE49-F238E27FC236}">
                <a16:creationId xmlns:a16="http://schemas.microsoft.com/office/drawing/2014/main" id="{9824B4D0-3F04-527C-43B1-68125C8FEC97}"/>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rgbClr val="F4F3F0"/>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7" name="Graphic 6">
            <a:extLst>
              <a:ext uri="{FF2B5EF4-FFF2-40B4-BE49-F238E27FC236}">
                <a16:creationId xmlns:a16="http://schemas.microsoft.com/office/drawing/2014/main" id="{F4813871-4B64-2E2B-1726-57D9E85038EB}"/>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pic>
        <p:nvPicPr>
          <p:cNvPr id="20" name="Graphic 19">
            <a:extLst>
              <a:ext uri="{FF2B5EF4-FFF2-40B4-BE49-F238E27FC236}">
                <a16:creationId xmlns:a16="http://schemas.microsoft.com/office/drawing/2014/main" id="{ADDC5D70-8B52-7642-4FF8-A49BF00C7F0C}"/>
              </a:ext>
            </a:extLst>
          </p:cNvPr>
          <p:cNvPicPr>
            <a:picLocks noChangeAspect="1"/>
          </p:cNvPicPr>
          <p:nvPr userDrawn="1"/>
        </p:nvPicPr>
        <p:blipFill>
          <a:blip r:embed="rId3">
            <a:extLst>
              <a:ext uri="{96DAC541-7B7A-43D3-8B79-37D633B846F1}">
                <asvg:svgBlip xmlns:asvg="http://schemas.microsoft.com/office/drawing/2016/SVG/main" r:embed="rId5"/>
              </a:ext>
            </a:extLst>
          </a:blip>
          <a:srcRect t="27759" r="85778" b="22482"/>
          <a:stretch>
            <a:fillRect/>
          </a:stretch>
        </p:blipFill>
        <p:spPr>
          <a:xfrm>
            <a:off x="-1713139" y="1875410"/>
            <a:ext cx="1116713" cy="3475849"/>
          </a:xfrm>
          <a:custGeom>
            <a:avLst/>
            <a:gdLst>
              <a:gd name="connsiteX0" fmla="*/ 0 w 1116568"/>
              <a:gd name="connsiteY0" fmla="*/ 0 h 3475849"/>
              <a:gd name="connsiteX1" fmla="*/ 1116568 w 1116568"/>
              <a:gd name="connsiteY1" fmla="*/ 0 h 3475849"/>
              <a:gd name="connsiteX2" fmla="*/ 1116568 w 1116568"/>
              <a:gd name="connsiteY2" fmla="*/ 3475849 h 3475849"/>
              <a:gd name="connsiteX3" fmla="*/ 0 w 1116568"/>
              <a:gd name="connsiteY3" fmla="*/ 3475849 h 3475849"/>
              <a:gd name="connsiteX4" fmla="*/ 0 w 1116568"/>
              <a:gd name="connsiteY4" fmla="*/ 0 h 3475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68" h="3475849">
                <a:moveTo>
                  <a:pt x="0" y="0"/>
                </a:moveTo>
                <a:lnTo>
                  <a:pt x="1116568" y="0"/>
                </a:lnTo>
                <a:lnTo>
                  <a:pt x="1116568" y="3475849"/>
                </a:lnTo>
                <a:lnTo>
                  <a:pt x="0" y="3475849"/>
                </a:lnTo>
                <a:lnTo>
                  <a:pt x="0" y="0"/>
                </a:lnTo>
                <a:close/>
              </a:path>
            </a:pathLst>
          </a:custGeom>
        </p:spPr>
      </p:pic>
      <p:sp>
        <p:nvSpPr>
          <p:cNvPr id="13" name="Rectangle 12">
            <a:extLst>
              <a:ext uri="{FF2B5EF4-FFF2-40B4-BE49-F238E27FC236}">
                <a16:creationId xmlns:a16="http://schemas.microsoft.com/office/drawing/2014/main" id="{945A8390-3C53-AD0A-5BF0-0037A2F28F61}"/>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bg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AF0CC83D-63AE-2502-5128-2F717942A24C}"/>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1"/>
                </a:solidFill>
                <a:latin typeface="+mj-lt"/>
              </a:defRPr>
            </a:lvl1pPr>
          </a:lstStyle>
          <a:p>
            <a:r>
              <a:rPr lang="en-US"/>
              <a:t>Click to </a:t>
            </a:r>
            <a:br>
              <a:rPr lang="en-US"/>
            </a:br>
            <a:r>
              <a:rPr lang="en-US"/>
              <a:t>Add Title</a:t>
            </a:r>
          </a:p>
        </p:txBody>
      </p:sp>
      <p:sp>
        <p:nvSpPr>
          <p:cNvPr id="10" name="Text Placeholder 26">
            <a:extLst>
              <a:ext uri="{FF2B5EF4-FFF2-40B4-BE49-F238E27FC236}">
                <a16:creationId xmlns:a16="http://schemas.microsoft.com/office/drawing/2014/main" id="{1FFE1526-E410-439E-E218-F6B43F9975C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1"/>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14" name="Picture Placeholder 1">
            <a:extLst>
              <a:ext uri="{FF2B5EF4-FFF2-40B4-BE49-F238E27FC236}">
                <a16:creationId xmlns:a16="http://schemas.microsoft.com/office/drawing/2014/main" id="{F8A4B0EB-F0B3-9B89-8AE7-CC98DCEE6AD4}"/>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tx1">
              <a:alpha val="50000"/>
            </a:schemeClr>
          </a:solidFill>
        </p:spPr>
        <p:txBody>
          <a:bodyPr wrap="square" tIns="182880" rIns="274320">
            <a:noAutofit/>
          </a:bodyPr>
          <a:lstStyle>
            <a:lvl1pPr marL="0" indent="0" algn="r">
              <a:buNone/>
              <a:defRPr>
                <a:solidFill>
                  <a:schemeClr val="accent1"/>
                </a:solidFill>
              </a:defRPr>
            </a:lvl1pPr>
          </a:lstStyle>
          <a:p>
            <a:r>
              <a:rPr lang="en-US"/>
              <a:t>Click Icon to Change Image</a:t>
            </a:r>
          </a:p>
        </p:txBody>
      </p:sp>
    </p:spTree>
    <p:extLst>
      <p:ext uri="{BB962C8B-B14F-4D97-AF65-F5344CB8AC3E}">
        <p14:creationId xmlns:p14="http://schemas.microsoft.com/office/powerpoint/2010/main" val="38014971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4F0ECEDF-D9DE-7592-0B71-357D70E3A878}"/>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1"/>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2DF8C957-9870-23A2-6547-7A2EF8BBBD34}"/>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10" name="Rectangle 9">
            <a:extLst>
              <a:ext uri="{FF2B5EF4-FFF2-40B4-BE49-F238E27FC236}">
                <a16:creationId xmlns:a16="http://schemas.microsoft.com/office/drawing/2014/main" id="{00E27D6B-61FE-5F68-1547-0B40A6BC1C37}"/>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13" name="Title 5">
            <a:extLst>
              <a:ext uri="{FF2B5EF4-FFF2-40B4-BE49-F238E27FC236}">
                <a16:creationId xmlns:a16="http://schemas.microsoft.com/office/drawing/2014/main" id="{942BD3F2-20FE-A752-BB0F-C3D3EE77ABCE}"/>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4" name="Text Placeholder 26">
            <a:extLst>
              <a:ext uri="{FF2B5EF4-FFF2-40B4-BE49-F238E27FC236}">
                <a16:creationId xmlns:a16="http://schemas.microsoft.com/office/drawing/2014/main" id="{393A01BC-161A-DC05-237F-91FE8D6F1B2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6" name="Picture Placeholder 1">
            <a:extLst>
              <a:ext uri="{FF2B5EF4-FFF2-40B4-BE49-F238E27FC236}">
                <a16:creationId xmlns:a16="http://schemas.microsoft.com/office/drawing/2014/main" id="{A40F679D-95A9-C697-E711-F2455CB627A1}"/>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1">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16018028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CAC9F694-333A-C16E-CF57-6D7A716C8CB3}"/>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4"/>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94DC2324-9991-A207-6E60-CF2B3506C527}"/>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20" name="Rectangle 19">
            <a:extLst>
              <a:ext uri="{FF2B5EF4-FFF2-40B4-BE49-F238E27FC236}">
                <a16:creationId xmlns:a16="http://schemas.microsoft.com/office/drawing/2014/main" id="{76800973-7376-3714-5B15-81DFB3BB791D}"/>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89E49884-BEA7-81F4-EF24-446EB02A8C66}"/>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1" name="Text Placeholder 26">
            <a:extLst>
              <a:ext uri="{FF2B5EF4-FFF2-40B4-BE49-F238E27FC236}">
                <a16:creationId xmlns:a16="http://schemas.microsoft.com/office/drawing/2014/main" id="{9DC3F139-E3F5-F8D8-514D-D7634CA97525}"/>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2" name="Picture Placeholder 1">
            <a:extLst>
              <a:ext uri="{FF2B5EF4-FFF2-40B4-BE49-F238E27FC236}">
                <a16:creationId xmlns:a16="http://schemas.microsoft.com/office/drawing/2014/main" id="{FADA5E31-D0C1-D5C6-9294-ECAE05D04CD0}"/>
              </a:ext>
            </a:extLst>
          </p:cNvPr>
          <p:cNvSpPr>
            <a:spLocks noGrp="1"/>
          </p:cNvSpPr>
          <p:nvPr>
            <p:ph type="pic" sz="quarter" idx="11" hasCustomPrompt="1"/>
          </p:nvPr>
        </p:nvSpPr>
        <p:spPr>
          <a:xfrm>
            <a:off x="2409654" y="-2871"/>
            <a:ext cx="9783934" cy="685799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4">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35350871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3_Blank Layout">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pic>
        <p:nvPicPr>
          <p:cNvPr id="3" name="Picture 2" descr="A blue and white logo&#10;&#10;AI-generated content may be incorrect.">
            <a:extLst>
              <a:ext uri="{FF2B5EF4-FFF2-40B4-BE49-F238E27FC236}">
                <a16:creationId xmlns:a16="http://schemas.microsoft.com/office/drawing/2014/main" id="{E10E4384-C1DF-C12B-C5AA-33B34E155E6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06261" y="6483981"/>
            <a:ext cx="672206" cy="226905"/>
          </a:xfrm>
          <a:prstGeom prst="rect">
            <a:avLst/>
          </a:prstGeom>
        </p:spPr>
      </p:pic>
    </p:spTree>
    <p:extLst>
      <p:ext uri="{BB962C8B-B14F-4D97-AF65-F5344CB8AC3E}">
        <p14:creationId xmlns:p14="http://schemas.microsoft.com/office/powerpoint/2010/main" val="19719246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7_Blank Layout">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3D3C8C8-FECB-72DE-F578-BCF57C71F9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pic>
        <p:nvPicPr>
          <p:cNvPr id="6" name="Graphic 5">
            <a:extLst>
              <a:ext uri="{FF2B5EF4-FFF2-40B4-BE49-F238E27FC236}">
                <a16:creationId xmlns:a16="http://schemas.microsoft.com/office/drawing/2014/main" id="{4977049C-1A0C-EB44-9043-F0D0A48A9A9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7" name="Title 16">
            <a:extLst>
              <a:ext uri="{FF2B5EF4-FFF2-40B4-BE49-F238E27FC236}">
                <a16:creationId xmlns:a16="http://schemas.microsoft.com/office/drawing/2014/main" id="{9454C451-BC89-F5C8-9E09-0B8A282A2169}"/>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
        <p:nvSpPr>
          <p:cNvPr id="12" name="Slide Number Placeholder 13">
            <a:extLst>
              <a:ext uri="{FF2B5EF4-FFF2-40B4-BE49-F238E27FC236}">
                <a16:creationId xmlns:a16="http://schemas.microsoft.com/office/drawing/2014/main" id="{2E13FECC-BBAB-48EC-C0CD-5955A555E8E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13" name="TextBox 12">
            <a:extLst>
              <a:ext uri="{FF2B5EF4-FFF2-40B4-BE49-F238E27FC236}">
                <a16:creationId xmlns:a16="http://schemas.microsoft.com/office/drawing/2014/main" id="{21DC6328-B0EB-05CF-AE19-7852F17088C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14" name="Text Placeholder 26">
            <a:extLst>
              <a:ext uri="{FF2B5EF4-FFF2-40B4-BE49-F238E27FC236}">
                <a16:creationId xmlns:a16="http://schemas.microsoft.com/office/drawing/2014/main" id="{3717CAA2-F6E9-2944-FEF0-0AC5B78B52BB}"/>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5" name="Text Placeholder 26">
            <a:extLst>
              <a:ext uri="{FF2B5EF4-FFF2-40B4-BE49-F238E27FC236}">
                <a16:creationId xmlns:a16="http://schemas.microsoft.com/office/drawing/2014/main" id="{4B192409-E23E-38D9-7FF6-48CA9303DAD8}"/>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6" name="Text Placeholder 26">
            <a:extLst>
              <a:ext uri="{FF2B5EF4-FFF2-40B4-BE49-F238E27FC236}">
                <a16:creationId xmlns:a16="http://schemas.microsoft.com/office/drawing/2014/main" id="{35E92378-0A35-30F2-F088-98E510A9ABD4}"/>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7" name="Text Placeholder 26">
            <a:extLst>
              <a:ext uri="{FF2B5EF4-FFF2-40B4-BE49-F238E27FC236}">
                <a16:creationId xmlns:a16="http://schemas.microsoft.com/office/drawing/2014/main" id="{024AE8F5-DCAA-5558-5BB8-C9AB1D2638CD}"/>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01BA461-B168-1D28-B367-AFDF78BD56D1}"/>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28" name="Text Placeholder 26">
            <a:extLst>
              <a:ext uri="{FF2B5EF4-FFF2-40B4-BE49-F238E27FC236}">
                <a16:creationId xmlns:a16="http://schemas.microsoft.com/office/drawing/2014/main" id="{981D0613-DDB6-55E2-7F29-377A323B1B71}"/>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29" name="Text Placeholder 26">
            <a:extLst>
              <a:ext uri="{FF2B5EF4-FFF2-40B4-BE49-F238E27FC236}">
                <a16:creationId xmlns:a16="http://schemas.microsoft.com/office/drawing/2014/main" id="{6A52C8DF-3903-4D37-1043-B46F2171C78B}"/>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0" name="Text Placeholder 26">
            <a:extLst>
              <a:ext uri="{FF2B5EF4-FFF2-40B4-BE49-F238E27FC236}">
                <a16:creationId xmlns:a16="http://schemas.microsoft.com/office/drawing/2014/main" id="{D96C6EA5-BD3A-40B9-E370-25C066EAB07B}"/>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748677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5_Blank Layout">
    <p:bg>
      <p:bgPr>
        <a:solidFill>
          <a:schemeClr val="accent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5860EC-EBD5-1284-5AD1-779762250C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37" name="Title 16">
            <a:extLst>
              <a:ext uri="{FF2B5EF4-FFF2-40B4-BE49-F238E27FC236}">
                <a16:creationId xmlns:a16="http://schemas.microsoft.com/office/drawing/2014/main" id="{9E3AD48C-57BF-0EF6-D32F-A560B6D73FEA}"/>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pic>
        <p:nvPicPr>
          <p:cNvPr id="9" name="Graphic 8">
            <a:extLst>
              <a:ext uri="{FF2B5EF4-FFF2-40B4-BE49-F238E27FC236}">
                <a16:creationId xmlns:a16="http://schemas.microsoft.com/office/drawing/2014/main" id="{AF7118C1-7699-267F-B078-51E1BB4BEDD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 name="Slide Number Placeholder 13">
            <a:extLst>
              <a:ext uri="{FF2B5EF4-FFF2-40B4-BE49-F238E27FC236}">
                <a16:creationId xmlns:a16="http://schemas.microsoft.com/office/drawing/2014/main" id="{5B0C2EDA-8A2B-FFDF-090C-18B85505521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5" name="TextBox 4">
            <a:extLst>
              <a:ext uri="{FF2B5EF4-FFF2-40B4-BE49-F238E27FC236}">
                <a16:creationId xmlns:a16="http://schemas.microsoft.com/office/drawing/2014/main" id="{53892686-74AE-215C-78FD-D667A2DDF25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6" name="Text Placeholder 26">
            <a:extLst>
              <a:ext uri="{FF2B5EF4-FFF2-40B4-BE49-F238E27FC236}">
                <a16:creationId xmlns:a16="http://schemas.microsoft.com/office/drawing/2014/main" id="{E1319FC9-9B94-7A4C-A90C-4901B76F360E}"/>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7" name="Text Placeholder 26">
            <a:extLst>
              <a:ext uri="{FF2B5EF4-FFF2-40B4-BE49-F238E27FC236}">
                <a16:creationId xmlns:a16="http://schemas.microsoft.com/office/drawing/2014/main" id="{36990E72-146E-061F-DECA-E864D245F3D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8" name="Text Placeholder 26">
            <a:extLst>
              <a:ext uri="{FF2B5EF4-FFF2-40B4-BE49-F238E27FC236}">
                <a16:creationId xmlns:a16="http://schemas.microsoft.com/office/drawing/2014/main" id="{33EB482E-038E-4A46-5F2E-5AFD8821A756}"/>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0" name="Text Placeholder 26">
            <a:extLst>
              <a:ext uri="{FF2B5EF4-FFF2-40B4-BE49-F238E27FC236}">
                <a16:creationId xmlns:a16="http://schemas.microsoft.com/office/drawing/2014/main" id="{E8B7BE48-D402-FA6D-B9C7-85F6AA7CC37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1" name="Text Placeholder 26">
            <a:extLst>
              <a:ext uri="{FF2B5EF4-FFF2-40B4-BE49-F238E27FC236}">
                <a16:creationId xmlns:a16="http://schemas.microsoft.com/office/drawing/2014/main" id="{772E9D82-C44F-F1EA-8EDD-F9535228AB44}"/>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12" name="Text Placeholder 26">
            <a:extLst>
              <a:ext uri="{FF2B5EF4-FFF2-40B4-BE49-F238E27FC236}">
                <a16:creationId xmlns:a16="http://schemas.microsoft.com/office/drawing/2014/main" id="{D7CB2A0E-1176-0C27-A8D9-3CBFF25740A4}"/>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13" name="Text Placeholder 26">
            <a:extLst>
              <a:ext uri="{FF2B5EF4-FFF2-40B4-BE49-F238E27FC236}">
                <a16:creationId xmlns:a16="http://schemas.microsoft.com/office/drawing/2014/main" id="{5A007A47-92DC-2854-A61A-9CB5A57BB166}"/>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14" name="Text Placeholder 26">
            <a:extLst>
              <a:ext uri="{FF2B5EF4-FFF2-40B4-BE49-F238E27FC236}">
                <a16:creationId xmlns:a16="http://schemas.microsoft.com/office/drawing/2014/main" id="{ABE79067-AFC0-01F6-700C-E96DCAECD4DD}"/>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1298873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0_Blank Layout">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50F09B-A494-5D08-27B1-32290FA0966D}"/>
              </a:ext>
            </a:extLst>
          </p:cNvPr>
          <p:cNvPicPr>
            <a:picLocks noChangeAspect="1"/>
          </p:cNvPicPr>
          <p:nvPr userDrawn="1"/>
        </p:nvPicPr>
        <p:blipFill>
          <a:blip r:embed="rId2"/>
          <a:stretch>
            <a:fillRect/>
          </a:stretch>
        </p:blipFill>
        <p:spPr>
          <a:xfrm>
            <a:off x="127195" y="168672"/>
            <a:ext cx="6092659" cy="6520656"/>
          </a:xfrm>
          <a:prstGeom prst="rect">
            <a:avLst/>
          </a:prstGeom>
        </p:spPr>
      </p:pic>
      <p:sp>
        <p:nvSpPr>
          <p:cNvPr id="15" name="Picture Placeholder 6">
            <a:extLst>
              <a:ext uri="{FF2B5EF4-FFF2-40B4-BE49-F238E27FC236}">
                <a16:creationId xmlns:a16="http://schemas.microsoft.com/office/drawing/2014/main" id="{33978187-75CD-0F5C-BE91-98349E736F23}"/>
              </a:ext>
            </a:extLst>
          </p:cNvPr>
          <p:cNvSpPr>
            <a:spLocks noGrp="1"/>
          </p:cNvSpPr>
          <p:nvPr>
            <p:ph type="pic" idx="1" hasCustomPrompt="1"/>
          </p:nvPr>
        </p:nvSpPr>
        <p:spPr>
          <a:xfrm>
            <a:off x="127194" y="168672"/>
            <a:ext cx="6092660" cy="6520656"/>
          </a:xfrm>
          <a:solidFill>
            <a:srgbClr val="F4F3F0">
              <a:alpha val="68000"/>
            </a:srgbClr>
          </a:solidFill>
        </p:spPr>
        <p:txBody>
          <a:bodyPr lIns="91440" tIns="182880"/>
          <a:lstStyle>
            <a:lvl1pPr marL="0" indent="0">
              <a:buNone/>
              <a:defRPr>
                <a:solidFill>
                  <a:srgbClr val="003059"/>
                </a:solidFill>
                <a:latin typeface="Montserrat" panose="000005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8" name="Freeform 7">
            <a:extLst>
              <a:ext uri="{FF2B5EF4-FFF2-40B4-BE49-F238E27FC236}">
                <a16:creationId xmlns:a16="http://schemas.microsoft.com/office/drawing/2014/main" id="{1E03995F-B8EA-233A-3299-941489AC32DC}"/>
              </a:ext>
            </a:extLst>
          </p:cNvPr>
          <p:cNvSpPr>
            <a:spLocks/>
          </p:cNvSpPr>
          <p:nvPr userDrawn="1"/>
        </p:nvSpPr>
        <p:spPr>
          <a:xfrm rot="10800000">
            <a:off x="7726147" y="7124"/>
            <a:ext cx="4467442"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alpha val="3705"/>
            </a:schemeClr>
          </a:solidFill>
          <a:ln w="17383" cap="flat">
            <a:noFill/>
            <a:prstDash val="solid"/>
            <a:miter/>
          </a:ln>
        </p:spPr>
        <p:txBody>
          <a:bodyPr rtlCol="0" anchor="ctr"/>
          <a:lstStyle/>
          <a:p>
            <a:endParaRPr lang="en-US" sz="1800">
              <a:latin typeface="Montserrat" panose="00000500000000000000" pitchFamily="2" charset="0"/>
            </a:endParaRPr>
          </a:p>
        </p:txBody>
      </p:sp>
      <p:sp>
        <p:nvSpPr>
          <p:cNvPr id="18" name="Text Placeholder 26">
            <a:extLst>
              <a:ext uri="{FF2B5EF4-FFF2-40B4-BE49-F238E27FC236}">
                <a16:creationId xmlns:a16="http://schemas.microsoft.com/office/drawing/2014/main" id="{809E5147-7114-32A7-E76B-DC0C029381DB}"/>
              </a:ext>
            </a:extLst>
          </p:cNvPr>
          <p:cNvSpPr>
            <a:spLocks noGrp="1"/>
          </p:cNvSpPr>
          <p:nvPr>
            <p:ph type="body" sz="quarter" idx="14" hasCustomPrompt="1"/>
          </p:nvPr>
        </p:nvSpPr>
        <p:spPr>
          <a:xfrm>
            <a:off x="7379826" y="2760306"/>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2083857D-063A-51AB-1DAC-53F353773323}"/>
              </a:ext>
            </a:extLst>
          </p:cNvPr>
          <p:cNvSpPr>
            <a:spLocks noGrp="1"/>
          </p:cNvSpPr>
          <p:nvPr>
            <p:ph type="body" sz="quarter" idx="15" hasCustomPrompt="1"/>
          </p:nvPr>
        </p:nvSpPr>
        <p:spPr>
          <a:xfrm>
            <a:off x="7379826" y="3371029"/>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1033C3E3-1C3A-AAED-089D-31669AE118B7}"/>
              </a:ext>
            </a:extLst>
          </p:cNvPr>
          <p:cNvSpPr>
            <a:spLocks noGrp="1"/>
          </p:cNvSpPr>
          <p:nvPr>
            <p:ph type="body" sz="quarter" idx="16" hasCustomPrompt="1"/>
          </p:nvPr>
        </p:nvSpPr>
        <p:spPr>
          <a:xfrm>
            <a:off x="7379826" y="3994847"/>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DF75C3C5-66BB-5BA0-BBAE-6CFE191B272B}"/>
              </a:ext>
            </a:extLst>
          </p:cNvPr>
          <p:cNvSpPr>
            <a:spLocks noGrp="1"/>
          </p:cNvSpPr>
          <p:nvPr>
            <p:ph type="body" sz="quarter" idx="17" hasCustomPrompt="1"/>
          </p:nvPr>
        </p:nvSpPr>
        <p:spPr>
          <a:xfrm>
            <a:off x="7379826" y="4616934"/>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0AAB1FBD-35A4-6DF0-48E2-2610EC1DADD2}"/>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28" name="TextBox 27">
            <a:extLst>
              <a:ext uri="{FF2B5EF4-FFF2-40B4-BE49-F238E27FC236}">
                <a16:creationId xmlns:a16="http://schemas.microsoft.com/office/drawing/2014/main" id="{95EFD18D-ECA8-9CF6-038D-87FF4B8D1841}"/>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30" name="Text Placeholder 26">
            <a:extLst>
              <a:ext uri="{FF2B5EF4-FFF2-40B4-BE49-F238E27FC236}">
                <a16:creationId xmlns:a16="http://schemas.microsoft.com/office/drawing/2014/main" id="{56DFAD5E-A376-FB77-64E3-4BAC295AE893}"/>
              </a:ext>
            </a:extLst>
          </p:cNvPr>
          <p:cNvSpPr>
            <a:spLocks noGrp="1"/>
          </p:cNvSpPr>
          <p:nvPr>
            <p:ph type="body" sz="quarter" idx="18" hasCustomPrompt="1"/>
          </p:nvPr>
        </p:nvSpPr>
        <p:spPr>
          <a:xfrm>
            <a:off x="6769468" y="2760306"/>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B0567ED5-0739-05AE-9CA6-BF952E09DB4E}"/>
              </a:ext>
            </a:extLst>
          </p:cNvPr>
          <p:cNvSpPr>
            <a:spLocks noGrp="1"/>
          </p:cNvSpPr>
          <p:nvPr>
            <p:ph type="body" sz="quarter" idx="19" hasCustomPrompt="1"/>
          </p:nvPr>
        </p:nvSpPr>
        <p:spPr>
          <a:xfrm>
            <a:off x="6769468" y="3367351"/>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9C8D3BBF-E8ED-593E-E06C-6BBF4F5C4639}"/>
              </a:ext>
            </a:extLst>
          </p:cNvPr>
          <p:cNvSpPr>
            <a:spLocks noGrp="1"/>
          </p:cNvSpPr>
          <p:nvPr>
            <p:ph type="body" sz="quarter" idx="20" hasCustomPrompt="1"/>
          </p:nvPr>
        </p:nvSpPr>
        <p:spPr>
          <a:xfrm>
            <a:off x="6769468" y="3999219"/>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5CAB813A-4D03-3113-CCC0-08067FDE23E4}"/>
              </a:ext>
            </a:extLst>
          </p:cNvPr>
          <p:cNvSpPr>
            <a:spLocks noGrp="1"/>
          </p:cNvSpPr>
          <p:nvPr>
            <p:ph type="body" sz="quarter" idx="21" hasCustomPrompt="1"/>
          </p:nvPr>
        </p:nvSpPr>
        <p:spPr>
          <a:xfrm>
            <a:off x="6769468" y="4616934"/>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sp>
        <p:nvSpPr>
          <p:cNvPr id="2" name="Title 16">
            <a:extLst>
              <a:ext uri="{FF2B5EF4-FFF2-40B4-BE49-F238E27FC236}">
                <a16:creationId xmlns:a16="http://schemas.microsoft.com/office/drawing/2014/main" id="{2658496D-C8C9-75B2-3F0D-56168CC41653}"/>
              </a:ext>
            </a:extLst>
          </p:cNvPr>
          <p:cNvSpPr>
            <a:spLocks noGrp="1"/>
          </p:cNvSpPr>
          <p:nvPr>
            <p:ph type="title" hasCustomPrompt="1"/>
          </p:nvPr>
        </p:nvSpPr>
        <p:spPr>
          <a:xfrm>
            <a:off x="6704612" y="1813414"/>
            <a:ext cx="5142657"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spTree>
    <p:extLst>
      <p:ext uri="{BB962C8B-B14F-4D97-AF65-F5344CB8AC3E}">
        <p14:creationId xmlns:p14="http://schemas.microsoft.com/office/powerpoint/2010/main" val="2501691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9_Blank Layout">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6147" y="7124"/>
            <a:ext cx="4467442"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lumMod val="90000"/>
              <a:lumOff val="10000"/>
              <a:alpha val="15000"/>
            </a:schemeClr>
          </a:solidFill>
          <a:ln w="17383" cap="flat">
            <a:noFill/>
            <a:prstDash val="solid"/>
            <a:miter/>
          </a:ln>
        </p:spPr>
        <p:txBody>
          <a:bodyPr rtlCol="0" anchor="ctr"/>
          <a:lstStyle/>
          <a:p>
            <a:endParaRPr lang="en-US" sz="1800">
              <a:latin typeface="Montserrat" panose="00000500000000000000" pitchFamily="2" charset="0"/>
            </a:endParaRPr>
          </a:p>
        </p:txBody>
      </p:sp>
      <p:sp>
        <p:nvSpPr>
          <p:cNvPr id="21" name="Text Placeholder 26">
            <a:extLst>
              <a:ext uri="{FF2B5EF4-FFF2-40B4-BE49-F238E27FC236}">
                <a16:creationId xmlns:a16="http://schemas.microsoft.com/office/drawing/2014/main" id="{4AC8179B-6035-CED6-9315-991C86DB5805}"/>
              </a:ext>
            </a:extLst>
          </p:cNvPr>
          <p:cNvSpPr>
            <a:spLocks noGrp="1"/>
          </p:cNvSpPr>
          <p:nvPr>
            <p:ph type="body" sz="quarter" idx="14" hasCustomPrompt="1"/>
          </p:nvPr>
        </p:nvSpPr>
        <p:spPr>
          <a:xfrm>
            <a:off x="7379826" y="2760306"/>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59D4AA04-E647-FAB3-6813-007F335BD71B}"/>
              </a:ext>
            </a:extLst>
          </p:cNvPr>
          <p:cNvSpPr>
            <a:spLocks noGrp="1"/>
          </p:cNvSpPr>
          <p:nvPr>
            <p:ph type="body" sz="quarter" idx="15" hasCustomPrompt="1"/>
          </p:nvPr>
        </p:nvSpPr>
        <p:spPr>
          <a:xfrm>
            <a:off x="7379826" y="3371029"/>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4E66A4E-16B2-46D0-AE06-1B09BC4D6870}"/>
              </a:ext>
            </a:extLst>
          </p:cNvPr>
          <p:cNvSpPr>
            <a:spLocks noGrp="1"/>
          </p:cNvSpPr>
          <p:nvPr>
            <p:ph type="body" sz="quarter" idx="16" hasCustomPrompt="1"/>
          </p:nvPr>
        </p:nvSpPr>
        <p:spPr>
          <a:xfrm>
            <a:off x="7379826" y="3994847"/>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A20A81C-CB69-430D-69B0-4E694B1C8BB1}"/>
              </a:ext>
            </a:extLst>
          </p:cNvPr>
          <p:cNvSpPr>
            <a:spLocks noGrp="1"/>
          </p:cNvSpPr>
          <p:nvPr>
            <p:ph type="body" sz="quarter" idx="17" hasCustomPrompt="1"/>
          </p:nvPr>
        </p:nvSpPr>
        <p:spPr>
          <a:xfrm>
            <a:off x="7379826" y="4616934"/>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8" name="Slide Number Placeholder 13">
            <a:extLst>
              <a:ext uri="{FF2B5EF4-FFF2-40B4-BE49-F238E27FC236}">
                <a16:creationId xmlns:a16="http://schemas.microsoft.com/office/drawing/2014/main" id="{C8EB8AAE-384F-B000-A155-2910EE6FFC98}"/>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29" name="TextBox 28">
            <a:extLst>
              <a:ext uri="{FF2B5EF4-FFF2-40B4-BE49-F238E27FC236}">
                <a16:creationId xmlns:a16="http://schemas.microsoft.com/office/drawing/2014/main" id="{99A56ECF-595C-D0C5-2A6F-641F07A59E1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31" name="Text Placeholder 26">
            <a:extLst>
              <a:ext uri="{FF2B5EF4-FFF2-40B4-BE49-F238E27FC236}">
                <a16:creationId xmlns:a16="http://schemas.microsoft.com/office/drawing/2014/main" id="{3C5CEA4C-2714-4E06-5DFA-C0E113EB0DD6}"/>
              </a:ext>
            </a:extLst>
          </p:cNvPr>
          <p:cNvSpPr>
            <a:spLocks noGrp="1"/>
          </p:cNvSpPr>
          <p:nvPr>
            <p:ph type="body" sz="quarter" idx="18" hasCustomPrompt="1"/>
          </p:nvPr>
        </p:nvSpPr>
        <p:spPr>
          <a:xfrm>
            <a:off x="6769468" y="2760306"/>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928166E6-D4E3-8BCA-88CF-E46685AAF085}"/>
              </a:ext>
            </a:extLst>
          </p:cNvPr>
          <p:cNvSpPr>
            <a:spLocks noGrp="1"/>
          </p:cNvSpPr>
          <p:nvPr>
            <p:ph type="body" sz="quarter" idx="19" hasCustomPrompt="1"/>
          </p:nvPr>
        </p:nvSpPr>
        <p:spPr>
          <a:xfrm>
            <a:off x="6769468" y="3367351"/>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B9932AD9-1EB0-58D8-1A8F-2E97B6F09354}"/>
              </a:ext>
            </a:extLst>
          </p:cNvPr>
          <p:cNvSpPr>
            <a:spLocks noGrp="1"/>
          </p:cNvSpPr>
          <p:nvPr>
            <p:ph type="body" sz="quarter" idx="20" hasCustomPrompt="1"/>
          </p:nvPr>
        </p:nvSpPr>
        <p:spPr>
          <a:xfrm>
            <a:off x="6769468" y="3999219"/>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E7086644-79D2-BA7E-0EA5-4B00BB788922}"/>
              </a:ext>
            </a:extLst>
          </p:cNvPr>
          <p:cNvSpPr>
            <a:spLocks noGrp="1"/>
          </p:cNvSpPr>
          <p:nvPr>
            <p:ph type="body" sz="quarter" idx="21" hasCustomPrompt="1"/>
          </p:nvPr>
        </p:nvSpPr>
        <p:spPr>
          <a:xfrm>
            <a:off x="6769468" y="4616934"/>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5" name="Picture 4">
            <a:extLst>
              <a:ext uri="{FF2B5EF4-FFF2-40B4-BE49-F238E27FC236}">
                <a16:creationId xmlns:a16="http://schemas.microsoft.com/office/drawing/2014/main" id="{D706B484-F545-91E1-575E-1B68B4B57EBA}"/>
              </a:ext>
            </a:extLst>
          </p:cNvPr>
          <p:cNvPicPr>
            <a:picLocks noChangeAspect="1"/>
          </p:cNvPicPr>
          <p:nvPr userDrawn="1"/>
        </p:nvPicPr>
        <p:blipFill>
          <a:blip r:embed="rId2"/>
          <a:stretch>
            <a:fillRect/>
          </a:stretch>
        </p:blipFill>
        <p:spPr>
          <a:xfrm>
            <a:off x="127195" y="168672"/>
            <a:ext cx="6092659" cy="6520656"/>
          </a:xfrm>
          <a:prstGeom prst="rect">
            <a:avLst/>
          </a:prstGeom>
        </p:spPr>
      </p:pic>
      <p:sp>
        <p:nvSpPr>
          <p:cNvPr id="7" name="Picture Placeholder 6">
            <a:extLst>
              <a:ext uri="{FF2B5EF4-FFF2-40B4-BE49-F238E27FC236}">
                <a16:creationId xmlns:a16="http://schemas.microsoft.com/office/drawing/2014/main" id="{38367485-BA9F-34C9-BD92-DB9A71331A5E}"/>
              </a:ext>
            </a:extLst>
          </p:cNvPr>
          <p:cNvSpPr>
            <a:spLocks noGrp="1"/>
          </p:cNvSpPr>
          <p:nvPr>
            <p:ph type="pic" idx="1" hasCustomPrompt="1"/>
          </p:nvPr>
        </p:nvSpPr>
        <p:spPr>
          <a:xfrm>
            <a:off x="127194" y="168672"/>
            <a:ext cx="6092660" cy="6520656"/>
          </a:xfrm>
          <a:solidFill>
            <a:schemeClr val="accent1">
              <a:alpha val="49401"/>
            </a:schemeClr>
          </a:solidFill>
        </p:spPr>
        <p:txBody>
          <a:bodyPr lIns="91440" tIns="182880"/>
          <a:lstStyle>
            <a:lvl1pPr marL="0" indent="0">
              <a:buNone/>
              <a:defRPr>
                <a:solidFill>
                  <a:srgbClr val="003059"/>
                </a:solidFill>
                <a:latin typeface="Montserrat" panose="000005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7F1D18E8-28B5-56DF-4729-3945629146AF}"/>
              </a:ext>
            </a:extLst>
          </p:cNvPr>
          <p:cNvSpPr>
            <a:spLocks noGrp="1"/>
          </p:cNvSpPr>
          <p:nvPr>
            <p:ph type="title" hasCustomPrompt="1"/>
          </p:nvPr>
        </p:nvSpPr>
        <p:spPr>
          <a:xfrm>
            <a:off x="6704612" y="1813414"/>
            <a:ext cx="5142657"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Tree>
    <p:extLst>
      <p:ext uri="{BB962C8B-B14F-4D97-AF65-F5344CB8AC3E}">
        <p14:creationId xmlns:p14="http://schemas.microsoft.com/office/powerpoint/2010/main" val="3433241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0_Blank Layout">
    <p:bg>
      <p:bgPr>
        <a:solidFill>
          <a:schemeClr val="accent4"/>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6147" y="7124"/>
            <a:ext cx="4467442"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527488">
              <a:alpha val="15000"/>
            </a:srgbClr>
          </a:solidFill>
          <a:ln w="17383" cap="flat">
            <a:noFill/>
            <a:prstDash val="solid"/>
            <a:miter/>
          </a:ln>
        </p:spPr>
        <p:txBody>
          <a:bodyPr rtlCol="0" anchor="ctr"/>
          <a:lstStyle/>
          <a:p>
            <a:endParaRPr lang="en-US" sz="1800">
              <a:latin typeface="Montserrat" panose="00000500000000000000" pitchFamily="2" charset="0"/>
            </a:endParaRPr>
          </a:p>
        </p:txBody>
      </p:sp>
      <p:sp>
        <p:nvSpPr>
          <p:cNvPr id="18" name="Text Placeholder 26">
            <a:extLst>
              <a:ext uri="{FF2B5EF4-FFF2-40B4-BE49-F238E27FC236}">
                <a16:creationId xmlns:a16="http://schemas.microsoft.com/office/drawing/2014/main" id="{A0CB40A6-AED5-7A82-0046-23AEC7B1EFA5}"/>
              </a:ext>
            </a:extLst>
          </p:cNvPr>
          <p:cNvSpPr>
            <a:spLocks noGrp="1"/>
          </p:cNvSpPr>
          <p:nvPr>
            <p:ph type="body" sz="quarter" idx="14" hasCustomPrompt="1"/>
          </p:nvPr>
        </p:nvSpPr>
        <p:spPr>
          <a:xfrm>
            <a:off x="7379826" y="2760306"/>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0A7730A9-7865-F1B5-06DB-EBDB3D5D6AFF}"/>
              </a:ext>
            </a:extLst>
          </p:cNvPr>
          <p:cNvSpPr>
            <a:spLocks noGrp="1"/>
          </p:cNvSpPr>
          <p:nvPr>
            <p:ph type="body" sz="quarter" idx="15" hasCustomPrompt="1"/>
          </p:nvPr>
        </p:nvSpPr>
        <p:spPr>
          <a:xfrm>
            <a:off x="7379826" y="3371029"/>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D8C1E6A2-3613-8C67-D582-28998B5CE586}"/>
              </a:ext>
            </a:extLst>
          </p:cNvPr>
          <p:cNvSpPr>
            <a:spLocks noGrp="1"/>
          </p:cNvSpPr>
          <p:nvPr>
            <p:ph type="body" sz="quarter" idx="16" hasCustomPrompt="1"/>
          </p:nvPr>
        </p:nvSpPr>
        <p:spPr>
          <a:xfrm>
            <a:off x="7379826" y="3994847"/>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11552A0-64AC-27B0-60F3-3B10E2D1D49F}"/>
              </a:ext>
            </a:extLst>
          </p:cNvPr>
          <p:cNvSpPr>
            <a:spLocks noGrp="1"/>
          </p:cNvSpPr>
          <p:nvPr>
            <p:ph type="body" sz="quarter" idx="17" hasCustomPrompt="1"/>
          </p:nvPr>
        </p:nvSpPr>
        <p:spPr>
          <a:xfrm>
            <a:off x="7379826" y="4616934"/>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EADB5726-36FD-A7FC-895C-02CFE4A63EC5}"/>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28" name="TextBox 27">
            <a:extLst>
              <a:ext uri="{FF2B5EF4-FFF2-40B4-BE49-F238E27FC236}">
                <a16:creationId xmlns:a16="http://schemas.microsoft.com/office/drawing/2014/main" id="{31B5D1A6-BD95-57EB-96E4-B199DC5160E9}"/>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29" name="Text Placeholder 26">
            <a:extLst>
              <a:ext uri="{FF2B5EF4-FFF2-40B4-BE49-F238E27FC236}">
                <a16:creationId xmlns:a16="http://schemas.microsoft.com/office/drawing/2014/main" id="{E66667AA-EE85-714C-D7BA-A2048685964D}"/>
              </a:ext>
            </a:extLst>
          </p:cNvPr>
          <p:cNvSpPr>
            <a:spLocks noGrp="1"/>
          </p:cNvSpPr>
          <p:nvPr>
            <p:ph type="body" sz="quarter" idx="18" hasCustomPrompt="1"/>
          </p:nvPr>
        </p:nvSpPr>
        <p:spPr>
          <a:xfrm>
            <a:off x="6769468" y="2760306"/>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0" name="Text Placeholder 26">
            <a:extLst>
              <a:ext uri="{FF2B5EF4-FFF2-40B4-BE49-F238E27FC236}">
                <a16:creationId xmlns:a16="http://schemas.microsoft.com/office/drawing/2014/main" id="{9AFA2DF1-F4E9-33BF-12AC-5D2CB8C82C00}"/>
              </a:ext>
            </a:extLst>
          </p:cNvPr>
          <p:cNvSpPr>
            <a:spLocks noGrp="1"/>
          </p:cNvSpPr>
          <p:nvPr>
            <p:ph type="body" sz="quarter" idx="19" hasCustomPrompt="1"/>
          </p:nvPr>
        </p:nvSpPr>
        <p:spPr>
          <a:xfrm>
            <a:off x="6769468" y="3367351"/>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1" name="Text Placeholder 26">
            <a:extLst>
              <a:ext uri="{FF2B5EF4-FFF2-40B4-BE49-F238E27FC236}">
                <a16:creationId xmlns:a16="http://schemas.microsoft.com/office/drawing/2014/main" id="{4C6A6B89-E9ED-7803-2FA8-65F22F71C528}"/>
              </a:ext>
            </a:extLst>
          </p:cNvPr>
          <p:cNvSpPr>
            <a:spLocks noGrp="1"/>
          </p:cNvSpPr>
          <p:nvPr>
            <p:ph type="body" sz="quarter" idx="20" hasCustomPrompt="1"/>
          </p:nvPr>
        </p:nvSpPr>
        <p:spPr>
          <a:xfrm>
            <a:off x="6769468" y="3999219"/>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2" name="Text Placeholder 26">
            <a:extLst>
              <a:ext uri="{FF2B5EF4-FFF2-40B4-BE49-F238E27FC236}">
                <a16:creationId xmlns:a16="http://schemas.microsoft.com/office/drawing/2014/main" id="{20FC3E54-F227-429C-8529-FD0CBC4E2932}"/>
              </a:ext>
            </a:extLst>
          </p:cNvPr>
          <p:cNvSpPr>
            <a:spLocks noGrp="1"/>
          </p:cNvSpPr>
          <p:nvPr>
            <p:ph type="body" sz="quarter" idx="21" hasCustomPrompt="1"/>
          </p:nvPr>
        </p:nvSpPr>
        <p:spPr>
          <a:xfrm>
            <a:off x="6769468" y="4616934"/>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9" name="Picture 8">
            <a:extLst>
              <a:ext uri="{FF2B5EF4-FFF2-40B4-BE49-F238E27FC236}">
                <a16:creationId xmlns:a16="http://schemas.microsoft.com/office/drawing/2014/main" id="{CE42E225-BEE5-39E0-ED1C-BA3E3C5565E9}"/>
              </a:ext>
            </a:extLst>
          </p:cNvPr>
          <p:cNvPicPr>
            <a:picLocks noChangeAspect="1"/>
          </p:cNvPicPr>
          <p:nvPr userDrawn="1"/>
        </p:nvPicPr>
        <p:blipFill>
          <a:blip r:embed="rId2"/>
          <a:stretch>
            <a:fillRect/>
          </a:stretch>
        </p:blipFill>
        <p:spPr>
          <a:xfrm>
            <a:off x="127195" y="168672"/>
            <a:ext cx="6092659" cy="6520656"/>
          </a:xfrm>
          <a:prstGeom prst="rect">
            <a:avLst/>
          </a:prstGeom>
        </p:spPr>
      </p:pic>
      <p:sp>
        <p:nvSpPr>
          <p:cNvPr id="10" name="Picture Placeholder 6">
            <a:extLst>
              <a:ext uri="{FF2B5EF4-FFF2-40B4-BE49-F238E27FC236}">
                <a16:creationId xmlns:a16="http://schemas.microsoft.com/office/drawing/2014/main" id="{3E1864D6-5654-1923-9E1C-E22E43D9DAC1}"/>
              </a:ext>
            </a:extLst>
          </p:cNvPr>
          <p:cNvSpPr>
            <a:spLocks noGrp="1"/>
          </p:cNvSpPr>
          <p:nvPr>
            <p:ph type="pic" idx="1" hasCustomPrompt="1"/>
          </p:nvPr>
        </p:nvSpPr>
        <p:spPr>
          <a:xfrm>
            <a:off x="127194" y="168672"/>
            <a:ext cx="6092660" cy="6520656"/>
          </a:xfrm>
          <a:solidFill>
            <a:schemeClr val="accent4">
              <a:alpha val="49401"/>
            </a:schemeClr>
          </a:solidFill>
        </p:spPr>
        <p:txBody>
          <a:bodyPr lIns="91440" tIns="182880"/>
          <a:lstStyle>
            <a:lvl1pPr marL="0" indent="0">
              <a:buNone/>
              <a:defRPr>
                <a:solidFill>
                  <a:schemeClr val="accent4"/>
                </a:solidFill>
                <a:latin typeface="Montserrat" panose="000005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FACEB4FC-7CED-2978-0830-5AAE2F00C969}"/>
              </a:ext>
            </a:extLst>
          </p:cNvPr>
          <p:cNvSpPr>
            <a:spLocks noGrp="1"/>
          </p:cNvSpPr>
          <p:nvPr>
            <p:ph type="title" hasCustomPrompt="1"/>
          </p:nvPr>
        </p:nvSpPr>
        <p:spPr>
          <a:xfrm>
            <a:off x="6704612" y="1813414"/>
            <a:ext cx="5142657"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Tree>
    <p:extLst>
      <p:ext uri="{BB962C8B-B14F-4D97-AF65-F5344CB8AC3E}">
        <p14:creationId xmlns:p14="http://schemas.microsoft.com/office/powerpoint/2010/main" val="40810890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4_Blank Layou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37383046-FDF0-07F4-49BB-257AAA38830B}"/>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3" name="Graphic 2">
            <a:extLst>
              <a:ext uri="{FF2B5EF4-FFF2-40B4-BE49-F238E27FC236}">
                <a16:creationId xmlns:a16="http://schemas.microsoft.com/office/drawing/2014/main" id="{F42E0078-518F-0775-395B-44BB00E088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4" name="Slide Number Placeholder 13">
            <a:extLst>
              <a:ext uri="{FF2B5EF4-FFF2-40B4-BE49-F238E27FC236}">
                <a16:creationId xmlns:a16="http://schemas.microsoft.com/office/drawing/2014/main" id="{0B3CA4CB-00E8-E7C2-7117-5839F34D2015}"/>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8" name="TextBox 7">
            <a:extLst>
              <a:ext uri="{FF2B5EF4-FFF2-40B4-BE49-F238E27FC236}">
                <a16:creationId xmlns:a16="http://schemas.microsoft.com/office/drawing/2014/main" id="{8124E859-886D-2C3F-A009-2815A44F2A1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18576881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5_Blank Layout">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6FB1D025-9882-7DC0-721A-FF17CF362B86}"/>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7" name="Graphic 6">
            <a:extLst>
              <a:ext uri="{FF2B5EF4-FFF2-40B4-BE49-F238E27FC236}">
                <a16:creationId xmlns:a16="http://schemas.microsoft.com/office/drawing/2014/main" id="{6ABCB10E-8358-7290-8B97-911E27162AF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8A5A3719-3F72-2168-E169-A0B7AD5FDD2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A2F3F3"/>
                </a:solidFill>
                <a:latin typeface="Montserrat" panose="00000500000000000000" pitchFamily="2" charset="0"/>
              </a:rPr>
              <a:pPr/>
              <a:t>‹#›</a:t>
            </a:fld>
            <a:endParaRPr lang="en-US" sz="800">
              <a:solidFill>
                <a:srgbClr val="A2F3F3"/>
              </a:solidFill>
              <a:latin typeface="Montserrat" panose="00000500000000000000" pitchFamily="2" charset="0"/>
            </a:endParaRPr>
          </a:p>
        </p:txBody>
      </p:sp>
      <p:sp>
        <p:nvSpPr>
          <p:cNvPr id="10" name="TextBox 9">
            <a:extLst>
              <a:ext uri="{FF2B5EF4-FFF2-40B4-BE49-F238E27FC236}">
                <a16:creationId xmlns:a16="http://schemas.microsoft.com/office/drawing/2014/main" id="{0B81B56D-D149-DEF4-4E80-C007D4CD0A79}"/>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A2F3F3"/>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28879217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6_Blank Layout">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37102405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7_Blank Layout">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B3508764-3A47-53E0-B15A-D6B364F6D3A6}"/>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8" name="Graphic 7">
            <a:extLst>
              <a:ext uri="{FF2B5EF4-FFF2-40B4-BE49-F238E27FC236}">
                <a16:creationId xmlns:a16="http://schemas.microsoft.com/office/drawing/2014/main" id="{8EFBF7C8-A378-FA84-9500-3136EB804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10" name="Slide Number Placeholder 13">
            <a:extLst>
              <a:ext uri="{FF2B5EF4-FFF2-40B4-BE49-F238E27FC236}">
                <a16:creationId xmlns:a16="http://schemas.microsoft.com/office/drawing/2014/main" id="{2508B8A1-ADF6-6962-C302-E634B45FACBA}"/>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314550"/>
                </a:solidFill>
                <a:latin typeface="Montserrat" panose="00000500000000000000" pitchFamily="2" charset="0"/>
              </a:rPr>
              <a:pPr/>
              <a:t>‹#›</a:t>
            </a:fld>
            <a:endParaRPr lang="en-US" sz="800">
              <a:solidFill>
                <a:srgbClr val="314550"/>
              </a:solidFill>
              <a:latin typeface="Montserrat" panose="00000500000000000000" pitchFamily="2" charset="0"/>
            </a:endParaRPr>
          </a:p>
        </p:txBody>
      </p:sp>
      <p:sp>
        <p:nvSpPr>
          <p:cNvPr id="11" name="TextBox 10">
            <a:extLst>
              <a:ext uri="{FF2B5EF4-FFF2-40B4-BE49-F238E27FC236}">
                <a16:creationId xmlns:a16="http://schemas.microsoft.com/office/drawing/2014/main" id="{5A905F13-C7C2-A209-FE53-8641D9E22971}"/>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314550"/>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2371628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1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around a table&#10;&#10;Description automatically generated">
            <a:extLst>
              <a:ext uri="{FF2B5EF4-FFF2-40B4-BE49-F238E27FC236}">
                <a16:creationId xmlns:a16="http://schemas.microsoft.com/office/drawing/2014/main" id="{5821DC15-D35E-1617-7D2E-52211B44D648}"/>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5746"/>
          <a:stretch/>
        </p:blipFill>
        <p:spPr>
          <a:xfrm flipH="1">
            <a:off x="20" y="1282"/>
            <a:ext cx="12191980" cy="6856718"/>
          </a:xfrm>
          <a:prstGeom prst="rect">
            <a:avLst/>
          </a:prstGeom>
        </p:spPr>
      </p:pic>
      <p:sp>
        <p:nvSpPr>
          <p:cNvPr id="9" name="Picture Placeholder 6">
            <a:extLst>
              <a:ext uri="{FF2B5EF4-FFF2-40B4-BE49-F238E27FC236}">
                <a16:creationId xmlns:a16="http://schemas.microsoft.com/office/drawing/2014/main" id="{34EB2FB5-65CD-5426-4E77-13DE92392510}"/>
              </a:ext>
            </a:extLst>
          </p:cNvPr>
          <p:cNvSpPr>
            <a:spLocks noGrp="1"/>
          </p:cNvSpPr>
          <p:nvPr>
            <p:ph type="pic" idx="1" hasCustomPrompt="1"/>
          </p:nvPr>
        </p:nvSpPr>
        <p:spPr>
          <a:xfrm>
            <a:off x="804" y="642"/>
            <a:ext cx="12191980" cy="6857359"/>
          </a:xfrm>
          <a:solidFill>
            <a:srgbClr val="354C58">
              <a:alpha val="55000"/>
            </a:srgbClr>
          </a:solidFill>
        </p:spPr>
        <p:txBody>
          <a:bodyPr lIns="91440" tIns="182880" rIns="182880"/>
          <a:lstStyle>
            <a:lvl1pPr marL="0" indent="0" algn="r">
              <a:buNone/>
              <a:defRPr b="0" cap="none" spc="0">
                <a:ln w="0"/>
                <a:solidFill>
                  <a:srgbClr val="F4F3F0"/>
                </a:solidFill>
                <a:effectLst/>
                <a:latin typeface="Montserrat "/>
              </a:defRPr>
            </a:lvl1pPr>
          </a:lstStyle>
          <a:p>
            <a:r>
              <a:rPr lang="en-US">
                <a:solidFill>
                  <a:srgbClr val="003059"/>
                </a:solidFill>
                <a:latin typeface="Montserrat" pitchFamily="2" charset="77"/>
              </a:rPr>
              <a:t>Click Icon to Change Image</a:t>
            </a:r>
          </a:p>
        </p:txBody>
      </p:sp>
      <p:sp>
        <p:nvSpPr>
          <p:cNvPr id="10" name="Title 5">
            <a:extLst>
              <a:ext uri="{FF2B5EF4-FFF2-40B4-BE49-F238E27FC236}">
                <a16:creationId xmlns:a16="http://schemas.microsoft.com/office/drawing/2014/main" id="{66A0AC46-D6C3-F3EC-280B-205EB9224D87}"/>
              </a:ext>
            </a:extLst>
          </p:cNvPr>
          <p:cNvSpPr>
            <a:spLocks noGrp="1"/>
          </p:cNvSpPr>
          <p:nvPr>
            <p:ph type="title" hasCustomPrompt="1"/>
          </p:nvPr>
        </p:nvSpPr>
        <p:spPr>
          <a:xfrm>
            <a:off x="247581" y="349590"/>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11" name="Graphic 10">
            <a:extLst>
              <a:ext uri="{FF2B5EF4-FFF2-40B4-BE49-F238E27FC236}">
                <a16:creationId xmlns:a16="http://schemas.microsoft.com/office/drawing/2014/main" id="{F3CE833F-590E-E457-5307-48C170F86D0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07" y="5609959"/>
            <a:ext cx="2031380" cy="1081646"/>
          </a:xfrm>
          <a:prstGeom prst="rect">
            <a:avLst/>
          </a:prstGeom>
        </p:spPr>
      </p:pic>
      <p:sp>
        <p:nvSpPr>
          <p:cNvPr id="14" name="Slide Number Placeholder 13">
            <a:extLst>
              <a:ext uri="{FF2B5EF4-FFF2-40B4-BE49-F238E27FC236}">
                <a16:creationId xmlns:a16="http://schemas.microsoft.com/office/drawing/2014/main" id="{988BF45E-D89C-8AC1-5433-945AFBF85B1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15" name="TextBox 14">
            <a:extLst>
              <a:ext uri="{FF2B5EF4-FFF2-40B4-BE49-F238E27FC236}">
                <a16:creationId xmlns:a16="http://schemas.microsoft.com/office/drawing/2014/main" id="{4F8ACA2E-1095-998F-ED9A-60959689C7B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2138694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Blank Layout">
    <p:bg>
      <p:bgPr>
        <a:solidFill>
          <a:schemeClr val="bg1"/>
        </a:solidFill>
        <a:effectLst/>
      </p:bgPr>
    </p:bg>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Picture Placeholder 6">
            <a:extLst>
              <a:ext uri="{FF2B5EF4-FFF2-40B4-BE49-F238E27FC236}">
                <a16:creationId xmlns:a16="http://schemas.microsoft.com/office/drawing/2014/main" id="{4B643D61-4E19-F932-F775-2196CE08F23F}"/>
              </a:ext>
            </a:extLst>
          </p:cNvPr>
          <p:cNvSpPr>
            <a:spLocks noGrp="1"/>
          </p:cNvSpPr>
          <p:nvPr>
            <p:ph type="pic" idx="1" hasCustomPrompt="1"/>
          </p:nvPr>
        </p:nvSpPr>
        <p:spPr>
          <a:xfrm>
            <a:off x="1415364"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14" name="Rounded Rectangle 13">
            <a:extLst>
              <a:ext uri="{FF2B5EF4-FFF2-40B4-BE49-F238E27FC236}">
                <a16:creationId xmlns:a16="http://schemas.microsoft.com/office/drawing/2014/main" id="{50AE0F57-D710-3C6D-A649-042A87886C8E}"/>
              </a:ext>
            </a:extLst>
          </p:cNvPr>
          <p:cNvSpPr/>
          <p:nvPr userDrawn="1"/>
        </p:nvSpPr>
        <p:spPr>
          <a:xfrm>
            <a:off x="1278186"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1" name="Picture Placeholder 6">
            <a:extLst>
              <a:ext uri="{FF2B5EF4-FFF2-40B4-BE49-F238E27FC236}">
                <a16:creationId xmlns:a16="http://schemas.microsoft.com/office/drawing/2014/main" id="{8EC69596-F447-3B71-2BBB-19094B8B5531}"/>
              </a:ext>
            </a:extLst>
          </p:cNvPr>
          <p:cNvSpPr>
            <a:spLocks noGrp="1"/>
          </p:cNvSpPr>
          <p:nvPr>
            <p:ph type="pic" idx="10" hasCustomPrompt="1"/>
          </p:nvPr>
        </p:nvSpPr>
        <p:spPr>
          <a:xfrm>
            <a:off x="3936658"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2" name="Rounded Rectangle 21">
            <a:extLst>
              <a:ext uri="{FF2B5EF4-FFF2-40B4-BE49-F238E27FC236}">
                <a16:creationId xmlns:a16="http://schemas.microsoft.com/office/drawing/2014/main" id="{C8CCABB2-6CDF-5EF4-D55D-B40617C2FC58}"/>
              </a:ext>
            </a:extLst>
          </p:cNvPr>
          <p:cNvSpPr/>
          <p:nvPr userDrawn="1"/>
        </p:nvSpPr>
        <p:spPr>
          <a:xfrm>
            <a:off x="3799480"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3" name="Picture Placeholder 6">
            <a:extLst>
              <a:ext uri="{FF2B5EF4-FFF2-40B4-BE49-F238E27FC236}">
                <a16:creationId xmlns:a16="http://schemas.microsoft.com/office/drawing/2014/main" id="{DD74B26B-2513-BF8E-CB98-1C1305627BF6}"/>
              </a:ext>
            </a:extLst>
          </p:cNvPr>
          <p:cNvSpPr>
            <a:spLocks noGrp="1"/>
          </p:cNvSpPr>
          <p:nvPr>
            <p:ph type="pic" idx="11" hasCustomPrompt="1"/>
          </p:nvPr>
        </p:nvSpPr>
        <p:spPr>
          <a:xfrm>
            <a:off x="6477004"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4" name="Rounded Rectangle 23">
            <a:extLst>
              <a:ext uri="{FF2B5EF4-FFF2-40B4-BE49-F238E27FC236}">
                <a16:creationId xmlns:a16="http://schemas.microsoft.com/office/drawing/2014/main" id="{A3DE25E0-378E-5DBB-684D-6ED646656594}"/>
              </a:ext>
            </a:extLst>
          </p:cNvPr>
          <p:cNvSpPr/>
          <p:nvPr userDrawn="1"/>
        </p:nvSpPr>
        <p:spPr>
          <a:xfrm>
            <a:off x="6339826"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5" name="Picture Placeholder 6">
            <a:extLst>
              <a:ext uri="{FF2B5EF4-FFF2-40B4-BE49-F238E27FC236}">
                <a16:creationId xmlns:a16="http://schemas.microsoft.com/office/drawing/2014/main" id="{C37C10C8-B44C-1406-1BB8-1224D217AA45}"/>
              </a:ext>
            </a:extLst>
          </p:cNvPr>
          <p:cNvSpPr>
            <a:spLocks noGrp="1"/>
          </p:cNvSpPr>
          <p:nvPr>
            <p:ph type="pic" idx="12" hasCustomPrompt="1"/>
          </p:nvPr>
        </p:nvSpPr>
        <p:spPr>
          <a:xfrm>
            <a:off x="8920593"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6" name="Rounded Rectangle 25">
            <a:extLst>
              <a:ext uri="{FF2B5EF4-FFF2-40B4-BE49-F238E27FC236}">
                <a16:creationId xmlns:a16="http://schemas.microsoft.com/office/drawing/2014/main" id="{CDE370D3-4B33-1790-CE74-89DB41E6F687}"/>
              </a:ext>
            </a:extLst>
          </p:cNvPr>
          <p:cNvSpPr/>
          <p:nvPr userDrawn="1"/>
        </p:nvSpPr>
        <p:spPr>
          <a:xfrm>
            <a:off x="8783415"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9" name="Picture Placeholder 6">
            <a:extLst>
              <a:ext uri="{FF2B5EF4-FFF2-40B4-BE49-F238E27FC236}">
                <a16:creationId xmlns:a16="http://schemas.microsoft.com/office/drawing/2014/main" id="{4EB2874C-0FB0-1D93-F210-ACB08AC58CBA}"/>
              </a:ext>
            </a:extLst>
          </p:cNvPr>
          <p:cNvSpPr>
            <a:spLocks noGrp="1"/>
          </p:cNvSpPr>
          <p:nvPr>
            <p:ph type="pic" idx="13" hasCustomPrompt="1"/>
          </p:nvPr>
        </p:nvSpPr>
        <p:spPr>
          <a:xfrm>
            <a:off x="1415364"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0" name="Rounded Rectangle 29">
            <a:extLst>
              <a:ext uri="{FF2B5EF4-FFF2-40B4-BE49-F238E27FC236}">
                <a16:creationId xmlns:a16="http://schemas.microsoft.com/office/drawing/2014/main" id="{654FD2BD-1D86-CC4E-8D25-A747A2FFA586}"/>
              </a:ext>
            </a:extLst>
          </p:cNvPr>
          <p:cNvSpPr/>
          <p:nvPr userDrawn="1"/>
        </p:nvSpPr>
        <p:spPr>
          <a:xfrm>
            <a:off x="1278186"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1" name="Picture Placeholder 6">
            <a:extLst>
              <a:ext uri="{FF2B5EF4-FFF2-40B4-BE49-F238E27FC236}">
                <a16:creationId xmlns:a16="http://schemas.microsoft.com/office/drawing/2014/main" id="{8FE14263-6A83-084D-470E-01A855392470}"/>
              </a:ext>
            </a:extLst>
          </p:cNvPr>
          <p:cNvSpPr>
            <a:spLocks noGrp="1"/>
          </p:cNvSpPr>
          <p:nvPr>
            <p:ph type="pic" idx="14" hasCustomPrompt="1"/>
          </p:nvPr>
        </p:nvSpPr>
        <p:spPr>
          <a:xfrm>
            <a:off x="3936658"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2" name="Rounded Rectangle 31">
            <a:extLst>
              <a:ext uri="{FF2B5EF4-FFF2-40B4-BE49-F238E27FC236}">
                <a16:creationId xmlns:a16="http://schemas.microsoft.com/office/drawing/2014/main" id="{A205D47D-FAAA-0C6F-296F-57F2F2AE7312}"/>
              </a:ext>
            </a:extLst>
          </p:cNvPr>
          <p:cNvSpPr/>
          <p:nvPr userDrawn="1"/>
        </p:nvSpPr>
        <p:spPr>
          <a:xfrm>
            <a:off x="3799480"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3" name="Picture Placeholder 6">
            <a:extLst>
              <a:ext uri="{FF2B5EF4-FFF2-40B4-BE49-F238E27FC236}">
                <a16:creationId xmlns:a16="http://schemas.microsoft.com/office/drawing/2014/main" id="{92B3E575-5A33-9011-519C-0F974AEEFBBB}"/>
              </a:ext>
            </a:extLst>
          </p:cNvPr>
          <p:cNvSpPr>
            <a:spLocks noGrp="1"/>
          </p:cNvSpPr>
          <p:nvPr>
            <p:ph type="pic" idx="15" hasCustomPrompt="1"/>
          </p:nvPr>
        </p:nvSpPr>
        <p:spPr>
          <a:xfrm>
            <a:off x="6477004"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4" name="Rounded Rectangle 33">
            <a:extLst>
              <a:ext uri="{FF2B5EF4-FFF2-40B4-BE49-F238E27FC236}">
                <a16:creationId xmlns:a16="http://schemas.microsoft.com/office/drawing/2014/main" id="{91F957EF-95C6-2D9D-5AE0-C8050042293D}"/>
              </a:ext>
            </a:extLst>
          </p:cNvPr>
          <p:cNvSpPr/>
          <p:nvPr userDrawn="1"/>
        </p:nvSpPr>
        <p:spPr>
          <a:xfrm>
            <a:off x="6339826"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5" name="Picture Placeholder 6">
            <a:extLst>
              <a:ext uri="{FF2B5EF4-FFF2-40B4-BE49-F238E27FC236}">
                <a16:creationId xmlns:a16="http://schemas.microsoft.com/office/drawing/2014/main" id="{D1C665FA-48ED-DD30-5B17-ADED93557A1D}"/>
              </a:ext>
            </a:extLst>
          </p:cNvPr>
          <p:cNvSpPr>
            <a:spLocks noGrp="1"/>
          </p:cNvSpPr>
          <p:nvPr>
            <p:ph type="pic" idx="16" hasCustomPrompt="1"/>
          </p:nvPr>
        </p:nvSpPr>
        <p:spPr>
          <a:xfrm>
            <a:off x="8920593"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6" name="Rounded Rectangle 35">
            <a:extLst>
              <a:ext uri="{FF2B5EF4-FFF2-40B4-BE49-F238E27FC236}">
                <a16:creationId xmlns:a16="http://schemas.microsoft.com/office/drawing/2014/main" id="{9A9378B7-5ED8-33F9-37D1-06CD590810AB}"/>
              </a:ext>
            </a:extLst>
          </p:cNvPr>
          <p:cNvSpPr/>
          <p:nvPr userDrawn="1"/>
        </p:nvSpPr>
        <p:spPr>
          <a:xfrm>
            <a:off x="8783415"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37968917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7108995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0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6286326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anose="00000500000000000000" pitchFamily="2" charset="0"/>
              </a:rPr>
              <a:pPr/>
              <a:t>‹#›</a:t>
            </a:fld>
            <a:endParaRPr lang="en-US" sz="80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cxnSp>
        <p:nvCxnSpPr>
          <p:cNvPr id="6" name="Straight Connector 5">
            <a:extLst>
              <a:ext uri="{FF2B5EF4-FFF2-40B4-BE49-F238E27FC236}">
                <a16:creationId xmlns:a16="http://schemas.microsoft.com/office/drawing/2014/main" id="{065D7709-2F8C-429E-A052-BB73ADCE2B97}"/>
              </a:ext>
            </a:extLst>
          </p:cNvPr>
          <p:cNvCxnSpPr/>
          <p:nvPr userDrawn="1"/>
        </p:nvCxnSpPr>
        <p:spPr>
          <a:xfrm>
            <a:off x="642938" y="6438900"/>
            <a:ext cx="0" cy="3333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01971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1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F4F3F0"/>
                </a:solidFill>
                <a:latin typeface="Montserrat" panose="00000500000000000000" pitchFamily="2" charset="0"/>
              </a:rPr>
              <a:pPr/>
              <a:t>‹#›</a:t>
            </a:fld>
            <a:endParaRPr lang="en-US" sz="800">
              <a:solidFill>
                <a:srgbClr val="F4F3F0"/>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anose="00000500000000000000" pitchFamily="2" charset="0"/>
              </a:rPr>
              <a:t>Private and Confidential</a:t>
            </a:r>
          </a:p>
        </p:txBody>
      </p:sp>
      <p:sp>
        <p:nvSpPr>
          <p:cNvPr id="6" name="Title 3">
            <a:extLst>
              <a:ext uri="{FF2B5EF4-FFF2-40B4-BE49-F238E27FC236}">
                <a16:creationId xmlns:a16="http://schemas.microsoft.com/office/drawing/2014/main" id="{539CE9F0-0A2D-ADFE-B8C9-88E20368393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7" name="Graphic 6">
            <a:extLst>
              <a:ext uri="{FF2B5EF4-FFF2-40B4-BE49-F238E27FC236}">
                <a16:creationId xmlns:a16="http://schemas.microsoft.com/office/drawing/2014/main" id="{F67A8346-0540-B3AC-6CA8-558275243E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cxnSp>
        <p:nvCxnSpPr>
          <p:cNvPr id="10" name="Straight Connector 9">
            <a:extLst>
              <a:ext uri="{FF2B5EF4-FFF2-40B4-BE49-F238E27FC236}">
                <a16:creationId xmlns:a16="http://schemas.microsoft.com/office/drawing/2014/main" id="{5368FDF5-9D25-12C1-B191-76FBBA845B4A}"/>
              </a:ext>
            </a:extLst>
          </p:cNvPr>
          <p:cNvCxnSpPr/>
          <p:nvPr userDrawn="1"/>
        </p:nvCxnSpPr>
        <p:spPr>
          <a:xfrm>
            <a:off x="642938" y="6438900"/>
            <a:ext cx="0" cy="3333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3336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6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589045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2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22208236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3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cxnSp>
        <p:nvCxnSpPr>
          <p:cNvPr id="7" name="Straight Connector 6">
            <a:extLst>
              <a:ext uri="{FF2B5EF4-FFF2-40B4-BE49-F238E27FC236}">
                <a16:creationId xmlns:a16="http://schemas.microsoft.com/office/drawing/2014/main" id="{B6BC0BB4-75E9-F4E3-EF67-1E19DD350378}"/>
              </a:ext>
            </a:extLst>
          </p:cNvPr>
          <p:cNvCxnSpPr/>
          <p:nvPr userDrawn="1"/>
        </p:nvCxnSpPr>
        <p:spPr>
          <a:xfrm>
            <a:off x="642938" y="6438900"/>
            <a:ext cx="0" cy="3333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45926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4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0620318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7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6" name="Text Placeholder 6">
            <a:extLst>
              <a:ext uri="{FF2B5EF4-FFF2-40B4-BE49-F238E27FC236}">
                <a16:creationId xmlns:a16="http://schemas.microsoft.com/office/drawing/2014/main" id="{F6072F1D-F085-17B7-D2EB-41905CF2893C}"/>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9C155A48-3881-F727-7AAD-6C5541F570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503123571"/>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ontserrat" panose="00000500000000000000" pitchFamily="2" charset="0"/>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178963430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5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ontserrat" panose="00000500000000000000" pitchFamily="2" charset="0"/>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328934122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6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15" name="Graphic 14">
            <a:extLst>
              <a:ext uri="{FF2B5EF4-FFF2-40B4-BE49-F238E27FC236}">
                <a16:creationId xmlns:a16="http://schemas.microsoft.com/office/drawing/2014/main" id="{4457594D-D0AE-0789-5EF6-A9901C89AF4B}"/>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201860913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9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3" name="Graphic 2">
            <a:extLst>
              <a:ext uri="{FF2B5EF4-FFF2-40B4-BE49-F238E27FC236}">
                <a16:creationId xmlns:a16="http://schemas.microsoft.com/office/drawing/2014/main" id="{13872BEF-0E86-6EB3-76CB-07BF9FCAA192}"/>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193538276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8" name="Graphic 7">
            <a:extLst>
              <a:ext uri="{FF2B5EF4-FFF2-40B4-BE49-F238E27FC236}">
                <a16:creationId xmlns:a16="http://schemas.microsoft.com/office/drawing/2014/main" id="{FE744D56-A27B-9A75-A311-8417919185C0}"/>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206565924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0_Blank Layout">
    <p:bg>
      <p:bgPr>
        <a:solidFill>
          <a:schemeClr val="tx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F63E89E-77A2-EAAF-8A92-81D2CC9895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836912" y="312036"/>
            <a:ext cx="10519764" cy="6233933"/>
          </a:xfrm>
          <a:prstGeom prst="rect">
            <a:avLst/>
          </a:prstGeom>
        </p:spPr>
      </p:pic>
      <p:sp>
        <p:nvSpPr>
          <p:cNvPr id="12" name="Slide Number Placeholder 13">
            <a:extLst>
              <a:ext uri="{FF2B5EF4-FFF2-40B4-BE49-F238E27FC236}">
                <a16:creationId xmlns:a16="http://schemas.microsoft.com/office/drawing/2014/main" id="{C68CB7A0-4AF5-282B-B634-D3FCF8E10152}"/>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13" name="TextBox 12">
            <a:extLst>
              <a:ext uri="{FF2B5EF4-FFF2-40B4-BE49-F238E27FC236}">
                <a16:creationId xmlns:a16="http://schemas.microsoft.com/office/drawing/2014/main" id="{34E477CF-3776-EA59-C763-CA62E8EF9C1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14" name="Graphic 13">
            <a:extLst>
              <a:ext uri="{FF2B5EF4-FFF2-40B4-BE49-F238E27FC236}">
                <a16:creationId xmlns:a16="http://schemas.microsoft.com/office/drawing/2014/main" id="{180548EB-D89C-2304-090C-D59B43E656F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84386" y="1811780"/>
            <a:ext cx="822524" cy="822524"/>
          </a:xfrm>
          <a:prstGeom prst="rect">
            <a:avLst/>
          </a:prstGeom>
        </p:spPr>
      </p:pic>
      <p:sp>
        <p:nvSpPr>
          <p:cNvPr id="3" name="Text Placeholder 6">
            <a:extLst>
              <a:ext uri="{FF2B5EF4-FFF2-40B4-BE49-F238E27FC236}">
                <a16:creationId xmlns:a16="http://schemas.microsoft.com/office/drawing/2014/main" id="{DBEC13E4-D7F9-FAFE-CCD1-D4E006A20636}"/>
              </a:ext>
            </a:extLst>
          </p:cNvPr>
          <p:cNvSpPr>
            <a:spLocks noGrp="1"/>
          </p:cNvSpPr>
          <p:nvPr>
            <p:ph type="body" sz="quarter" idx="15" hasCustomPrompt="1"/>
          </p:nvPr>
        </p:nvSpPr>
        <p:spPr>
          <a:xfrm>
            <a:off x="7419295" y="4841909"/>
            <a:ext cx="2895778" cy="298129"/>
          </a:xfrm>
          <a:prstGeom prst="rect">
            <a:avLst/>
          </a:prstGeom>
        </p:spPr>
        <p:txBody>
          <a:bodyPr lIns="0" tIns="0" rIns="0" bIns="0">
            <a:normAutofit/>
          </a:bodyPr>
          <a:lstStyle>
            <a:lvl1pPr marL="0" indent="0" algn="r">
              <a:lnSpc>
                <a:spcPct val="100000"/>
              </a:lnSpc>
              <a:buClr>
                <a:schemeClr val="accent1"/>
              </a:buClr>
              <a:buSzPct val="100000"/>
              <a:buNone/>
              <a:defRPr sz="1800" b="1" i="0">
                <a:solidFill>
                  <a:srgbClr val="003059"/>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4" name="Text Placeholder 6">
            <a:extLst>
              <a:ext uri="{FF2B5EF4-FFF2-40B4-BE49-F238E27FC236}">
                <a16:creationId xmlns:a16="http://schemas.microsoft.com/office/drawing/2014/main" id="{CEB33F29-1057-CCF5-5084-7A29B795E0DD}"/>
              </a:ext>
            </a:extLst>
          </p:cNvPr>
          <p:cNvSpPr>
            <a:spLocks noGrp="1"/>
          </p:cNvSpPr>
          <p:nvPr>
            <p:ph type="body" sz="quarter" idx="14" hasCustomPrompt="1"/>
          </p:nvPr>
        </p:nvSpPr>
        <p:spPr>
          <a:xfrm>
            <a:off x="1716468" y="2874712"/>
            <a:ext cx="8598604" cy="1733223"/>
          </a:xfrm>
          <a:prstGeom prst="rect">
            <a:avLst/>
          </a:prstGeom>
        </p:spPr>
        <p:txBody>
          <a:bodyPr lIns="0" tIns="0" rIns="0" bIns="0">
            <a:normAutofit/>
          </a:bodyPr>
          <a:lstStyle>
            <a:lvl1pPr marL="0" indent="0">
              <a:lnSpc>
                <a:spcPct val="100000"/>
              </a:lnSpc>
              <a:buClr>
                <a:schemeClr val="accent1"/>
              </a:buClr>
              <a:buSzPct val="100000"/>
              <a:buNone/>
              <a:defRPr sz="2800" b="0" i="0">
                <a:solidFill>
                  <a:srgbClr val="003059"/>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pic>
        <p:nvPicPr>
          <p:cNvPr id="5" name="Graphic 4">
            <a:extLst>
              <a:ext uri="{FF2B5EF4-FFF2-40B4-BE49-F238E27FC236}">
                <a16:creationId xmlns:a16="http://schemas.microsoft.com/office/drawing/2014/main" id="{828BD3A7-5061-194D-6A1D-08057C1B86F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9330" y="6496842"/>
            <a:ext cx="365820" cy="194762"/>
          </a:xfrm>
          <a:prstGeom prst="rect">
            <a:avLst/>
          </a:prstGeom>
        </p:spPr>
      </p:pic>
    </p:spTree>
    <p:extLst>
      <p:ext uri="{BB962C8B-B14F-4D97-AF65-F5344CB8AC3E}">
        <p14:creationId xmlns:p14="http://schemas.microsoft.com/office/powerpoint/2010/main" val="631998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60_Blank Layout">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F63E89E-77A2-EAAF-8A92-81D2CC9895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836912" y="312034"/>
            <a:ext cx="10519764" cy="6233933"/>
          </a:xfrm>
          <a:prstGeom prst="rect">
            <a:avLst/>
          </a:prstGeom>
        </p:spPr>
      </p:pic>
      <p:sp>
        <p:nvSpPr>
          <p:cNvPr id="3" name="Slide Number Placeholder 13">
            <a:extLst>
              <a:ext uri="{FF2B5EF4-FFF2-40B4-BE49-F238E27FC236}">
                <a16:creationId xmlns:a16="http://schemas.microsoft.com/office/drawing/2014/main" id="{D8C632EA-3AD9-2603-9AED-7C97CBADC523}"/>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anose="00000500000000000000" pitchFamily="2" charset="0"/>
              </a:rPr>
              <a:pPr/>
              <a:t>‹#›</a:t>
            </a:fld>
            <a:endParaRPr lang="en-US" sz="800">
              <a:solidFill>
                <a:srgbClr val="00EDED"/>
              </a:solidFill>
              <a:latin typeface="Montserrat" panose="00000500000000000000" pitchFamily="2" charset="0"/>
            </a:endParaRPr>
          </a:p>
        </p:txBody>
      </p:sp>
      <p:sp>
        <p:nvSpPr>
          <p:cNvPr id="9" name="TextBox 8">
            <a:extLst>
              <a:ext uri="{FF2B5EF4-FFF2-40B4-BE49-F238E27FC236}">
                <a16:creationId xmlns:a16="http://schemas.microsoft.com/office/drawing/2014/main" id="{A43D2512-3FD7-EF22-735E-E65508912CF7}"/>
              </a:ext>
            </a:extLst>
          </p:cNvPr>
          <p:cNvSpPr txBox="1"/>
          <p:nvPr userDrawn="1"/>
        </p:nvSpPr>
        <p:spPr>
          <a:xfrm>
            <a:off x="10415491" y="6506879"/>
            <a:ext cx="1173346"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anose="00000500000000000000" pitchFamily="2" charset="0"/>
              </a:rPr>
              <a:t>Private and Confidential</a:t>
            </a:r>
          </a:p>
        </p:txBody>
      </p:sp>
      <p:pic>
        <p:nvPicPr>
          <p:cNvPr id="14" name="Graphic 13">
            <a:extLst>
              <a:ext uri="{FF2B5EF4-FFF2-40B4-BE49-F238E27FC236}">
                <a16:creationId xmlns:a16="http://schemas.microsoft.com/office/drawing/2014/main" id="{180548EB-D89C-2304-090C-D59B43E656F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84386" y="1811780"/>
            <a:ext cx="822524" cy="822524"/>
          </a:xfrm>
          <a:prstGeom prst="rect">
            <a:avLst/>
          </a:prstGeom>
        </p:spPr>
      </p:pic>
      <p:sp>
        <p:nvSpPr>
          <p:cNvPr id="10" name="Text Placeholder 6">
            <a:extLst>
              <a:ext uri="{FF2B5EF4-FFF2-40B4-BE49-F238E27FC236}">
                <a16:creationId xmlns:a16="http://schemas.microsoft.com/office/drawing/2014/main" id="{45193A17-F8C5-D146-3A5A-5E485B9ED46B}"/>
              </a:ext>
            </a:extLst>
          </p:cNvPr>
          <p:cNvSpPr>
            <a:spLocks noGrp="1"/>
          </p:cNvSpPr>
          <p:nvPr>
            <p:ph type="body" sz="quarter" idx="15" hasCustomPrompt="1"/>
          </p:nvPr>
        </p:nvSpPr>
        <p:spPr>
          <a:xfrm>
            <a:off x="7419295" y="4841909"/>
            <a:ext cx="2895778" cy="298129"/>
          </a:xfrm>
          <a:prstGeom prst="rect">
            <a:avLst/>
          </a:prstGeom>
        </p:spPr>
        <p:txBody>
          <a:bodyPr lIns="0" tIns="0" rIns="0" bIns="0">
            <a:normAutofit/>
          </a:bodyPr>
          <a:lstStyle>
            <a:lvl1pPr marL="0" indent="0" algn="r">
              <a:lnSpc>
                <a:spcPct val="100000"/>
              </a:lnSpc>
              <a:buClr>
                <a:schemeClr val="accent1"/>
              </a:buClr>
              <a:buSzPct val="100000"/>
              <a:buNone/>
              <a:defRPr sz="1800" b="1" i="0">
                <a:solidFill>
                  <a:srgbClr val="00EDED"/>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11" name="Text Placeholder 6">
            <a:extLst>
              <a:ext uri="{FF2B5EF4-FFF2-40B4-BE49-F238E27FC236}">
                <a16:creationId xmlns:a16="http://schemas.microsoft.com/office/drawing/2014/main" id="{CE603B27-C0EE-8449-B50B-96312C647081}"/>
              </a:ext>
            </a:extLst>
          </p:cNvPr>
          <p:cNvSpPr>
            <a:spLocks noGrp="1"/>
          </p:cNvSpPr>
          <p:nvPr>
            <p:ph type="body" sz="quarter" idx="14" hasCustomPrompt="1"/>
          </p:nvPr>
        </p:nvSpPr>
        <p:spPr>
          <a:xfrm>
            <a:off x="1716468" y="2874712"/>
            <a:ext cx="8598604" cy="1733223"/>
          </a:xfrm>
          <a:prstGeom prst="rect">
            <a:avLst/>
          </a:prstGeom>
        </p:spPr>
        <p:txBody>
          <a:bodyPr lIns="0" tIns="0" rIns="0" bIns="0">
            <a:normAutofit/>
          </a:bodyPr>
          <a:lstStyle>
            <a:lvl1pPr marL="0" indent="0">
              <a:lnSpc>
                <a:spcPct val="100000"/>
              </a:lnSpc>
              <a:buClr>
                <a:schemeClr val="accent1"/>
              </a:buClr>
              <a:buSzPct val="100000"/>
              <a:buNone/>
              <a:defRPr sz="2800" b="0" i="0">
                <a:solidFill>
                  <a:srgbClr val="00EDED"/>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pic>
        <p:nvPicPr>
          <p:cNvPr id="17" name="Graphic 16">
            <a:extLst>
              <a:ext uri="{FF2B5EF4-FFF2-40B4-BE49-F238E27FC236}">
                <a16:creationId xmlns:a16="http://schemas.microsoft.com/office/drawing/2014/main" id="{61D8CD9A-9672-B87A-D132-8EFA6A2426C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9330" y="6496842"/>
            <a:ext cx="365820" cy="194762"/>
          </a:xfrm>
          <a:prstGeom prst="rect">
            <a:avLst/>
          </a:prstGeom>
        </p:spPr>
      </p:pic>
    </p:spTree>
    <p:extLst>
      <p:ext uri="{BB962C8B-B14F-4D97-AF65-F5344CB8AC3E}">
        <p14:creationId xmlns:p14="http://schemas.microsoft.com/office/powerpoint/2010/main" val="26565260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1_Blank Layout">
    <p:bg>
      <p:bgPr>
        <a:solidFill>
          <a:schemeClr val="accent4"/>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F63E89E-77A2-EAAF-8A92-81D2CC9895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836912" y="312036"/>
            <a:ext cx="10519764" cy="6233933"/>
          </a:xfrm>
          <a:prstGeom prst="rect">
            <a:avLst/>
          </a:prstGeom>
        </p:spPr>
      </p:pic>
      <p:pic>
        <p:nvPicPr>
          <p:cNvPr id="14" name="Graphic 13">
            <a:extLst>
              <a:ext uri="{FF2B5EF4-FFF2-40B4-BE49-F238E27FC236}">
                <a16:creationId xmlns:a16="http://schemas.microsoft.com/office/drawing/2014/main" id="{180548EB-D89C-2304-090C-D59B43E656F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84386" y="1811780"/>
            <a:ext cx="822524" cy="822524"/>
          </a:xfrm>
          <a:prstGeom prst="rect">
            <a:avLst/>
          </a:prstGeom>
        </p:spPr>
      </p:pic>
      <p:sp>
        <p:nvSpPr>
          <p:cNvPr id="3" name="Text Placeholder 6">
            <a:extLst>
              <a:ext uri="{FF2B5EF4-FFF2-40B4-BE49-F238E27FC236}">
                <a16:creationId xmlns:a16="http://schemas.microsoft.com/office/drawing/2014/main" id="{4C1257D1-8739-D5FA-206E-DED8DBB05C1B}"/>
              </a:ext>
            </a:extLst>
          </p:cNvPr>
          <p:cNvSpPr>
            <a:spLocks noGrp="1"/>
          </p:cNvSpPr>
          <p:nvPr>
            <p:ph type="body" sz="quarter" idx="15" hasCustomPrompt="1"/>
          </p:nvPr>
        </p:nvSpPr>
        <p:spPr>
          <a:xfrm>
            <a:off x="7419295" y="4841909"/>
            <a:ext cx="2895778" cy="298129"/>
          </a:xfrm>
          <a:prstGeom prst="rect">
            <a:avLst/>
          </a:prstGeom>
        </p:spPr>
        <p:txBody>
          <a:bodyPr lIns="0" tIns="0" rIns="0" bIns="0">
            <a:normAutofit/>
          </a:bodyPr>
          <a:lstStyle>
            <a:lvl1pPr marL="0" indent="0" algn="r">
              <a:lnSpc>
                <a:spcPct val="100000"/>
              </a:lnSpc>
              <a:buClr>
                <a:schemeClr val="accent1"/>
              </a:buClr>
              <a:buSzPct val="100000"/>
              <a:buNone/>
              <a:defRPr sz="1800" b="1"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4" name="Text Placeholder 6">
            <a:extLst>
              <a:ext uri="{FF2B5EF4-FFF2-40B4-BE49-F238E27FC236}">
                <a16:creationId xmlns:a16="http://schemas.microsoft.com/office/drawing/2014/main" id="{FEE2BC6C-4C59-D012-A713-3AE20B34D183}"/>
              </a:ext>
            </a:extLst>
          </p:cNvPr>
          <p:cNvSpPr>
            <a:spLocks noGrp="1"/>
          </p:cNvSpPr>
          <p:nvPr>
            <p:ph type="body" sz="quarter" idx="14" hasCustomPrompt="1"/>
          </p:nvPr>
        </p:nvSpPr>
        <p:spPr>
          <a:xfrm>
            <a:off x="1716468" y="2874712"/>
            <a:ext cx="8598604" cy="1733223"/>
          </a:xfrm>
          <a:prstGeom prst="rect">
            <a:avLst/>
          </a:prstGeom>
        </p:spPr>
        <p:txBody>
          <a:bodyPr lIns="0" tIns="0" rIns="0" bIns="0">
            <a:normAutofit/>
          </a:bodyPr>
          <a:lstStyle>
            <a:lvl1pPr marL="0" indent="0">
              <a:lnSpc>
                <a:spcPct val="100000"/>
              </a:lnSpc>
              <a:buClr>
                <a:schemeClr val="accent1"/>
              </a:buClr>
              <a:buSzPct val="100000"/>
              <a:buNone/>
              <a:defRPr sz="28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5" name="Slide Number Placeholder 13">
            <a:extLst>
              <a:ext uri="{FF2B5EF4-FFF2-40B4-BE49-F238E27FC236}">
                <a16:creationId xmlns:a16="http://schemas.microsoft.com/office/drawing/2014/main" id="{7E90A6B1-8A15-0EC2-2BC3-503EC458FA91}"/>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anose="00000500000000000000" pitchFamily="2" charset="0"/>
              </a:rPr>
              <a:pPr/>
              <a:t>‹#›</a:t>
            </a:fld>
            <a:endParaRPr lang="en-US" sz="800">
              <a:solidFill>
                <a:schemeClr val="tx1"/>
              </a:solidFill>
              <a:latin typeface="Montserrat" panose="00000500000000000000" pitchFamily="2" charset="0"/>
            </a:endParaRPr>
          </a:p>
        </p:txBody>
      </p:sp>
      <p:sp>
        <p:nvSpPr>
          <p:cNvPr id="9" name="TextBox 8">
            <a:extLst>
              <a:ext uri="{FF2B5EF4-FFF2-40B4-BE49-F238E27FC236}">
                <a16:creationId xmlns:a16="http://schemas.microsoft.com/office/drawing/2014/main" id="{82F8C5CB-B15F-2528-A16C-4EB8A42C5D39}"/>
              </a:ext>
            </a:extLst>
          </p:cNvPr>
          <p:cNvSpPr txBox="1"/>
          <p:nvPr userDrawn="1"/>
        </p:nvSpPr>
        <p:spPr>
          <a:xfrm>
            <a:off x="10415491" y="6506879"/>
            <a:ext cx="1173346"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anose="00000500000000000000" pitchFamily="2" charset="0"/>
              </a:rPr>
              <a:t>Private and Confidential</a:t>
            </a:r>
          </a:p>
        </p:txBody>
      </p:sp>
      <p:pic>
        <p:nvPicPr>
          <p:cNvPr id="10" name="Graphic 9">
            <a:extLst>
              <a:ext uri="{FF2B5EF4-FFF2-40B4-BE49-F238E27FC236}">
                <a16:creationId xmlns:a16="http://schemas.microsoft.com/office/drawing/2014/main" id="{AB06B372-A6BF-E435-375F-18314CD4E62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9330" y="6496842"/>
            <a:ext cx="365820" cy="194762"/>
          </a:xfrm>
          <a:prstGeom prst="rect">
            <a:avLst/>
          </a:prstGeom>
        </p:spPr>
      </p:pic>
    </p:spTree>
    <p:extLst>
      <p:ext uri="{BB962C8B-B14F-4D97-AF65-F5344CB8AC3E}">
        <p14:creationId xmlns:p14="http://schemas.microsoft.com/office/powerpoint/2010/main" val="39874735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2_Blank Layout">
    <p:bg>
      <p:bgPr>
        <a:solidFill>
          <a:schemeClr val="tx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477" y="1927124"/>
            <a:ext cx="5772637"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3059"/>
                </a:solidFill>
                <a:latin typeface="Montserrat" panose="00000500000000000000" pitchFamily="2" charset="0"/>
              </a:rPr>
              <a:t>Q&amp;A</a:t>
            </a:r>
          </a:p>
        </p:txBody>
      </p:sp>
      <p:sp>
        <p:nvSpPr>
          <p:cNvPr id="6" name="Freeform 5">
            <a:extLst>
              <a:ext uri="{FF2B5EF4-FFF2-40B4-BE49-F238E27FC236}">
                <a16:creationId xmlns:a16="http://schemas.microsoft.com/office/drawing/2014/main" id="{E62FD1CA-5E48-5862-1268-DF1922074B44}"/>
              </a:ext>
            </a:extLst>
          </p:cNvPr>
          <p:cNvSpPr>
            <a:spLocks/>
          </p:cNvSpPr>
          <p:nvPr userDrawn="1"/>
        </p:nvSpPr>
        <p:spPr>
          <a:xfrm>
            <a:off x="0" y="1781183"/>
            <a:ext cx="215324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3059"/>
          </a:solidFill>
          <a:ln w="17383" cap="flat">
            <a:noFill/>
            <a:prstDash val="solid"/>
            <a:miter/>
          </a:ln>
        </p:spPr>
        <p:txBody>
          <a:bodyPr rtlCol="0" anchor="ctr"/>
          <a:lstStyle/>
          <a:p>
            <a:endParaRPr lang="en-US" sz="1800">
              <a:latin typeface="Montserrat" panose="00000500000000000000" pitchFamily="2" charset="0"/>
            </a:endParaRPr>
          </a:p>
        </p:txBody>
      </p:sp>
    </p:spTree>
    <p:extLst>
      <p:ext uri="{BB962C8B-B14F-4D97-AF65-F5344CB8AC3E}">
        <p14:creationId xmlns:p14="http://schemas.microsoft.com/office/powerpoint/2010/main" val="18752233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4_Blank Layout">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477" y="1927124"/>
            <a:ext cx="5772637"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EDED"/>
                </a:solidFill>
                <a:latin typeface="Montserrat" panose="00000500000000000000" pitchFamily="2" charset="0"/>
              </a:rPr>
              <a:t>Q&amp;A</a:t>
            </a:r>
          </a:p>
        </p:txBody>
      </p:sp>
      <p:sp>
        <p:nvSpPr>
          <p:cNvPr id="6" name="Freeform 5">
            <a:extLst>
              <a:ext uri="{FF2B5EF4-FFF2-40B4-BE49-F238E27FC236}">
                <a16:creationId xmlns:a16="http://schemas.microsoft.com/office/drawing/2014/main" id="{48F93217-BC79-CAE2-81BF-649EC04DD56C}"/>
              </a:ext>
            </a:extLst>
          </p:cNvPr>
          <p:cNvSpPr>
            <a:spLocks/>
          </p:cNvSpPr>
          <p:nvPr userDrawn="1"/>
        </p:nvSpPr>
        <p:spPr>
          <a:xfrm>
            <a:off x="0" y="1781183"/>
            <a:ext cx="215324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EDED"/>
          </a:solidFill>
          <a:ln w="17383" cap="flat">
            <a:noFill/>
            <a:prstDash val="solid"/>
            <a:miter/>
          </a:ln>
        </p:spPr>
        <p:txBody>
          <a:bodyPr rtlCol="0" anchor="ctr"/>
          <a:lstStyle/>
          <a:p>
            <a:endParaRPr lang="en-US" sz="1800">
              <a:latin typeface="Montserrat" panose="00000500000000000000" pitchFamily="2" charset="0"/>
            </a:endParaRPr>
          </a:p>
        </p:txBody>
      </p:sp>
    </p:spTree>
    <p:extLst>
      <p:ext uri="{BB962C8B-B14F-4D97-AF65-F5344CB8AC3E}">
        <p14:creationId xmlns:p14="http://schemas.microsoft.com/office/powerpoint/2010/main" val="13249562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3_Blank Layout">
    <p:bg>
      <p:bgPr>
        <a:solidFill>
          <a:schemeClr val="accent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477" y="1927124"/>
            <a:ext cx="5772637"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EDED"/>
                </a:solidFill>
                <a:latin typeface="Montserrat" panose="00000500000000000000" pitchFamily="2" charset="0"/>
              </a:rPr>
              <a:t>Q&amp;A</a:t>
            </a:r>
          </a:p>
        </p:txBody>
      </p:sp>
      <p:sp>
        <p:nvSpPr>
          <p:cNvPr id="6" name="Freeform 5">
            <a:extLst>
              <a:ext uri="{FF2B5EF4-FFF2-40B4-BE49-F238E27FC236}">
                <a16:creationId xmlns:a16="http://schemas.microsoft.com/office/drawing/2014/main" id="{AE91DE7F-49D5-FF1B-5CAA-451E48CC039A}"/>
              </a:ext>
            </a:extLst>
          </p:cNvPr>
          <p:cNvSpPr>
            <a:spLocks/>
          </p:cNvSpPr>
          <p:nvPr userDrawn="1"/>
        </p:nvSpPr>
        <p:spPr>
          <a:xfrm>
            <a:off x="0" y="1781183"/>
            <a:ext cx="215324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EDED"/>
          </a:solidFill>
          <a:ln w="17383" cap="flat">
            <a:noFill/>
            <a:prstDash val="solid"/>
            <a:miter/>
          </a:ln>
        </p:spPr>
        <p:txBody>
          <a:bodyPr rtlCol="0" anchor="ctr"/>
          <a:lstStyle/>
          <a:p>
            <a:endParaRPr lang="en-US" sz="1800">
              <a:latin typeface="Montserrat" panose="00000500000000000000" pitchFamily="2" charset="0"/>
            </a:endParaRPr>
          </a:p>
        </p:txBody>
      </p:sp>
    </p:spTree>
    <p:extLst>
      <p:ext uri="{BB962C8B-B14F-4D97-AF65-F5344CB8AC3E}">
        <p14:creationId xmlns:p14="http://schemas.microsoft.com/office/powerpoint/2010/main" val="31543089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End Pag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rgbClr val="F4F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544" y="0"/>
            <a:ext cx="5501816" cy="1862048"/>
          </a:xfrm>
          <a:prstGeom prst="rect">
            <a:avLst/>
          </a:prstGeom>
          <a:noFill/>
        </p:spPr>
        <p:txBody>
          <a:bodyPr wrap="square" lIns="91428" tIns="45714" rIns="91428" bIns="45714" rtlCol="0" anchor="t">
            <a:spAutoFit/>
          </a:bodyPr>
          <a:lstStyle/>
          <a:p>
            <a:r>
              <a:rPr lang="en-GB" sz="11499" b="0" i="0">
                <a:solidFill>
                  <a:srgbClr val="003059"/>
                </a:solidFill>
                <a:latin typeface="Montserrat" panose="00000500000000000000" pitchFamily="2" charset="0"/>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5167" y="4669676"/>
            <a:ext cx="3963089" cy="1862048"/>
          </a:xfrm>
          <a:prstGeom prst="rect">
            <a:avLst/>
          </a:prstGeom>
          <a:noFill/>
        </p:spPr>
        <p:txBody>
          <a:bodyPr wrap="square" lIns="91428" tIns="45714" rIns="91428" bIns="45714" rtlCol="0" anchor="t">
            <a:spAutoFit/>
          </a:bodyPr>
          <a:lstStyle/>
          <a:p>
            <a:pPr algn="r"/>
            <a:r>
              <a:rPr lang="en-GB" sz="11499" b="0" i="0">
                <a:solidFill>
                  <a:srgbClr val="003059"/>
                </a:solidFill>
                <a:latin typeface="Montserrat" panose="00000500000000000000" pitchFamily="2" charset="0"/>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3468" y="2584108"/>
            <a:ext cx="2506655" cy="1689789"/>
          </a:xfrm>
          <a:prstGeom prst="rect">
            <a:avLst/>
          </a:prstGeom>
        </p:spPr>
      </p:pic>
    </p:spTree>
    <p:extLst>
      <p:ext uri="{BB962C8B-B14F-4D97-AF65-F5344CB8AC3E}">
        <p14:creationId xmlns:p14="http://schemas.microsoft.com/office/powerpoint/2010/main" val="251870117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End Pag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rgbClr val="0030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544" y="0"/>
            <a:ext cx="5501816" cy="1862048"/>
          </a:xfrm>
          <a:prstGeom prst="rect">
            <a:avLst/>
          </a:prstGeom>
          <a:noFill/>
        </p:spPr>
        <p:txBody>
          <a:bodyPr wrap="square" lIns="91428" tIns="45714" rIns="91428" bIns="45714" rtlCol="0" anchor="t">
            <a:spAutoFit/>
          </a:bodyPr>
          <a:lstStyle/>
          <a:p>
            <a:r>
              <a:rPr lang="en-GB" sz="11499" b="0" i="0">
                <a:solidFill>
                  <a:srgbClr val="00EDED"/>
                </a:solidFill>
                <a:latin typeface="Montserrat" panose="00000500000000000000" pitchFamily="2" charset="0"/>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5167" y="4669676"/>
            <a:ext cx="3963089" cy="1862048"/>
          </a:xfrm>
          <a:prstGeom prst="rect">
            <a:avLst/>
          </a:prstGeom>
          <a:noFill/>
        </p:spPr>
        <p:txBody>
          <a:bodyPr wrap="square" lIns="91428" tIns="45714" rIns="91428" bIns="45714" rtlCol="0" anchor="t">
            <a:spAutoFit/>
          </a:bodyPr>
          <a:lstStyle/>
          <a:p>
            <a:pPr algn="r"/>
            <a:r>
              <a:rPr lang="en-GB" sz="11499" b="0" i="0">
                <a:solidFill>
                  <a:srgbClr val="00EDED"/>
                </a:solidFill>
                <a:latin typeface="Montserrat" panose="00000500000000000000" pitchFamily="2" charset="0"/>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3468" y="2584108"/>
            <a:ext cx="2506655" cy="1689789"/>
          </a:xfrm>
          <a:prstGeom prst="rect">
            <a:avLst/>
          </a:prstGeom>
        </p:spPr>
      </p:pic>
    </p:spTree>
    <p:extLst>
      <p:ext uri="{BB962C8B-B14F-4D97-AF65-F5344CB8AC3E}">
        <p14:creationId xmlns:p14="http://schemas.microsoft.com/office/powerpoint/2010/main" val="543878936"/>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End Page">
    <p:bg>
      <p:bgPr>
        <a:solidFill>
          <a:schemeClr val="accent4"/>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rgbClr val="3145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544" y="0"/>
            <a:ext cx="5501816" cy="1862048"/>
          </a:xfrm>
          <a:prstGeom prst="rect">
            <a:avLst/>
          </a:prstGeom>
          <a:noFill/>
        </p:spPr>
        <p:txBody>
          <a:bodyPr wrap="square" lIns="91428" tIns="45714" rIns="91428" bIns="45714" rtlCol="0" anchor="t">
            <a:spAutoFit/>
          </a:bodyPr>
          <a:lstStyle/>
          <a:p>
            <a:r>
              <a:rPr lang="en-GB" sz="11499" b="0" i="0">
                <a:solidFill>
                  <a:srgbClr val="00EDED"/>
                </a:solidFill>
                <a:latin typeface="Montserrat" panose="00000500000000000000" pitchFamily="2" charset="0"/>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5167" y="4669676"/>
            <a:ext cx="3963089" cy="1862048"/>
          </a:xfrm>
          <a:prstGeom prst="rect">
            <a:avLst/>
          </a:prstGeom>
          <a:noFill/>
        </p:spPr>
        <p:txBody>
          <a:bodyPr wrap="square" lIns="91428" tIns="45714" rIns="91428" bIns="45714" rtlCol="0" anchor="t">
            <a:spAutoFit/>
          </a:bodyPr>
          <a:lstStyle/>
          <a:p>
            <a:pPr algn="r"/>
            <a:r>
              <a:rPr lang="en-GB" sz="11499" b="0" i="0">
                <a:solidFill>
                  <a:srgbClr val="00EDED"/>
                </a:solidFill>
                <a:latin typeface="Montserrat" panose="00000500000000000000" pitchFamily="2" charset="0"/>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3468" y="2584108"/>
            <a:ext cx="2506655" cy="1689789"/>
          </a:xfrm>
          <a:prstGeom prst="rect">
            <a:avLst/>
          </a:prstGeom>
        </p:spPr>
      </p:pic>
    </p:spTree>
    <p:extLst>
      <p:ext uri="{BB962C8B-B14F-4D97-AF65-F5344CB8AC3E}">
        <p14:creationId xmlns:p14="http://schemas.microsoft.com/office/powerpoint/2010/main" val="311917115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8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5" name="Freeform 4">
            <a:extLst>
              <a:ext uri="{FF2B5EF4-FFF2-40B4-BE49-F238E27FC236}">
                <a16:creationId xmlns:a16="http://schemas.microsoft.com/office/drawing/2014/main" id="{9824B4D0-3F04-527C-43B1-68125C8FEC97}"/>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rgbClr val="F4F3F0"/>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7" name="Graphic 6">
            <a:extLst>
              <a:ext uri="{FF2B5EF4-FFF2-40B4-BE49-F238E27FC236}">
                <a16:creationId xmlns:a16="http://schemas.microsoft.com/office/drawing/2014/main" id="{F4813871-4B64-2E2B-1726-57D9E85038EB}"/>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pic>
        <p:nvPicPr>
          <p:cNvPr id="20" name="Graphic 19">
            <a:extLst>
              <a:ext uri="{FF2B5EF4-FFF2-40B4-BE49-F238E27FC236}">
                <a16:creationId xmlns:a16="http://schemas.microsoft.com/office/drawing/2014/main" id="{ADDC5D70-8B52-7642-4FF8-A49BF00C7F0C}"/>
              </a:ext>
            </a:extLst>
          </p:cNvPr>
          <p:cNvPicPr>
            <a:picLocks noChangeAspect="1"/>
          </p:cNvPicPr>
          <p:nvPr userDrawn="1"/>
        </p:nvPicPr>
        <p:blipFill>
          <a:blip r:embed="rId3">
            <a:extLst>
              <a:ext uri="{96DAC541-7B7A-43D3-8B79-37D633B846F1}">
                <asvg:svgBlip xmlns:asvg="http://schemas.microsoft.com/office/drawing/2016/SVG/main" r:embed="rId5"/>
              </a:ext>
            </a:extLst>
          </a:blip>
          <a:srcRect t="27759" r="85778" b="22482"/>
          <a:stretch>
            <a:fillRect/>
          </a:stretch>
        </p:blipFill>
        <p:spPr>
          <a:xfrm>
            <a:off x="-1713139" y="1875410"/>
            <a:ext cx="1116713" cy="3475849"/>
          </a:xfrm>
          <a:custGeom>
            <a:avLst/>
            <a:gdLst>
              <a:gd name="connsiteX0" fmla="*/ 0 w 1116568"/>
              <a:gd name="connsiteY0" fmla="*/ 0 h 3475849"/>
              <a:gd name="connsiteX1" fmla="*/ 1116568 w 1116568"/>
              <a:gd name="connsiteY1" fmla="*/ 0 h 3475849"/>
              <a:gd name="connsiteX2" fmla="*/ 1116568 w 1116568"/>
              <a:gd name="connsiteY2" fmla="*/ 3475849 h 3475849"/>
              <a:gd name="connsiteX3" fmla="*/ 0 w 1116568"/>
              <a:gd name="connsiteY3" fmla="*/ 3475849 h 3475849"/>
              <a:gd name="connsiteX4" fmla="*/ 0 w 1116568"/>
              <a:gd name="connsiteY4" fmla="*/ 0 h 3475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68" h="3475849">
                <a:moveTo>
                  <a:pt x="0" y="0"/>
                </a:moveTo>
                <a:lnTo>
                  <a:pt x="1116568" y="0"/>
                </a:lnTo>
                <a:lnTo>
                  <a:pt x="1116568" y="3475849"/>
                </a:lnTo>
                <a:lnTo>
                  <a:pt x="0" y="3475849"/>
                </a:lnTo>
                <a:lnTo>
                  <a:pt x="0" y="0"/>
                </a:lnTo>
                <a:close/>
              </a:path>
            </a:pathLst>
          </a:custGeom>
        </p:spPr>
      </p:pic>
      <p:sp>
        <p:nvSpPr>
          <p:cNvPr id="13" name="Rectangle 12">
            <a:extLst>
              <a:ext uri="{FF2B5EF4-FFF2-40B4-BE49-F238E27FC236}">
                <a16:creationId xmlns:a16="http://schemas.microsoft.com/office/drawing/2014/main" id="{945A8390-3C53-AD0A-5BF0-0037A2F28F61}"/>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bg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AF0CC83D-63AE-2502-5128-2F717942A24C}"/>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1"/>
                </a:solidFill>
                <a:latin typeface="+mj-lt"/>
              </a:defRPr>
            </a:lvl1pPr>
          </a:lstStyle>
          <a:p>
            <a:r>
              <a:rPr lang="en-US"/>
              <a:t>Click to </a:t>
            </a:r>
            <a:br>
              <a:rPr lang="en-US"/>
            </a:br>
            <a:r>
              <a:rPr lang="en-US"/>
              <a:t>Add Title</a:t>
            </a:r>
          </a:p>
        </p:txBody>
      </p:sp>
      <p:sp>
        <p:nvSpPr>
          <p:cNvPr id="10" name="Text Placeholder 26">
            <a:extLst>
              <a:ext uri="{FF2B5EF4-FFF2-40B4-BE49-F238E27FC236}">
                <a16:creationId xmlns:a16="http://schemas.microsoft.com/office/drawing/2014/main" id="{1FFE1526-E410-439E-E218-F6B43F9975C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1"/>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14" name="Picture Placeholder 1">
            <a:extLst>
              <a:ext uri="{FF2B5EF4-FFF2-40B4-BE49-F238E27FC236}">
                <a16:creationId xmlns:a16="http://schemas.microsoft.com/office/drawing/2014/main" id="{F8A4B0EB-F0B3-9B89-8AE7-CC98DCEE6AD4}"/>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tx1">
              <a:alpha val="50000"/>
            </a:schemeClr>
          </a:solidFill>
        </p:spPr>
        <p:txBody>
          <a:bodyPr wrap="square" tIns="182880" rIns="274320">
            <a:noAutofit/>
          </a:bodyPr>
          <a:lstStyle>
            <a:lvl1pPr marL="0" indent="0" algn="r">
              <a:buNone/>
              <a:defRPr>
                <a:solidFill>
                  <a:schemeClr val="accent1"/>
                </a:solidFill>
              </a:defRPr>
            </a:lvl1pPr>
          </a:lstStyle>
          <a:p>
            <a:r>
              <a:rPr lang="en-US"/>
              <a:t>Click Icon to Change Image</a:t>
            </a:r>
          </a:p>
        </p:txBody>
      </p:sp>
    </p:spTree>
    <p:extLst>
      <p:ext uri="{BB962C8B-B14F-4D97-AF65-F5344CB8AC3E}">
        <p14:creationId xmlns:p14="http://schemas.microsoft.com/office/powerpoint/2010/main" val="34449264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4F0ECEDF-D9DE-7592-0B71-357D70E3A878}"/>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1"/>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2DF8C957-9870-23A2-6547-7A2EF8BBBD34}"/>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10" name="Rectangle 9">
            <a:extLst>
              <a:ext uri="{FF2B5EF4-FFF2-40B4-BE49-F238E27FC236}">
                <a16:creationId xmlns:a16="http://schemas.microsoft.com/office/drawing/2014/main" id="{00E27D6B-61FE-5F68-1547-0B40A6BC1C37}"/>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13" name="Title 5">
            <a:extLst>
              <a:ext uri="{FF2B5EF4-FFF2-40B4-BE49-F238E27FC236}">
                <a16:creationId xmlns:a16="http://schemas.microsoft.com/office/drawing/2014/main" id="{942BD3F2-20FE-A752-BB0F-C3D3EE77ABCE}"/>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4" name="Text Placeholder 26">
            <a:extLst>
              <a:ext uri="{FF2B5EF4-FFF2-40B4-BE49-F238E27FC236}">
                <a16:creationId xmlns:a16="http://schemas.microsoft.com/office/drawing/2014/main" id="{393A01BC-161A-DC05-237F-91FE8D6F1B2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6" name="Picture Placeholder 1">
            <a:extLst>
              <a:ext uri="{FF2B5EF4-FFF2-40B4-BE49-F238E27FC236}">
                <a16:creationId xmlns:a16="http://schemas.microsoft.com/office/drawing/2014/main" id="{A40F679D-95A9-C697-E711-F2455CB627A1}"/>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1">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21827338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3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CAC9F694-333A-C16E-CF57-6D7A716C8CB3}"/>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4"/>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94DC2324-9991-A207-6E60-CF2B3506C527}"/>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20" name="Rectangle 19">
            <a:extLst>
              <a:ext uri="{FF2B5EF4-FFF2-40B4-BE49-F238E27FC236}">
                <a16:creationId xmlns:a16="http://schemas.microsoft.com/office/drawing/2014/main" id="{76800973-7376-3714-5B15-81DFB3BB791D}"/>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89E49884-BEA7-81F4-EF24-446EB02A8C66}"/>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1" name="Text Placeholder 26">
            <a:extLst>
              <a:ext uri="{FF2B5EF4-FFF2-40B4-BE49-F238E27FC236}">
                <a16:creationId xmlns:a16="http://schemas.microsoft.com/office/drawing/2014/main" id="{9DC3F139-E3F5-F8D8-514D-D7634CA97525}"/>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2" name="Picture Placeholder 1">
            <a:extLst>
              <a:ext uri="{FF2B5EF4-FFF2-40B4-BE49-F238E27FC236}">
                <a16:creationId xmlns:a16="http://schemas.microsoft.com/office/drawing/2014/main" id="{FADA5E31-D0C1-D5C6-9294-ECAE05D04CD0}"/>
              </a:ext>
            </a:extLst>
          </p:cNvPr>
          <p:cNvSpPr>
            <a:spLocks noGrp="1"/>
          </p:cNvSpPr>
          <p:nvPr>
            <p:ph type="pic" sz="quarter" idx="11" hasCustomPrompt="1"/>
          </p:nvPr>
        </p:nvSpPr>
        <p:spPr>
          <a:xfrm>
            <a:off x="2409654" y="-2871"/>
            <a:ext cx="9783934" cy="685799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4">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5154726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4_Blank Layout">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1490560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8_Blank Layout">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3D3C8C8-FECB-72DE-F578-BCF57C71F9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pic>
        <p:nvPicPr>
          <p:cNvPr id="6" name="Graphic 5">
            <a:extLst>
              <a:ext uri="{FF2B5EF4-FFF2-40B4-BE49-F238E27FC236}">
                <a16:creationId xmlns:a16="http://schemas.microsoft.com/office/drawing/2014/main" id="{4977049C-1A0C-EB44-9043-F0D0A48A9A9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7" name="Title 16">
            <a:extLst>
              <a:ext uri="{FF2B5EF4-FFF2-40B4-BE49-F238E27FC236}">
                <a16:creationId xmlns:a16="http://schemas.microsoft.com/office/drawing/2014/main" id="{9454C451-BC89-F5C8-9E09-0B8A282A2169}"/>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
        <p:nvSpPr>
          <p:cNvPr id="12" name="Slide Number Placeholder 13">
            <a:extLst>
              <a:ext uri="{FF2B5EF4-FFF2-40B4-BE49-F238E27FC236}">
                <a16:creationId xmlns:a16="http://schemas.microsoft.com/office/drawing/2014/main" id="{2E13FECC-BBAB-48EC-C0CD-5955A555E8E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13" name="TextBox 12">
            <a:extLst>
              <a:ext uri="{FF2B5EF4-FFF2-40B4-BE49-F238E27FC236}">
                <a16:creationId xmlns:a16="http://schemas.microsoft.com/office/drawing/2014/main" id="{21DC6328-B0EB-05CF-AE19-7852F17088C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14" name="Text Placeholder 26">
            <a:extLst>
              <a:ext uri="{FF2B5EF4-FFF2-40B4-BE49-F238E27FC236}">
                <a16:creationId xmlns:a16="http://schemas.microsoft.com/office/drawing/2014/main" id="{3717CAA2-F6E9-2944-FEF0-0AC5B78B52BB}"/>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5" name="Text Placeholder 26">
            <a:extLst>
              <a:ext uri="{FF2B5EF4-FFF2-40B4-BE49-F238E27FC236}">
                <a16:creationId xmlns:a16="http://schemas.microsoft.com/office/drawing/2014/main" id="{4B192409-E23E-38D9-7FF6-48CA9303DAD8}"/>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6" name="Text Placeholder 26">
            <a:extLst>
              <a:ext uri="{FF2B5EF4-FFF2-40B4-BE49-F238E27FC236}">
                <a16:creationId xmlns:a16="http://schemas.microsoft.com/office/drawing/2014/main" id="{35E92378-0A35-30F2-F088-98E510A9ABD4}"/>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7" name="Text Placeholder 26">
            <a:extLst>
              <a:ext uri="{FF2B5EF4-FFF2-40B4-BE49-F238E27FC236}">
                <a16:creationId xmlns:a16="http://schemas.microsoft.com/office/drawing/2014/main" id="{024AE8F5-DCAA-5558-5BB8-C9AB1D2638CD}"/>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01BA461-B168-1D28-B367-AFDF78BD56D1}"/>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28" name="Text Placeholder 26">
            <a:extLst>
              <a:ext uri="{FF2B5EF4-FFF2-40B4-BE49-F238E27FC236}">
                <a16:creationId xmlns:a16="http://schemas.microsoft.com/office/drawing/2014/main" id="{981D0613-DDB6-55E2-7F29-377A323B1B71}"/>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29" name="Text Placeholder 26">
            <a:extLst>
              <a:ext uri="{FF2B5EF4-FFF2-40B4-BE49-F238E27FC236}">
                <a16:creationId xmlns:a16="http://schemas.microsoft.com/office/drawing/2014/main" id="{6A52C8DF-3903-4D37-1043-B46F2171C78B}"/>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0" name="Text Placeholder 26">
            <a:extLst>
              <a:ext uri="{FF2B5EF4-FFF2-40B4-BE49-F238E27FC236}">
                <a16:creationId xmlns:a16="http://schemas.microsoft.com/office/drawing/2014/main" id="{D96C6EA5-BD3A-40B9-E370-25C066EAB07B}"/>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5077544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76_Blank Layout">
    <p:bg>
      <p:bgPr>
        <a:solidFill>
          <a:schemeClr val="accent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5860EC-EBD5-1284-5AD1-779762250C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37" name="Title 16">
            <a:extLst>
              <a:ext uri="{FF2B5EF4-FFF2-40B4-BE49-F238E27FC236}">
                <a16:creationId xmlns:a16="http://schemas.microsoft.com/office/drawing/2014/main" id="{9E3AD48C-57BF-0EF6-D32F-A560B6D73FEA}"/>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pic>
        <p:nvPicPr>
          <p:cNvPr id="9" name="Graphic 8">
            <a:extLst>
              <a:ext uri="{FF2B5EF4-FFF2-40B4-BE49-F238E27FC236}">
                <a16:creationId xmlns:a16="http://schemas.microsoft.com/office/drawing/2014/main" id="{AF7118C1-7699-267F-B078-51E1BB4BEDD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 name="Slide Number Placeholder 13">
            <a:extLst>
              <a:ext uri="{FF2B5EF4-FFF2-40B4-BE49-F238E27FC236}">
                <a16:creationId xmlns:a16="http://schemas.microsoft.com/office/drawing/2014/main" id="{5B0C2EDA-8A2B-FFDF-090C-18B85505521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5" name="TextBox 4">
            <a:extLst>
              <a:ext uri="{FF2B5EF4-FFF2-40B4-BE49-F238E27FC236}">
                <a16:creationId xmlns:a16="http://schemas.microsoft.com/office/drawing/2014/main" id="{53892686-74AE-215C-78FD-D667A2DDF25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6" name="Text Placeholder 26">
            <a:extLst>
              <a:ext uri="{FF2B5EF4-FFF2-40B4-BE49-F238E27FC236}">
                <a16:creationId xmlns:a16="http://schemas.microsoft.com/office/drawing/2014/main" id="{E1319FC9-9B94-7A4C-A90C-4901B76F360E}"/>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7" name="Text Placeholder 26">
            <a:extLst>
              <a:ext uri="{FF2B5EF4-FFF2-40B4-BE49-F238E27FC236}">
                <a16:creationId xmlns:a16="http://schemas.microsoft.com/office/drawing/2014/main" id="{36990E72-146E-061F-DECA-E864D245F3D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8" name="Text Placeholder 26">
            <a:extLst>
              <a:ext uri="{FF2B5EF4-FFF2-40B4-BE49-F238E27FC236}">
                <a16:creationId xmlns:a16="http://schemas.microsoft.com/office/drawing/2014/main" id="{33EB482E-038E-4A46-5F2E-5AFD8821A756}"/>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0" name="Text Placeholder 26">
            <a:extLst>
              <a:ext uri="{FF2B5EF4-FFF2-40B4-BE49-F238E27FC236}">
                <a16:creationId xmlns:a16="http://schemas.microsoft.com/office/drawing/2014/main" id="{E8B7BE48-D402-FA6D-B9C7-85F6AA7CC37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1" name="Text Placeholder 26">
            <a:extLst>
              <a:ext uri="{FF2B5EF4-FFF2-40B4-BE49-F238E27FC236}">
                <a16:creationId xmlns:a16="http://schemas.microsoft.com/office/drawing/2014/main" id="{772E9D82-C44F-F1EA-8EDD-F9535228AB44}"/>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12" name="Text Placeholder 26">
            <a:extLst>
              <a:ext uri="{FF2B5EF4-FFF2-40B4-BE49-F238E27FC236}">
                <a16:creationId xmlns:a16="http://schemas.microsoft.com/office/drawing/2014/main" id="{D7CB2A0E-1176-0C27-A8D9-3CBFF25740A4}"/>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13" name="Text Placeholder 26">
            <a:extLst>
              <a:ext uri="{FF2B5EF4-FFF2-40B4-BE49-F238E27FC236}">
                <a16:creationId xmlns:a16="http://schemas.microsoft.com/office/drawing/2014/main" id="{5A007A47-92DC-2854-A61A-9CB5A57BB166}"/>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14" name="Text Placeholder 26">
            <a:extLst>
              <a:ext uri="{FF2B5EF4-FFF2-40B4-BE49-F238E27FC236}">
                <a16:creationId xmlns:a16="http://schemas.microsoft.com/office/drawing/2014/main" id="{ABE79067-AFC0-01F6-700C-E96DCAECD4DD}"/>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13203314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8_Blank Layou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37383046-FDF0-07F4-49BB-257AAA38830B}"/>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3" name="Graphic 2">
            <a:extLst>
              <a:ext uri="{FF2B5EF4-FFF2-40B4-BE49-F238E27FC236}">
                <a16:creationId xmlns:a16="http://schemas.microsoft.com/office/drawing/2014/main" id="{F42E0078-518F-0775-395B-44BB00E088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4" name="Slide Number Placeholder 13">
            <a:extLst>
              <a:ext uri="{FF2B5EF4-FFF2-40B4-BE49-F238E27FC236}">
                <a16:creationId xmlns:a16="http://schemas.microsoft.com/office/drawing/2014/main" id="{0B3CA4CB-00E8-E7C2-7117-5839F34D2015}"/>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8" name="TextBox 7">
            <a:extLst>
              <a:ext uri="{FF2B5EF4-FFF2-40B4-BE49-F238E27FC236}">
                <a16:creationId xmlns:a16="http://schemas.microsoft.com/office/drawing/2014/main" id="{8124E859-886D-2C3F-A009-2815A44F2A1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15450570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9_Blank Layout">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6FB1D025-9882-7DC0-721A-FF17CF362B86}"/>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7" name="Graphic 6">
            <a:extLst>
              <a:ext uri="{FF2B5EF4-FFF2-40B4-BE49-F238E27FC236}">
                <a16:creationId xmlns:a16="http://schemas.microsoft.com/office/drawing/2014/main" id="{6ABCB10E-8358-7290-8B97-911E27162AF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8A5A3719-3F72-2168-E169-A0B7AD5FDD2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A2F3F3"/>
                </a:solidFill>
                <a:latin typeface="Montserrat" panose="00000500000000000000" pitchFamily="2" charset="0"/>
              </a:rPr>
              <a:pPr/>
              <a:t>‹#›</a:t>
            </a:fld>
            <a:endParaRPr lang="en-US" sz="800">
              <a:solidFill>
                <a:srgbClr val="A2F3F3"/>
              </a:solidFill>
              <a:latin typeface="Montserrat" panose="00000500000000000000" pitchFamily="2" charset="0"/>
            </a:endParaRPr>
          </a:p>
        </p:txBody>
      </p:sp>
      <p:sp>
        <p:nvSpPr>
          <p:cNvPr id="10" name="TextBox 9">
            <a:extLst>
              <a:ext uri="{FF2B5EF4-FFF2-40B4-BE49-F238E27FC236}">
                <a16:creationId xmlns:a16="http://schemas.microsoft.com/office/drawing/2014/main" id="{0B81B56D-D149-DEF4-4E80-C007D4CD0A79}"/>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A2F3F3"/>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26269838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2_Blank Layout">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29272243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3_Blank Layout">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B3508764-3A47-53E0-B15A-D6B364F6D3A6}"/>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8" name="Graphic 7">
            <a:extLst>
              <a:ext uri="{FF2B5EF4-FFF2-40B4-BE49-F238E27FC236}">
                <a16:creationId xmlns:a16="http://schemas.microsoft.com/office/drawing/2014/main" id="{8EFBF7C8-A378-FA84-9500-3136EB804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10" name="Slide Number Placeholder 13">
            <a:extLst>
              <a:ext uri="{FF2B5EF4-FFF2-40B4-BE49-F238E27FC236}">
                <a16:creationId xmlns:a16="http://schemas.microsoft.com/office/drawing/2014/main" id="{2508B8A1-ADF6-6962-C302-E634B45FACBA}"/>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314550"/>
                </a:solidFill>
                <a:latin typeface="Montserrat" panose="00000500000000000000" pitchFamily="2" charset="0"/>
              </a:rPr>
              <a:pPr/>
              <a:t>‹#›</a:t>
            </a:fld>
            <a:endParaRPr lang="en-US" sz="800">
              <a:solidFill>
                <a:srgbClr val="314550"/>
              </a:solidFill>
              <a:latin typeface="Montserrat" panose="00000500000000000000" pitchFamily="2" charset="0"/>
            </a:endParaRPr>
          </a:p>
        </p:txBody>
      </p:sp>
      <p:sp>
        <p:nvSpPr>
          <p:cNvPr id="11" name="TextBox 10">
            <a:extLst>
              <a:ext uri="{FF2B5EF4-FFF2-40B4-BE49-F238E27FC236}">
                <a16:creationId xmlns:a16="http://schemas.microsoft.com/office/drawing/2014/main" id="{5A905F13-C7C2-A209-FE53-8641D9E22971}"/>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314550"/>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19768439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4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around a table&#10;&#10;Description automatically generated">
            <a:extLst>
              <a:ext uri="{FF2B5EF4-FFF2-40B4-BE49-F238E27FC236}">
                <a16:creationId xmlns:a16="http://schemas.microsoft.com/office/drawing/2014/main" id="{5821DC15-D35E-1617-7D2E-52211B44D648}"/>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5746"/>
          <a:stretch/>
        </p:blipFill>
        <p:spPr>
          <a:xfrm flipH="1">
            <a:off x="20" y="1282"/>
            <a:ext cx="12191980" cy="6856718"/>
          </a:xfrm>
          <a:prstGeom prst="rect">
            <a:avLst/>
          </a:prstGeom>
        </p:spPr>
      </p:pic>
      <p:sp>
        <p:nvSpPr>
          <p:cNvPr id="9" name="Picture Placeholder 6">
            <a:extLst>
              <a:ext uri="{FF2B5EF4-FFF2-40B4-BE49-F238E27FC236}">
                <a16:creationId xmlns:a16="http://schemas.microsoft.com/office/drawing/2014/main" id="{34EB2FB5-65CD-5426-4E77-13DE92392510}"/>
              </a:ext>
            </a:extLst>
          </p:cNvPr>
          <p:cNvSpPr>
            <a:spLocks noGrp="1"/>
          </p:cNvSpPr>
          <p:nvPr>
            <p:ph type="pic" idx="1" hasCustomPrompt="1"/>
          </p:nvPr>
        </p:nvSpPr>
        <p:spPr>
          <a:xfrm>
            <a:off x="804" y="642"/>
            <a:ext cx="12191980" cy="6857359"/>
          </a:xfrm>
          <a:solidFill>
            <a:srgbClr val="354C58">
              <a:alpha val="55000"/>
            </a:srgbClr>
          </a:solidFill>
        </p:spPr>
        <p:txBody>
          <a:bodyPr lIns="91440" tIns="182880" rIns="182880"/>
          <a:lstStyle>
            <a:lvl1pPr marL="0" indent="0" algn="r">
              <a:buNone/>
              <a:defRPr b="0" cap="none" spc="0">
                <a:ln w="0"/>
                <a:solidFill>
                  <a:srgbClr val="F4F3F0"/>
                </a:solidFill>
                <a:effectLst/>
                <a:latin typeface="Montserrat "/>
              </a:defRPr>
            </a:lvl1pPr>
          </a:lstStyle>
          <a:p>
            <a:r>
              <a:rPr lang="en-US">
                <a:solidFill>
                  <a:srgbClr val="003059"/>
                </a:solidFill>
                <a:latin typeface="Montserrat" pitchFamily="2" charset="77"/>
              </a:rPr>
              <a:t>Click Icon to Change Image</a:t>
            </a:r>
          </a:p>
        </p:txBody>
      </p:sp>
      <p:sp>
        <p:nvSpPr>
          <p:cNvPr id="10" name="Title 5">
            <a:extLst>
              <a:ext uri="{FF2B5EF4-FFF2-40B4-BE49-F238E27FC236}">
                <a16:creationId xmlns:a16="http://schemas.microsoft.com/office/drawing/2014/main" id="{66A0AC46-D6C3-F3EC-280B-205EB9224D87}"/>
              </a:ext>
            </a:extLst>
          </p:cNvPr>
          <p:cNvSpPr>
            <a:spLocks noGrp="1"/>
          </p:cNvSpPr>
          <p:nvPr>
            <p:ph type="title" hasCustomPrompt="1"/>
          </p:nvPr>
        </p:nvSpPr>
        <p:spPr>
          <a:xfrm>
            <a:off x="247581" y="349590"/>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11" name="Graphic 10">
            <a:extLst>
              <a:ext uri="{FF2B5EF4-FFF2-40B4-BE49-F238E27FC236}">
                <a16:creationId xmlns:a16="http://schemas.microsoft.com/office/drawing/2014/main" id="{F3CE833F-590E-E457-5307-48C170F86D0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07" y="5609959"/>
            <a:ext cx="2031380" cy="1081646"/>
          </a:xfrm>
          <a:prstGeom prst="rect">
            <a:avLst/>
          </a:prstGeom>
        </p:spPr>
      </p:pic>
      <p:sp>
        <p:nvSpPr>
          <p:cNvPr id="14" name="Slide Number Placeholder 13">
            <a:extLst>
              <a:ext uri="{FF2B5EF4-FFF2-40B4-BE49-F238E27FC236}">
                <a16:creationId xmlns:a16="http://schemas.microsoft.com/office/drawing/2014/main" id="{988BF45E-D89C-8AC1-5433-945AFBF85B1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15" name="TextBox 14">
            <a:extLst>
              <a:ext uri="{FF2B5EF4-FFF2-40B4-BE49-F238E27FC236}">
                <a16:creationId xmlns:a16="http://schemas.microsoft.com/office/drawing/2014/main" id="{4F8ACA2E-1095-998F-ED9A-60959689C7B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13403614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9_Blank Layout">
    <p:bg>
      <p:bgPr>
        <a:solidFill>
          <a:schemeClr val="bg1"/>
        </a:solidFill>
        <a:effectLst/>
      </p:bgPr>
    </p:bg>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Picture Placeholder 6">
            <a:extLst>
              <a:ext uri="{FF2B5EF4-FFF2-40B4-BE49-F238E27FC236}">
                <a16:creationId xmlns:a16="http://schemas.microsoft.com/office/drawing/2014/main" id="{4B643D61-4E19-F932-F775-2196CE08F23F}"/>
              </a:ext>
            </a:extLst>
          </p:cNvPr>
          <p:cNvSpPr>
            <a:spLocks noGrp="1"/>
          </p:cNvSpPr>
          <p:nvPr>
            <p:ph type="pic" idx="1" hasCustomPrompt="1"/>
          </p:nvPr>
        </p:nvSpPr>
        <p:spPr>
          <a:xfrm>
            <a:off x="1415364"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14" name="Rounded Rectangle 13">
            <a:extLst>
              <a:ext uri="{FF2B5EF4-FFF2-40B4-BE49-F238E27FC236}">
                <a16:creationId xmlns:a16="http://schemas.microsoft.com/office/drawing/2014/main" id="{50AE0F57-D710-3C6D-A649-042A87886C8E}"/>
              </a:ext>
            </a:extLst>
          </p:cNvPr>
          <p:cNvSpPr/>
          <p:nvPr userDrawn="1"/>
        </p:nvSpPr>
        <p:spPr>
          <a:xfrm>
            <a:off x="1278186"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1" name="Picture Placeholder 6">
            <a:extLst>
              <a:ext uri="{FF2B5EF4-FFF2-40B4-BE49-F238E27FC236}">
                <a16:creationId xmlns:a16="http://schemas.microsoft.com/office/drawing/2014/main" id="{8EC69596-F447-3B71-2BBB-19094B8B5531}"/>
              </a:ext>
            </a:extLst>
          </p:cNvPr>
          <p:cNvSpPr>
            <a:spLocks noGrp="1"/>
          </p:cNvSpPr>
          <p:nvPr>
            <p:ph type="pic" idx="10" hasCustomPrompt="1"/>
          </p:nvPr>
        </p:nvSpPr>
        <p:spPr>
          <a:xfrm>
            <a:off x="3936658"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2" name="Rounded Rectangle 21">
            <a:extLst>
              <a:ext uri="{FF2B5EF4-FFF2-40B4-BE49-F238E27FC236}">
                <a16:creationId xmlns:a16="http://schemas.microsoft.com/office/drawing/2014/main" id="{C8CCABB2-6CDF-5EF4-D55D-B40617C2FC58}"/>
              </a:ext>
            </a:extLst>
          </p:cNvPr>
          <p:cNvSpPr/>
          <p:nvPr userDrawn="1"/>
        </p:nvSpPr>
        <p:spPr>
          <a:xfrm>
            <a:off x="3799480"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3" name="Picture Placeholder 6">
            <a:extLst>
              <a:ext uri="{FF2B5EF4-FFF2-40B4-BE49-F238E27FC236}">
                <a16:creationId xmlns:a16="http://schemas.microsoft.com/office/drawing/2014/main" id="{DD74B26B-2513-BF8E-CB98-1C1305627BF6}"/>
              </a:ext>
            </a:extLst>
          </p:cNvPr>
          <p:cNvSpPr>
            <a:spLocks noGrp="1"/>
          </p:cNvSpPr>
          <p:nvPr>
            <p:ph type="pic" idx="11" hasCustomPrompt="1"/>
          </p:nvPr>
        </p:nvSpPr>
        <p:spPr>
          <a:xfrm>
            <a:off x="6477004"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4" name="Rounded Rectangle 23">
            <a:extLst>
              <a:ext uri="{FF2B5EF4-FFF2-40B4-BE49-F238E27FC236}">
                <a16:creationId xmlns:a16="http://schemas.microsoft.com/office/drawing/2014/main" id="{A3DE25E0-378E-5DBB-684D-6ED646656594}"/>
              </a:ext>
            </a:extLst>
          </p:cNvPr>
          <p:cNvSpPr/>
          <p:nvPr userDrawn="1"/>
        </p:nvSpPr>
        <p:spPr>
          <a:xfrm>
            <a:off x="6339826"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5" name="Picture Placeholder 6">
            <a:extLst>
              <a:ext uri="{FF2B5EF4-FFF2-40B4-BE49-F238E27FC236}">
                <a16:creationId xmlns:a16="http://schemas.microsoft.com/office/drawing/2014/main" id="{C37C10C8-B44C-1406-1BB8-1224D217AA45}"/>
              </a:ext>
            </a:extLst>
          </p:cNvPr>
          <p:cNvSpPr>
            <a:spLocks noGrp="1"/>
          </p:cNvSpPr>
          <p:nvPr>
            <p:ph type="pic" idx="12" hasCustomPrompt="1"/>
          </p:nvPr>
        </p:nvSpPr>
        <p:spPr>
          <a:xfrm>
            <a:off x="8920593"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6" name="Rounded Rectangle 25">
            <a:extLst>
              <a:ext uri="{FF2B5EF4-FFF2-40B4-BE49-F238E27FC236}">
                <a16:creationId xmlns:a16="http://schemas.microsoft.com/office/drawing/2014/main" id="{CDE370D3-4B33-1790-CE74-89DB41E6F687}"/>
              </a:ext>
            </a:extLst>
          </p:cNvPr>
          <p:cNvSpPr/>
          <p:nvPr userDrawn="1"/>
        </p:nvSpPr>
        <p:spPr>
          <a:xfrm>
            <a:off x="8783415"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9" name="Picture Placeholder 6">
            <a:extLst>
              <a:ext uri="{FF2B5EF4-FFF2-40B4-BE49-F238E27FC236}">
                <a16:creationId xmlns:a16="http://schemas.microsoft.com/office/drawing/2014/main" id="{4EB2874C-0FB0-1D93-F210-ACB08AC58CBA}"/>
              </a:ext>
            </a:extLst>
          </p:cNvPr>
          <p:cNvSpPr>
            <a:spLocks noGrp="1"/>
          </p:cNvSpPr>
          <p:nvPr>
            <p:ph type="pic" idx="13" hasCustomPrompt="1"/>
          </p:nvPr>
        </p:nvSpPr>
        <p:spPr>
          <a:xfrm>
            <a:off x="1415364"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0" name="Rounded Rectangle 29">
            <a:extLst>
              <a:ext uri="{FF2B5EF4-FFF2-40B4-BE49-F238E27FC236}">
                <a16:creationId xmlns:a16="http://schemas.microsoft.com/office/drawing/2014/main" id="{654FD2BD-1D86-CC4E-8D25-A747A2FFA586}"/>
              </a:ext>
            </a:extLst>
          </p:cNvPr>
          <p:cNvSpPr/>
          <p:nvPr userDrawn="1"/>
        </p:nvSpPr>
        <p:spPr>
          <a:xfrm>
            <a:off x="1278186"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1" name="Picture Placeholder 6">
            <a:extLst>
              <a:ext uri="{FF2B5EF4-FFF2-40B4-BE49-F238E27FC236}">
                <a16:creationId xmlns:a16="http://schemas.microsoft.com/office/drawing/2014/main" id="{8FE14263-6A83-084D-470E-01A855392470}"/>
              </a:ext>
            </a:extLst>
          </p:cNvPr>
          <p:cNvSpPr>
            <a:spLocks noGrp="1"/>
          </p:cNvSpPr>
          <p:nvPr>
            <p:ph type="pic" idx="14" hasCustomPrompt="1"/>
          </p:nvPr>
        </p:nvSpPr>
        <p:spPr>
          <a:xfrm>
            <a:off x="3936658"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2" name="Rounded Rectangle 31">
            <a:extLst>
              <a:ext uri="{FF2B5EF4-FFF2-40B4-BE49-F238E27FC236}">
                <a16:creationId xmlns:a16="http://schemas.microsoft.com/office/drawing/2014/main" id="{A205D47D-FAAA-0C6F-296F-57F2F2AE7312}"/>
              </a:ext>
            </a:extLst>
          </p:cNvPr>
          <p:cNvSpPr/>
          <p:nvPr userDrawn="1"/>
        </p:nvSpPr>
        <p:spPr>
          <a:xfrm>
            <a:off x="3799480"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3" name="Picture Placeholder 6">
            <a:extLst>
              <a:ext uri="{FF2B5EF4-FFF2-40B4-BE49-F238E27FC236}">
                <a16:creationId xmlns:a16="http://schemas.microsoft.com/office/drawing/2014/main" id="{92B3E575-5A33-9011-519C-0F974AEEFBBB}"/>
              </a:ext>
            </a:extLst>
          </p:cNvPr>
          <p:cNvSpPr>
            <a:spLocks noGrp="1"/>
          </p:cNvSpPr>
          <p:nvPr>
            <p:ph type="pic" idx="15" hasCustomPrompt="1"/>
          </p:nvPr>
        </p:nvSpPr>
        <p:spPr>
          <a:xfrm>
            <a:off x="6477004"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4" name="Rounded Rectangle 33">
            <a:extLst>
              <a:ext uri="{FF2B5EF4-FFF2-40B4-BE49-F238E27FC236}">
                <a16:creationId xmlns:a16="http://schemas.microsoft.com/office/drawing/2014/main" id="{91F957EF-95C6-2D9D-5AE0-C8050042293D}"/>
              </a:ext>
            </a:extLst>
          </p:cNvPr>
          <p:cNvSpPr/>
          <p:nvPr userDrawn="1"/>
        </p:nvSpPr>
        <p:spPr>
          <a:xfrm>
            <a:off x="6339826"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5" name="Picture Placeholder 6">
            <a:extLst>
              <a:ext uri="{FF2B5EF4-FFF2-40B4-BE49-F238E27FC236}">
                <a16:creationId xmlns:a16="http://schemas.microsoft.com/office/drawing/2014/main" id="{D1C665FA-48ED-DD30-5B17-ADED93557A1D}"/>
              </a:ext>
            </a:extLst>
          </p:cNvPr>
          <p:cNvSpPr>
            <a:spLocks noGrp="1"/>
          </p:cNvSpPr>
          <p:nvPr>
            <p:ph type="pic" idx="16" hasCustomPrompt="1"/>
          </p:nvPr>
        </p:nvSpPr>
        <p:spPr>
          <a:xfrm>
            <a:off x="8920593"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6" name="Rounded Rectangle 35">
            <a:extLst>
              <a:ext uri="{FF2B5EF4-FFF2-40B4-BE49-F238E27FC236}">
                <a16:creationId xmlns:a16="http://schemas.microsoft.com/office/drawing/2014/main" id="{9A9378B7-5ED8-33F9-37D1-06CD590810AB}"/>
              </a:ext>
            </a:extLst>
          </p:cNvPr>
          <p:cNvSpPr/>
          <p:nvPr userDrawn="1"/>
        </p:nvSpPr>
        <p:spPr>
          <a:xfrm>
            <a:off x="8783415"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468868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5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anose="00000500000000000000" pitchFamily="2" charset="0"/>
              </a:rPr>
              <a:pPr/>
              <a:t>‹#›</a:t>
            </a:fld>
            <a:endParaRPr lang="en-US" sz="80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4051369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91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F4F3F0"/>
                </a:solidFill>
                <a:latin typeface="Montserrat" panose="00000500000000000000" pitchFamily="2" charset="0"/>
              </a:rPr>
              <a:pPr/>
              <a:t>‹#›</a:t>
            </a:fld>
            <a:endParaRPr lang="en-US" sz="800">
              <a:solidFill>
                <a:srgbClr val="F4F3F0"/>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anose="00000500000000000000" pitchFamily="2" charset="0"/>
              </a:rPr>
              <a:t>Private and Confidential</a:t>
            </a:r>
          </a:p>
        </p:txBody>
      </p:sp>
      <p:sp>
        <p:nvSpPr>
          <p:cNvPr id="6" name="Title 3">
            <a:extLst>
              <a:ext uri="{FF2B5EF4-FFF2-40B4-BE49-F238E27FC236}">
                <a16:creationId xmlns:a16="http://schemas.microsoft.com/office/drawing/2014/main" id="{539CE9F0-0A2D-ADFE-B8C9-88E20368393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7" name="Graphic 6">
            <a:extLst>
              <a:ext uri="{FF2B5EF4-FFF2-40B4-BE49-F238E27FC236}">
                <a16:creationId xmlns:a16="http://schemas.microsoft.com/office/drawing/2014/main" id="{F67A8346-0540-B3AC-6CA8-558275243E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41176146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7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727619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92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7963659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3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8103529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94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24714417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8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6" name="Text Placeholder 6">
            <a:extLst>
              <a:ext uri="{FF2B5EF4-FFF2-40B4-BE49-F238E27FC236}">
                <a16:creationId xmlns:a16="http://schemas.microsoft.com/office/drawing/2014/main" id="{F6072F1D-F085-17B7-D2EB-41905CF2893C}"/>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9C155A48-3881-F727-7AAD-6C5541F570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06555251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4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ontserrat" panose="00000500000000000000" pitchFamily="2" charset="0"/>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761134967"/>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5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ontserrat" panose="00000500000000000000" pitchFamily="2" charset="0"/>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852942454"/>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96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15" name="Graphic 14">
            <a:extLst>
              <a:ext uri="{FF2B5EF4-FFF2-40B4-BE49-F238E27FC236}">
                <a16:creationId xmlns:a16="http://schemas.microsoft.com/office/drawing/2014/main" id="{4457594D-D0AE-0789-5EF6-A9901C89AF4B}"/>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1245632162"/>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97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3" name="Graphic 2">
            <a:extLst>
              <a:ext uri="{FF2B5EF4-FFF2-40B4-BE49-F238E27FC236}">
                <a16:creationId xmlns:a16="http://schemas.microsoft.com/office/drawing/2014/main" id="{13872BEF-0E86-6EB3-76CB-07BF9FCAA192}"/>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4157824218"/>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98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8" name="Graphic 7">
            <a:extLst>
              <a:ext uri="{FF2B5EF4-FFF2-40B4-BE49-F238E27FC236}">
                <a16:creationId xmlns:a16="http://schemas.microsoft.com/office/drawing/2014/main" id="{FE744D56-A27B-9A75-A311-8417919185C0}"/>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504251701"/>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Team Lineup-3">
    <p:bg>
      <p:bgPr>
        <a:solidFill>
          <a:schemeClr val="bg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540" y="453195"/>
            <a:ext cx="1101678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3059"/>
                </a:solidFill>
                <a:latin typeface="Montserrat" panose="00000500000000000000" pitchFamily="2" charset="0"/>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30" y="6496842"/>
            <a:ext cx="365820" cy="194762"/>
          </a:xfrm>
          <a:prstGeom prst="rect">
            <a:avLst/>
          </a:prstGeom>
        </p:spPr>
      </p:pic>
      <p:pic>
        <p:nvPicPr>
          <p:cNvPr id="4" name="Picture Placeholder 18" descr="A person in a suit and tie&#10;&#10;Description automatically generated">
            <a:extLst>
              <a:ext uri="{FF2B5EF4-FFF2-40B4-BE49-F238E27FC236}">
                <a16:creationId xmlns:a16="http://schemas.microsoft.com/office/drawing/2014/main" id="{C8F8D610-22BD-EEB8-CBC8-3E88E08FA620}"/>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3094" y="1453548"/>
            <a:ext cx="2090737" cy="2092325"/>
          </a:xfrm>
          <a:prstGeom prst="rect">
            <a:avLst/>
          </a:prstGeom>
        </p:spPr>
      </p:pic>
      <p:sp>
        <p:nvSpPr>
          <p:cNvPr id="5" name="Picture Placeholder 43">
            <a:extLst>
              <a:ext uri="{FF2B5EF4-FFF2-40B4-BE49-F238E27FC236}">
                <a16:creationId xmlns:a16="http://schemas.microsoft.com/office/drawing/2014/main" id="{0D54B9FD-3253-BFA6-7E97-D3B67AAA2893}"/>
              </a:ext>
            </a:extLst>
          </p:cNvPr>
          <p:cNvSpPr>
            <a:spLocks noGrp="1"/>
          </p:cNvSpPr>
          <p:nvPr>
            <p:ph type="pic" sz="quarter" idx="29" hasCustomPrompt="1"/>
          </p:nvPr>
        </p:nvSpPr>
        <p:spPr>
          <a:xfrm>
            <a:off x="1093094"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6" name="Rounded Rectangle 5">
            <a:extLst>
              <a:ext uri="{FF2B5EF4-FFF2-40B4-BE49-F238E27FC236}">
                <a16:creationId xmlns:a16="http://schemas.microsoft.com/office/drawing/2014/main" id="{0461314E-CEA0-1FD9-4530-A8704BC5427C}"/>
              </a:ext>
            </a:extLst>
          </p:cNvPr>
          <p:cNvSpPr/>
          <p:nvPr userDrawn="1"/>
        </p:nvSpPr>
        <p:spPr>
          <a:xfrm>
            <a:off x="994663" y="1355913"/>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7" name="Text Placeholder 63">
            <a:extLst>
              <a:ext uri="{FF2B5EF4-FFF2-40B4-BE49-F238E27FC236}">
                <a16:creationId xmlns:a16="http://schemas.microsoft.com/office/drawing/2014/main" id="{A796019E-5AC6-08E1-71EE-151A2C09D247}"/>
              </a:ext>
            </a:extLst>
          </p:cNvPr>
          <p:cNvSpPr>
            <a:spLocks noGrp="1"/>
          </p:cNvSpPr>
          <p:nvPr>
            <p:ph type="body" sz="quarter" idx="30" hasCustomPrompt="1"/>
          </p:nvPr>
        </p:nvSpPr>
        <p:spPr>
          <a:xfrm>
            <a:off x="3445369" y="1355913"/>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9" name="Text Placeholder 63">
            <a:extLst>
              <a:ext uri="{FF2B5EF4-FFF2-40B4-BE49-F238E27FC236}">
                <a16:creationId xmlns:a16="http://schemas.microsoft.com/office/drawing/2014/main" id="{FF59CD57-A90D-99B6-DDC7-E7D8532EB442}"/>
              </a:ext>
            </a:extLst>
          </p:cNvPr>
          <p:cNvSpPr>
            <a:spLocks noGrp="1"/>
          </p:cNvSpPr>
          <p:nvPr>
            <p:ph type="body" sz="quarter" idx="31" hasCustomPrompt="1"/>
          </p:nvPr>
        </p:nvSpPr>
        <p:spPr>
          <a:xfrm>
            <a:off x="3445369"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11" name="Text Placeholder 63">
            <a:extLst>
              <a:ext uri="{FF2B5EF4-FFF2-40B4-BE49-F238E27FC236}">
                <a16:creationId xmlns:a16="http://schemas.microsoft.com/office/drawing/2014/main" id="{10DCD4ED-59A7-2DE9-E3C2-F459FCFD32A8}"/>
              </a:ext>
            </a:extLst>
          </p:cNvPr>
          <p:cNvSpPr>
            <a:spLocks noGrp="1"/>
          </p:cNvSpPr>
          <p:nvPr>
            <p:ph type="body" sz="quarter" idx="32" hasCustomPrompt="1"/>
          </p:nvPr>
        </p:nvSpPr>
        <p:spPr>
          <a:xfrm>
            <a:off x="3445369" y="2301883"/>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sp>
        <p:nvSpPr>
          <p:cNvPr id="12" name="Text Placeholder 63">
            <a:extLst>
              <a:ext uri="{FF2B5EF4-FFF2-40B4-BE49-F238E27FC236}">
                <a16:creationId xmlns:a16="http://schemas.microsoft.com/office/drawing/2014/main" id="{626C78F8-CC7B-0F86-B77E-2A0B2F0444F8}"/>
              </a:ext>
            </a:extLst>
          </p:cNvPr>
          <p:cNvSpPr>
            <a:spLocks noGrp="1"/>
          </p:cNvSpPr>
          <p:nvPr>
            <p:ph type="body" sz="quarter" idx="33" hasCustomPrompt="1"/>
          </p:nvPr>
        </p:nvSpPr>
        <p:spPr>
          <a:xfrm>
            <a:off x="8773436" y="1355913"/>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13" name="Text Placeholder 63">
            <a:extLst>
              <a:ext uri="{FF2B5EF4-FFF2-40B4-BE49-F238E27FC236}">
                <a16:creationId xmlns:a16="http://schemas.microsoft.com/office/drawing/2014/main" id="{0108A795-5450-7966-AFEC-3A3993D1E0C7}"/>
              </a:ext>
            </a:extLst>
          </p:cNvPr>
          <p:cNvSpPr>
            <a:spLocks noGrp="1"/>
          </p:cNvSpPr>
          <p:nvPr>
            <p:ph type="body" sz="quarter" idx="34" hasCustomPrompt="1"/>
          </p:nvPr>
        </p:nvSpPr>
        <p:spPr>
          <a:xfrm>
            <a:off x="8773436"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14" name="Text Placeholder 63">
            <a:extLst>
              <a:ext uri="{FF2B5EF4-FFF2-40B4-BE49-F238E27FC236}">
                <a16:creationId xmlns:a16="http://schemas.microsoft.com/office/drawing/2014/main" id="{E75BC3F3-06AA-0DAA-F623-67D89DF7A1C5}"/>
              </a:ext>
            </a:extLst>
          </p:cNvPr>
          <p:cNvSpPr>
            <a:spLocks noGrp="1"/>
          </p:cNvSpPr>
          <p:nvPr>
            <p:ph type="body" sz="quarter" idx="35" hasCustomPrompt="1"/>
          </p:nvPr>
        </p:nvSpPr>
        <p:spPr>
          <a:xfrm>
            <a:off x="8773436" y="2301883"/>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pic>
        <p:nvPicPr>
          <p:cNvPr id="15" name="Picture Placeholder 18" descr="A person in a suit and tie&#10;&#10;Description automatically generated">
            <a:extLst>
              <a:ext uri="{FF2B5EF4-FFF2-40B4-BE49-F238E27FC236}">
                <a16:creationId xmlns:a16="http://schemas.microsoft.com/office/drawing/2014/main" id="{419064C3-51CC-2E38-1B90-3A3F8D576104}"/>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1161" y="1453548"/>
            <a:ext cx="2090737" cy="2092325"/>
          </a:xfrm>
          <a:prstGeom prst="rect">
            <a:avLst/>
          </a:prstGeom>
        </p:spPr>
      </p:pic>
      <p:sp>
        <p:nvSpPr>
          <p:cNvPr id="16" name="Picture Placeholder 43">
            <a:extLst>
              <a:ext uri="{FF2B5EF4-FFF2-40B4-BE49-F238E27FC236}">
                <a16:creationId xmlns:a16="http://schemas.microsoft.com/office/drawing/2014/main" id="{113D0211-BA52-FACD-79AD-245EBFB6A81C}"/>
              </a:ext>
            </a:extLst>
          </p:cNvPr>
          <p:cNvSpPr>
            <a:spLocks noGrp="1"/>
          </p:cNvSpPr>
          <p:nvPr>
            <p:ph type="pic" sz="quarter" idx="36" hasCustomPrompt="1"/>
          </p:nvPr>
        </p:nvSpPr>
        <p:spPr>
          <a:xfrm>
            <a:off x="6421161"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7" name="Rounded Rectangle 16">
            <a:extLst>
              <a:ext uri="{FF2B5EF4-FFF2-40B4-BE49-F238E27FC236}">
                <a16:creationId xmlns:a16="http://schemas.microsoft.com/office/drawing/2014/main" id="{6A9BA6EF-9516-A073-2286-4A0FCF66B50E}"/>
              </a:ext>
            </a:extLst>
          </p:cNvPr>
          <p:cNvSpPr/>
          <p:nvPr userDrawn="1"/>
        </p:nvSpPr>
        <p:spPr>
          <a:xfrm>
            <a:off x="6322730" y="1355913"/>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pic>
        <p:nvPicPr>
          <p:cNvPr id="18" name="Picture Placeholder 18" descr="A person in a suit and tie&#10;&#10;Description automatically generated">
            <a:extLst>
              <a:ext uri="{FF2B5EF4-FFF2-40B4-BE49-F238E27FC236}">
                <a16:creationId xmlns:a16="http://schemas.microsoft.com/office/drawing/2014/main" id="{DAA0F616-5F33-CA63-74DC-40CBD91393E9}"/>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3094" y="4089863"/>
            <a:ext cx="2090737" cy="2092325"/>
          </a:xfrm>
          <a:prstGeom prst="rect">
            <a:avLst/>
          </a:prstGeom>
        </p:spPr>
      </p:pic>
      <p:sp>
        <p:nvSpPr>
          <p:cNvPr id="19" name="Picture Placeholder 43">
            <a:extLst>
              <a:ext uri="{FF2B5EF4-FFF2-40B4-BE49-F238E27FC236}">
                <a16:creationId xmlns:a16="http://schemas.microsoft.com/office/drawing/2014/main" id="{E00A134D-2652-284B-8901-30F29480A89F}"/>
              </a:ext>
            </a:extLst>
          </p:cNvPr>
          <p:cNvSpPr>
            <a:spLocks noGrp="1"/>
          </p:cNvSpPr>
          <p:nvPr>
            <p:ph type="pic" sz="quarter" idx="37" hasCustomPrompt="1"/>
          </p:nvPr>
        </p:nvSpPr>
        <p:spPr>
          <a:xfrm>
            <a:off x="1093094"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20" name="Rounded Rectangle 19">
            <a:extLst>
              <a:ext uri="{FF2B5EF4-FFF2-40B4-BE49-F238E27FC236}">
                <a16:creationId xmlns:a16="http://schemas.microsoft.com/office/drawing/2014/main" id="{458F733E-B72A-4BCF-8D7B-EC28848E5FA0}"/>
              </a:ext>
            </a:extLst>
          </p:cNvPr>
          <p:cNvSpPr/>
          <p:nvPr userDrawn="1"/>
        </p:nvSpPr>
        <p:spPr>
          <a:xfrm>
            <a:off x="994663" y="3992228"/>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1" name="Text Placeholder 63">
            <a:extLst>
              <a:ext uri="{FF2B5EF4-FFF2-40B4-BE49-F238E27FC236}">
                <a16:creationId xmlns:a16="http://schemas.microsoft.com/office/drawing/2014/main" id="{FB66249F-BC8D-B036-3530-AFBE0FC0ECBC}"/>
              </a:ext>
            </a:extLst>
          </p:cNvPr>
          <p:cNvSpPr>
            <a:spLocks noGrp="1"/>
          </p:cNvSpPr>
          <p:nvPr>
            <p:ph type="body" sz="quarter" idx="38" hasCustomPrompt="1"/>
          </p:nvPr>
        </p:nvSpPr>
        <p:spPr>
          <a:xfrm>
            <a:off x="3445369" y="3992228"/>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22" name="Text Placeholder 63">
            <a:extLst>
              <a:ext uri="{FF2B5EF4-FFF2-40B4-BE49-F238E27FC236}">
                <a16:creationId xmlns:a16="http://schemas.microsoft.com/office/drawing/2014/main" id="{93BB4A6B-8126-6B1E-B128-9E8A39C8586B}"/>
              </a:ext>
            </a:extLst>
          </p:cNvPr>
          <p:cNvSpPr>
            <a:spLocks noGrp="1"/>
          </p:cNvSpPr>
          <p:nvPr>
            <p:ph type="body" sz="quarter" idx="39" hasCustomPrompt="1"/>
          </p:nvPr>
        </p:nvSpPr>
        <p:spPr>
          <a:xfrm>
            <a:off x="3445369"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23" name="Text Placeholder 63">
            <a:extLst>
              <a:ext uri="{FF2B5EF4-FFF2-40B4-BE49-F238E27FC236}">
                <a16:creationId xmlns:a16="http://schemas.microsoft.com/office/drawing/2014/main" id="{43B238C4-1624-F443-BAC4-F3EB3C2459D6}"/>
              </a:ext>
            </a:extLst>
          </p:cNvPr>
          <p:cNvSpPr>
            <a:spLocks noGrp="1"/>
          </p:cNvSpPr>
          <p:nvPr>
            <p:ph type="body" sz="quarter" idx="40" hasCustomPrompt="1"/>
          </p:nvPr>
        </p:nvSpPr>
        <p:spPr>
          <a:xfrm>
            <a:off x="3445369" y="4938198"/>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sp>
        <p:nvSpPr>
          <p:cNvPr id="24" name="Text Placeholder 63">
            <a:extLst>
              <a:ext uri="{FF2B5EF4-FFF2-40B4-BE49-F238E27FC236}">
                <a16:creationId xmlns:a16="http://schemas.microsoft.com/office/drawing/2014/main" id="{5590FFBD-EEB7-A7DA-B319-C2CC932DE137}"/>
              </a:ext>
            </a:extLst>
          </p:cNvPr>
          <p:cNvSpPr>
            <a:spLocks noGrp="1"/>
          </p:cNvSpPr>
          <p:nvPr>
            <p:ph type="body" sz="quarter" idx="41" hasCustomPrompt="1"/>
          </p:nvPr>
        </p:nvSpPr>
        <p:spPr>
          <a:xfrm>
            <a:off x="8773436" y="3992228"/>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25" name="Text Placeholder 63">
            <a:extLst>
              <a:ext uri="{FF2B5EF4-FFF2-40B4-BE49-F238E27FC236}">
                <a16:creationId xmlns:a16="http://schemas.microsoft.com/office/drawing/2014/main" id="{38AC6496-6B80-48D3-5A3F-FE2993E7B1E1}"/>
              </a:ext>
            </a:extLst>
          </p:cNvPr>
          <p:cNvSpPr>
            <a:spLocks noGrp="1"/>
          </p:cNvSpPr>
          <p:nvPr>
            <p:ph type="body" sz="quarter" idx="42" hasCustomPrompt="1"/>
          </p:nvPr>
        </p:nvSpPr>
        <p:spPr>
          <a:xfrm>
            <a:off x="8773436"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26" name="Text Placeholder 63">
            <a:extLst>
              <a:ext uri="{FF2B5EF4-FFF2-40B4-BE49-F238E27FC236}">
                <a16:creationId xmlns:a16="http://schemas.microsoft.com/office/drawing/2014/main" id="{C1E68A6F-316A-2981-2C9B-FEFE0C049F72}"/>
              </a:ext>
            </a:extLst>
          </p:cNvPr>
          <p:cNvSpPr>
            <a:spLocks noGrp="1"/>
          </p:cNvSpPr>
          <p:nvPr>
            <p:ph type="body" sz="quarter" idx="43" hasCustomPrompt="1"/>
          </p:nvPr>
        </p:nvSpPr>
        <p:spPr>
          <a:xfrm>
            <a:off x="8773436" y="4938198"/>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pic>
        <p:nvPicPr>
          <p:cNvPr id="27" name="Picture Placeholder 18" descr="A person in a suit and tie&#10;&#10;Description automatically generated">
            <a:extLst>
              <a:ext uri="{FF2B5EF4-FFF2-40B4-BE49-F238E27FC236}">
                <a16:creationId xmlns:a16="http://schemas.microsoft.com/office/drawing/2014/main" id="{E1813A88-7510-8471-BC6D-795174097D72}"/>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1161" y="4089863"/>
            <a:ext cx="2090737" cy="2092325"/>
          </a:xfrm>
          <a:prstGeom prst="rect">
            <a:avLst/>
          </a:prstGeom>
        </p:spPr>
      </p:pic>
      <p:sp>
        <p:nvSpPr>
          <p:cNvPr id="28" name="Picture Placeholder 43">
            <a:extLst>
              <a:ext uri="{FF2B5EF4-FFF2-40B4-BE49-F238E27FC236}">
                <a16:creationId xmlns:a16="http://schemas.microsoft.com/office/drawing/2014/main" id="{74174644-5CA8-A82C-E9BB-B6E012ED1711}"/>
              </a:ext>
            </a:extLst>
          </p:cNvPr>
          <p:cNvSpPr>
            <a:spLocks noGrp="1"/>
          </p:cNvSpPr>
          <p:nvPr>
            <p:ph type="pic" sz="quarter" idx="44" hasCustomPrompt="1"/>
          </p:nvPr>
        </p:nvSpPr>
        <p:spPr>
          <a:xfrm>
            <a:off x="6421161"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45" name="Rounded Rectangle 44">
            <a:extLst>
              <a:ext uri="{FF2B5EF4-FFF2-40B4-BE49-F238E27FC236}">
                <a16:creationId xmlns:a16="http://schemas.microsoft.com/office/drawing/2014/main" id="{C27522C8-072F-C40A-362F-EA406C345C75}"/>
              </a:ext>
            </a:extLst>
          </p:cNvPr>
          <p:cNvSpPr/>
          <p:nvPr userDrawn="1"/>
        </p:nvSpPr>
        <p:spPr>
          <a:xfrm>
            <a:off x="6322730" y="3992228"/>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4364388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Team Lineup-3">
    <p:bg>
      <p:bgPr>
        <a:solidFill>
          <a:schemeClr val="accent4"/>
        </a:solidFill>
        <a:effectLst/>
      </p:bgPr>
    </p:bg>
    <p:spTree>
      <p:nvGrpSpPr>
        <p:cNvPr id="1" name=""/>
        <p:cNvGrpSpPr/>
        <p:nvPr/>
      </p:nvGrpSpPr>
      <p:grpSpPr>
        <a:xfrm>
          <a:off x="0" y="0"/>
          <a:ext cx="0" cy="0"/>
          <a:chOff x="0" y="0"/>
          <a:chExt cx="0" cy="0"/>
        </a:xfrm>
      </p:grpSpPr>
      <p:pic>
        <p:nvPicPr>
          <p:cNvPr id="8" name="Picture Placeholder 18" descr="A person in a suit and tie&#10;&#10;Description automatically generated">
            <a:extLst>
              <a:ext uri="{FF2B5EF4-FFF2-40B4-BE49-F238E27FC236}">
                <a16:creationId xmlns:a16="http://schemas.microsoft.com/office/drawing/2014/main" id="{798CC528-BB73-B112-9A24-2B34CD8B7F9F}"/>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3094" y="1453548"/>
            <a:ext cx="2090737" cy="2092325"/>
          </a:xfrm>
          <a:prstGeom prst="rect">
            <a:avLst/>
          </a:prstGeom>
        </p:spPr>
      </p:pic>
      <p:sp>
        <p:nvSpPr>
          <p:cNvPr id="44" name="Picture Placeholder 43">
            <a:extLst>
              <a:ext uri="{FF2B5EF4-FFF2-40B4-BE49-F238E27FC236}">
                <a16:creationId xmlns:a16="http://schemas.microsoft.com/office/drawing/2014/main" id="{9986F550-2736-B927-36F1-EB7A305EE47D}"/>
              </a:ext>
            </a:extLst>
          </p:cNvPr>
          <p:cNvSpPr>
            <a:spLocks noGrp="1"/>
          </p:cNvSpPr>
          <p:nvPr>
            <p:ph type="pic" sz="quarter" idx="10" hasCustomPrompt="1"/>
          </p:nvPr>
        </p:nvSpPr>
        <p:spPr>
          <a:xfrm>
            <a:off x="1093094"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0" name="Rounded Rectangle 9">
            <a:extLst>
              <a:ext uri="{FF2B5EF4-FFF2-40B4-BE49-F238E27FC236}">
                <a16:creationId xmlns:a16="http://schemas.microsoft.com/office/drawing/2014/main" id="{221F7F2E-B4C0-AA13-1923-D46979C50854}"/>
              </a:ext>
            </a:extLst>
          </p:cNvPr>
          <p:cNvSpPr/>
          <p:nvPr userDrawn="1"/>
        </p:nvSpPr>
        <p:spPr>
          <a:xfrm>
            <a:off x="994663" y="1355913"/>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64" name="Text Placeholder 63">
            <a:extLst>
              <a:ext uri="{FF2B5EF4-FFF2-40B4-BE49-F238E27FC236}">
                <a16:creationId xmlns:a16="http://schemas.microsoft.com/office/drawing/2014/main" id="{DA2BA32D-CDEE-2438-CDCB-DED43308AFE9}"/>
              </a:ext>
            </a:extLst>
          </p:cNvPr>
          <p:cNvSpPr>
            <a:spLocks noGrp="1"/>
          </p:cNvSpPr>
          <p:nvPr>
            <p:ph type="body" sz="quarter" idx="14" hasCustomPrompt="1"/>
          </p:nvPr>
        </p:nvSpPr>
        <p:spPr>
          <a:xfrm>
            <a:off x="3445369" y="1355913"/>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65" name="Text Placeholder 63">
            <a:extLst>
              <a:ext uri="{FF2B5EF4-FFF2-40B4-BE49-F238E27FC236}">
                <a16:creationId xmlns:a16="http://schemas.microsoft.com/office/drawing/2014/main" id="{55BA595D-40D6-4B99-07C3-27C67BB7DECD}"/>
              </a:ext>
            </a:extLst>
          </p:cNvPr>
          <p:cNvSpPr>
            <a:spLocks noGrp="1"/>
          </p:cNvSpPr>
          <p:nvPr>
            <p:ph type="body" sz="quarter" idx="15" hasCustomPrompt="1"/>
          </p:nvPr>
        </p:nvSpPr>
        <p:spPr>
          <a:xfrm>
            <a:off x="3445369"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66" name="Text Placeholder 63">
            <a:extLst>
              <a:ext uri="{FF2B5EF4-FFF2-40B4-BE49-F238E27FC236}">
                <a16:creationId xmlns:a16="http://schemas.microsoft.com/office/drawing/2014/main" id="{2F5F2C19-E361-48AB-B7ED-A1442F7FBC22}"/>
              </a:ext>
            </a:extLst>
          </p:cNvPr>
          <p:cNvSpPr>
            <a:spLocks noGrp="1"/>
          </p:cNvSpPr>
          <p:nvPr>
            <p:ph type="body" sz="quarter" idx="16" hasCustomPrompt="1"/>
          </p:nvPr>
        </p:nvSpPr>
        <p:spPr>
          <a:xfrm>
            <a:off x="3445369" y="2301883"/>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540" y="453195"/>
            <a:ext cx="1101678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anose="00000500000000000000" pitchFamily="2" charset="0"/>
              </a:rPr>
              <a:t>Private and Confidential</a:t>
            </a:r>
          </a:p>
        </p:txBody>
      </p:sp>
      <p:sp>
        <p:nvSpPr>
          <p:cNvPr id="38" name="Text Placeholder 63">
            <a:extLst>
              <a:ext uri="{FF2B5EF4-FFF2-40B4-BE49-F238E27FC236}">
                <a16:creationId xmlns:a16="http://schemas.microsoft.com/office/drawing/2014/main" id="{3B5F76E6-C01F-CB8D-94A8-762CA8B142A3}"/>
              </a:ext>
            </a:extLst>
          </p:cNvPr>
          <p:cNvSpPr>
            <a:spLocks noGrp="1"/>
          </p:cNvSpPr>
          <p:nvPr>
            <p:ph type="body" sz="quarter" idx="22" hasCustomPrompt="1"/>
          </p:nvPr>
        </p:nvSpPr>
        <p:spPr>
          <a:xfrm>
            <a:off x="8773436" y="1355913"/>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39" name="Text Placeholder 63">
            <a:extLst>
              <a:ext uri="{FF2B5EF4-FFF2-40B4-BE49-F238E27FC236}">
                <a16:creationId xmlns:a16="http://schemas.microsoft.com/office/drawing/2014/main" id="{62DB7540-082F-5CC2-C0F7-37243091CBE5}"/>
              </a:ext>
            </a:extLst>
          </p:cNvPr>
          <p:cNvSpPr>
            <a:spLocks noGrp="1"/>
          </p:cNvSpPr>
          <p:nvPr>
            <p:ph type="body" sz="quarter" idx="23" hasCustomPrompt="1"/>
          </p:nvPr>
        </p:nvSpPr>
        <p:spPr>
          <a:xfrm>
            <a:off x="8773436"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40" name="Text Placeholder 63">
            <a:extLst>
              <a:ext uri="{FF2B5EF4-FFF2-40B4-BE49-F238E27FC236}">
                <a16:creationId xmlns:a16="http://schemas.microsoft.com/office/drawing/2014/main" id="{75A5E816-350F-A5F5-2E9F-3CF8590B5FEA}"/>
              </a:ext>
            </a:extLst>
          </p:cNvPr>
          <p:cNvSpPr>
            <a:spLocks noGrp="1"/>
          </p:cNvSpPr>
          <p:nvPr>
            <p:ph type="body" sz="quarter" idx="24" hasCustomPrompt="1"/>
          </p:nvPr>
        </p:nvSpPr>
        <p:spPr>
          <a:xfrm>
            <a:off x="8773436" y="2301883"/>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anose="00000500000000000000" pitchFamily="2" charset="0"/>
              </a:rPr>
              <a:pPr/>
              <a:t>‹#›</a:t>
            </a:fld>
            <a:endParaRPr lang="en-US" sz="800">
              <a:solidFill>
                <a:srgbClr val="00EDED"/>
              </a:solidFill>
              <a:latin typeface="Montserrat" panose="00000500000000000000" pitchFamily="2" charset="0"/>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30" y="6496842"/>
            <a:ext cx="365820" cy="194762"/>
          </a:xfrm>
          <a:prstGeom prst="rect">
            <a:avLst/>
          </a:prstGeom>
        </p:spPr>
      </p:pic>
      <p:pic>
        <p:nvPicPr>
          <p:cNvPr id="7" name="Picture Placeholder 18" descr="A person in a suit and tie&#10;&#10;Description automatically generated">
            <a:extLst>
              <a:ext uri="{FF2B5EF4-FFF2-40B4-BE49-F238E27FC236}">
                <a16:creationId xmlns:a16="http://schemas.microsoft.com/office/drawing/2014/main" id="{CB8ADA05-DDB5-B9AB-782A-849938D47F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1161" y="1453548"/>
            <a:ext cx="2090737" cy="2092325"/>
          </a:xfrm>
          <a:prstGeom prst="rect">
            <a:avLst/>
          </a:prstGeom>
        </p:spPr>
      </p:pic>
      <p:sp>
        <p:nvSpPr>
          <p:cNvPr id="9" name="Picture Placeholder 43">
            <a:extLst>
              <a:ext uri="{FF2B5EF4-FFF2-40B4-BE49-F238E27FC236}">
                <a16:creationId xmlns:a16="http://schemas.microsoft.com/office/drawing/2014/main" id="{B39DBDE8-6DD2-35DF-1471-D6F315777B72}"/>
              </a:ext>
            </a:extLst>
          </p:cNvPr>
          <p:cNvSpPr>
            <a:spLocks noGrp="1"/>
          </p:cNvSpPr>
          <p:nvPr>
            <p:ph type="pic" sz="quarter" idx="29" hasCustomPrompt="1"/>
          </p:nvPr>
        </p:nvSpPr>
        <p:spPr>
          <a:xfrm>
            <a:off x="6421161"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1" name="Rounded Rectangle 10">
            <a:extLst>
              <a:ext uri="{FF2B5EF4-FFF2-40B4-BE49-F238E27FC236}">
                <a16:creationId xmlns:a16="http://schemas.microsoft.com/office/drawing/2014/main" id="{733E9347-116B-4E30-B01A-3D27A3101607}"/>
              </a:ext>
            </a:extLst>
          </p:cNvPr>
          <p:cNvSpPr/>
          <p:nvPr userDrawn="1"/>
        </p:nvSpPr>
        <p:spPr>
          <a:xfrm>
            <a:off x="6322730" y="1355913"/>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pic>
        <p:nvPicPr>
          <p:cNvPr id="24" name="Picture Placeholder 18" descr="A person in a suit and tie&#10;&#10;Description automatically generated">
            <a:extLst>
              <a:ext uri="{FF2B5EF4-FFF2-40B4-BE49-F238E27FC236}">
                <a16:creationId xmlns:a16="http://schemas.microsoft.com/office/drawing/2014/main" id="{915F939E-100C-602E-BC0A-C2AEABBE3034}"/>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3094" y="4089863"/>
            <a:ext cx="2090737" cy="2092325"/>
          </a:xfrm>
          <a:prstGeom prst="rect">
            <a:avLst/>
          </a:prstGeom>
        </p:spPr>
      </p:pic>
      <p:sp>
        <p:nvSpPr>
          <p:cNvPr id="25" name="Picture Placeholder 43">
            <a:extLst>
              <a:ext uri="{FF2B5EF4-FFF2-40B4-BE49-F238E27FC236}">
                <a16:creationId xmlns:a16="http://schemas.microsoft.com/office/drawing/2014/main" id="{9A7394D4-C605-6BF9-40D9-03DCF37D7D46}"/>
              </a:ext>
            </a:extLst>
          </p:cNvPr>
          <p:cNvSpPr>
            <a:spLocks noGrp="1"/>
          </p:cNvSpPr>
          <p:nvPr>
            <p:ph type="pic" sz="quarter" idx="30" hasCustomPrompt="1"/>
          </p:nvPr>
        </p:nvSpPr>
        <p:spPr>
          <a:xfrm>
            <a:off x="1093094"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26" name="Rounded Rectangle 25">
            <a:extLst>
              <a:ext uri="{FF2B5EF4-FFF2-40B4-BE49-F238E27FC236}">
                <a16:creationId xmlns:a16="http://schemas.microsoft.com/office/drawing/2014/main" id="{F8985181-521F-AE3C-416A-FED3179C8699}"/>
              </a:ext>
            </a:extLst>
          </p:cNvPr>
          <p:cNvSpPr/>
          <p:nvPr userDrawn="1"/>
        </p:nvSpPr>
        <p:spPr>
          <a:xfrm>
            <a:off x="994663" y="3992228"/>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7" name="Text Placeholder 63">
            <a:extLst>
              <a:ext uri="{FF2B5EF4-FFF2-40B4-BE49-F238E27FC236}">
                <a16:creationId xmlns:a16="http://schemas.microsoft.com/office/drawing/2014/main" id="{23F486CE-9B64-294D-E631-CC3754076CE3}"/>
              </a:ext>
            </a:extLst>
          </p:cNvPr>
          <p:cNvSpPr>
            <a:spLocks noGrp="1"/>
          </p:cNvSpPr>
          <p:nvPr>
            <p:ph type="body" sz="quarter" idx="31" hasCustomPrompt="1"/>
          </p:nvPr>
        </p:nvSpPr>
        <p:spPr>
          <a:xfrm>
            <a:off x="3445369" y="3992228"/>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28" name="Text Placeholder 63">
            <a:extLst>
              <a:ext uri="{FF2B5EF4-FFF2-40B4-BE49-F238E27FC236}">
                <a16:creationId xmlns:a16="http://schemas.microsoft.com/office/drawing/2014/main" id="{54439993-D40F-3D99-88ED-1AEF9D5EB627}"/>
              </a:ext>
            </a:extLst>
          </p:cNvPr>
          <p:cNvSpPr>
            <a:spLocks noGrp="1"/>
          </p:cNvSpPr>
          <p:nvPr>
            <p:ph type="body" sz="quarter" idx="32" hasCustomPrompt="1"/>
          </p:nvPr>
        </p:nvSpPr>
        <p:spPr>
          <a:xfrm>
            <a:off x="3445369"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45" name="Text Placeholder 63">
            <a:extLst>
              <a:ext uri="{FF2B5EF4-FFF2-40B4-BE49-F238E27FC236}">
                <a16:creationId xmlns:a16="http://schemas.microsoft.com/office/drawing/2014/main" id="{9277DAAD-D5E8-159A-283F-F15F830D24E7}"/>
              </a:ext>
            </a:extLst>
          </p:cNvPr>
          <p:cNvSpPr>
            <a:spLocks noGrp="1"/>
          </p:cNvSpPr>
          <p:nvPr>
            <p:ph type="body" sz="quarter" idx="33" hasCustomPrompt="1"/>
          </p:nvPr>
        </p:nvSpPr>
        <p:spPr>
          <a:xfrm>
            <a:off x="3445369" y="4938198"/>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51" name="Text Placeholder 63">
            <a:extLst>
              <a:ext uri="{FF2B5EF4-FFF2-40B4-BE49-F238E27FC236}">
                <a16:creationId xmlns:a16="http://schemas.microsoft.com/office/drawing/2014/main" id="{9DD10405-F3E1-6990-F88C-EE615BEE4305}"/>
              </a:ext>
            </a:extLst>
          </p:cNvPr>
          <p:cNvSpPr>
            <a:spLocks noGrp="1"/>
          </p:cNvSpPr>
          <p:nvPr>
            <p:ph type="body" sz="quarter" idx="34" hasCustomPrompt="1"/>
          </p:nvPr>
        </p:nvSpPr>
        <p:spPr>
          <a:xfrm>
            <a:off x="8773436" y="3992228"/>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52" name="Text Placeholder 63">
            <a:extLst>
              <a:ext uri="{FF2B5EF4-FFF2-40B4-BE49-F238E27FC236}">
                <a16:creationId xmlns:a16="http://schemas.microsoft.com/office/drawing/2014/main" id="{77848427-B193-7EC2-80E8-8A502B1F8E8A}"/>
              </a:ext>
            </a:extLst>
          </p:cNvPr>
          <p:cNvSpPr>
            <a:spLocks noGrp="1"/>
          </p:cNvSpPr>
          <p:nvPr>
            <p:ph type="body" sz="quarter" idx="35" hasCustomPrompt="1"/>
          </p:nvPr>
        </p:nvSpPr>
        <p:spPr>
          <a:xfrm>
            <a:off x="8773436"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53" name="Text Placeholder 63">
            <a:extLst>
              <a:ext uri="{FF2B5EF4-FFF2-40B4-BE49-F238E27FC236}">
                <a16:creationId xmlns:a16="http://schemas.microsoft.com/office/drawing/2014/main" id="{FC2A8FA7-509F-CA9C-B061-D1F6E7B4E89E}"/>
              </a:ext>
            </a:extLst>
          </p:cNvPr>
          <p:cNvSpPr>
            <a:spLocks noGrp="1"/>
          </p:cNvSpPr>
          <p:nvPr>
            <p:ph type="body" sz="quarter" idx="36" hasCustomPrompt="1"/>
          </p:nvPr>
        </p:nvSpPr>
        <p:spPr>
          <a:xfrm>
            <a:off x="8773436" y="4938198"/>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pic>
        <p:nvPicPr>
          <p:cNvPr id="54" name="Picture Placeholder 18" descr="A person in a suit and tie&#10;&#10;Description automatically generated">
            <a:extLst>
              <a:ext uri="{FF2B5EF4-FFF2-40B4-BE49-F238E27FC236}">
                <a16:creationId xmlns:a16="http://schemas.microsoft.com/office/drawing/2014/main" id="{1F5F0B1D-5AE1-9ED7-5337-986D4E4210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1161" y="4089863"/>
            <a:ext cx="2090737" cy="2092325"/>
          </a:xfrm>
          <a:prstGeom prst="rect">
            <a:avLst/>
          </a:prstGeom>
        </p:spPr>
      </p:pic>
      <p:sp>
        <p:nvSpPr>
          <p:cNvPr id="55" name="Picture Placeholder 43">
            <a:extLst>
              <a:ext uri="{FF2B5EF4-FFF2-40B4-BE49-F238E27FC236}">
                <a16:creationId xmlns:a16="http://schemas.microsoft.com/office/drawing/2014/main" id="{9FBCC796-32DF-3849-816A-F7F4115EA346}"/>
              </a:ext>
            </a:extLst>
          </p:cNvPr>
          <p:cNvSpPr>
            <a:spLocks noGrp="1"/>
          </p:cNvSpPr>
          <p:nvPr>
            <p:ph type="pic" sz="quarter" idx="37" hasCustomPrompt="1"/>
          </p:nvPr>
        </p:nvSpPr>
        <p:spPr>
          <a:xfrm>
            <a:off x="6421161"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56" name="Rounded Rectangle 55">
            <a:extLst>
              <a:ext uri="{FF2B5EF4-FFF2-40B4-BE49-F238E27FC236}">
                <a16:creationId xmlns:a16="http://schemas.microsoft.com/office/drawing/2014/main" id="{5B4DAFBC-AC0E-BC84-DF54-9D5EAE857FC8}"/>
              </a:ext>
            </a:extLst>
          </p:cNvPr>
          <p:cNvSpPr/>
          <p:nvPr userDrawn="1"/>
        </p:nvSpPr>
        <p:spPr>
          <a:xfrm>
            <a:off x="6322730" y="3992228"/>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17609740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_End Pag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rgbClr val="F4F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544" y="0"/>
            <a:ext cx="5501816" cy="1862048"/>
          </a:xfrm>
          <a:prstGeom prst="rect">
            <a:avLst/>
          </a:prstGeom>
          <a:noFill/>
        </p:spPr>
        <p:txBody>
          <a:bodyPr wrap="square" lIns="91428" tIns="45714" rIns="91428" bIns="45714" rtlCol="0" anchor="t">
            <a:spAutoFit/>
          </a:bodyPr>
          <a:lstStyle/>
          <a:p>
            <a:r>
              <a:rPr lang="en-GB" sz="11499" b="0" i="0">
                <a:solidFill>
                  <a:srgbClr val="003059"/>
                </a:solidFill>
                <a:latin typeface="Montserrat" panose="00000500000000000000" pitchFamily="2" charset="0"/>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5167" y="4669676"/>
            <a:ext cx="3963089" cy="1862048"/>
          </a:xfrm>
          <a:prstGeom prst="rect">
            <a:avLst/>
          </a:prstGeom>
          <a:noFill/>
        </p:spPr>
        <p:txBody>
          <a:bodyPr wrap="square" lIns="91428" tIns="45714" rIns="91428" bIns="45714" rtlCol="0" anchor="t">
            <a:spAutoFit/>
          </a:bodyPr>
          <a:lstStyle/>
          <a:p>
            <a:pPr algn="r"/>
            <a:r>
              <a:rPr lang="en-GB" sz="11499" b="0" i="0">
                <a:solidFill>
                  <a:srgbClr val="003059"/>
                </a:solidFill>
                <a:latin typeface="Montserrat" panose="00000500000000000000" pitchFamily="2" charset="0"/>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3468" y="2584108"/>
            <a:ext cx="2506655" cy="1689789"/>
          </a:xfrm>
          <a:prstGeom prst="rect">
            <a:avLst/>
          </a:prstGeom>
        </p:spPr>
      </p:pic>
    </p:spTree>
    <p:extLst>
      <p:ext uri="{BB962C8B-B14F-4D97-AF65-F5344CB8AC3E}">
        <p14:creationId xmlns:p14="http://schemas.microsoft.com/office/powerpoint/2010/main" val="353419511"/>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0_Blank Layout">
    <p:bg>
      <p:bgRef idx="1001">
        <a:schemeClr val="bg2"/>
      </p:bgRef>
    </p:bg>
    <p:spTree>
      <p:nvGrpSpPr>
        <p:cNvPr id="1" name=""/>
        <p:cNvGrpSpPr/>
        <p:nvPr/>
      </p:nvGrpSpPr>
      <p:grpSpPr>
        <a:xfrm>
          <a:off x="0" y="0"/>
          <a:ext cx="0" cy="0"/>
          <a:chOff x="0" y="0"/>
          <a:chExt cx="0" cy="0"/>
        </a:xfrm>
      </p:grpSpPr>
      <p:sp>
        <p:nvSpPr>
          <p:cNvPr id="2" name="Slide Number Placeholder 13">
            <a:extLst>
              <a:ext uri="{FF2B5EF4-FFF2-40B4-BE49-F238E27FC236}">
                <a16:creationId xmlns:a16="http://schemas.microsoft.com/office/drawing/2014/main" id="{5EEDBAF6-7460-8DA3-1B9F-4C1472B31C5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Montserrat" panose="00000500000000000000" pitchFamily="2" charset="0"/>
              </a:rPr>
              <a:pPr/>
              <a:t>‹#›</a:t>
            </a:fld>
            <a:endParaRPr lang="en-US" sz="800" b="0" i="0">
              <a:solidFill>
                <a:schemeClr val="tx1"/>
              </a:solidFill>
              <a:latin typeface="Montserrat" panose="00000500000000000000" pitchFamily="2" charset="0"/>
            </a:endParaRPr>
          </a:p>
        </p:txBody>
      </p:sp>
      <p:sp>
        <p:nvSpPr>
          <p:cNvPr id="8" name="Text Placeholder 6">
            <a:extLst>
              <a:ext uri="{FF2B5EF4-FFF2-40B4-BE49-F238E27FC236}">
                <a16:creationId xmlns:a16="http://schemas.microsoft.com/office/drawing/2014/main" id="{3E4932BD-A63B-FA8F-753D-E0508670E1A7}"/>
              </a:ext>
            </a:extLst>
          </p:cNvPr>
          <p:cNvSpPr>
            <a:spLocks noGrp="1"/>
          </p:cNvSpPr>
          <p:nvPr>
            <p:ph type="body" sz="quarter" idx="13"/>
          </p:nvPr>
        </p:nvSpPr>
        <p:spPr>
          <a:xfrm>
            <a:off x="838200" y="1382608"/>
            <a:ext cx="10517188" cy="3657599"/>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tx1"/>
                </a:solidFill>
                <a:latin typeface="Montserrat" panose="00000500000000000000" pitchFamily="2" charset="0"/>
              </a:defRPr>
            </a:lvl2pPr>
            <a:lvl3pPr marL="913987" indent="0">
              <a:lnSpc>
                <a:spcPct val="100000"/>
              </a:lnSpc>
              <a:buClr>
                <a:schemeClr val="accent1"/>
              </a:buClr>
              <a:buSzPct val="100000"/>
              <a:buNone/>
              <a:defRPr sz="1800" b="0" i="0">
                <a:solidFill>
                  <a:schemeClr val="tx1"/>
                </a:solidFill>
                <a:latin typeface="Montserrat" panose="00000500000000000000" pitchFamily="2" charset="0"/>
              </a:defRPr>
            </a:lvl3pPr>
            <a:lvl4pPr marL="1370986" indent="0">
              <a:lnSpc>
                <a:spcPct val="100000"/>
              </a:lnSpc>
              <a:buClr>
                <a:schemeClr val="accent1"/>
              </a:buClr>
              <a:buSzPct val="100000"/>
              <a:buNone/>
              <a:defRPr sz="1600" b="0" i="0">
                <a:solidFill>
                  <a:schemeClr val="tx1"/>
                </a:solidFill>
                <a:latin typeface="Montserrat" panose="00000500000000000000" pitchFamily="2" charset="0"/>
              </a:defRPr>
            </a:lvl4pPr>
            <a:lvl5pPr marL="1827972" indent="0">
              <a:lnSpc>
                <a:spcPct val="100000"/>
              </a:lnSpc>
              <a:buClr>
                <a:schemeClr val="accent1"/>
              </a:buClr>
              <a:buSzPct val="100000"/>
              <a:buNone/>
              <a:defRPr sz="1600" b="0" i="0">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3">
            <a:extLst>
              <a:ext uri="{FF2B5EF4-FFF2-40B4-BE49-F238E27FC236}">
                <a16:creationId xmlns:a16="http://schemas.microsoft.com/office/drawing/2014/main" id="{AEBF8F58-BCD9-4A93-73F8-B094485F49F8}"/>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Montserrat" panose="00000500000000000000" pitchFamily="2" charset="0"/>
                <a:ea typeface="+mj-ea"/>
                <a:cs typeface="+mj-cs"/>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D4FE3A5B-8580-ECD7-6D39-32E70E510D0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6340" y="6434682"/>
            <a:ext cx="427653" cy="288290"/>
          </a:xfrm>
          <a:prstGeom prst="rect">
            <a:avLst/>
          </a:prstGeom>
        </p:spPr>
      </p:pic>
    </p:spTree>
    <p:extLst>
      <p:ext uri="{BB962C8B-B14F-4D97-AF65-F5344CB8AC3E}">
        <p14:creationId xmlns:p14="http://schemas.microsoft.com/office/powerpoint/2010/main" val="1350495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Blank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FE2DBF-D8B0-B5D5-8CAC-B2477D906A52}"/>
              </a:ext>
            </a:extLst>
          </p:cNvPr>
          <p:cNvSpPr>
            <a:spLocks noGrp="1"/>
          </p:cNvSpPr>
          <p:nvPr>
            <p:ph type="title"/>
          </p:nvPr>
        </p:nvSpPr>
        <p:spPr>
          <a:xfrm>
            <a:off x="838200" y="610699"/>
            <a:ext cx="10517188" cy="341045"/>
          </a:xfrm>
          <a:prstGeom prst="rect">
            <a:avLst/>
          </a:prstGeom>
        </p:spPr>
        <p:txBody>
          <a:bodyPr lIns="0" tIns="0" rIns="0" bIns="0" anchor="ctr"/>
          <a:lstStyle>
            <a:lvl1pPr marL="0" algn="l" defTabSz="913974" rtl="0" eaLnBrk="1" latinLnBrk="0" hangingPunct="1">
              <a:lnSpc>
                <a:spcPct val="90000"/>
              </a:lnSpc>
              <a:spcBef>
                <a:spcPct val="0"/>
              </a:spcBef>
              <a:buNone/>
              <a:defRPr lang="en-IN" sz="2400" kern="1200" dirty="0">
                <a:solidFill>
                  <a:schemeClr val="tx2"/>
                </a:solidFill>
                <a:latin typeface="+mj-lt"/>
                <a:ea typeface="+mj-ea"/>
                <a:cs typeface="+mj-cs"/>
              </a:defRPr>
            </a:lvl1pPr>
          </a:lstStyle>
          <a:p>
            <a:r>
              <a:rPr lang="en-US"/>
              <a:t>Click to edit Master title style</a:t>
            </a:r>
            <a:endParaRPr lang="en-IN"/>
          </a:p>
        </p:txBody>
      </p:sp>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200" y="1651299"/>
            <a:ext cx="10517188" cy="3657599"/>
          </a:xfrm>
          <a:prstGeom prst="rect">
            <a:avLst/>
          </a:prstGeom>
        </p:spPr>
        <p:txBody>
          <a:bodyPr lIns="0" tIns="0" rIns="0" bIns="0"/>
          <a:lstStyle>
            <a:lvl1pPr>
              <a:buClr>
                <a:schemeClr val="accent1"/>
              </a:buClr>
              <a:buSzPct val="100000"/>
              <a:defRPr sz="2400">
                <a:solidFill>
                  <a:schemeClr val="tx2"/>
                </a:solidFill>
              </a:defRPr>
            </a:lvl1pPr>
            <a:lvl2pPr>
              <a:buClr>
                <a:schemeClr val="accent1"/>
              </a:buClr>
              <a:buSzPct val="100000"/>
              <a:defRPr sz="2000">
                <a:solidFill>
                  <a:schemeClr val="tx2"/>
                </a:solidFill>
              </a:defRPr>
            </a:lvl2pPr>
            <a:lvl3pPr>
              <a:buClr>
                <a:schemeClr val="accent1"/>
              </a:buClr>
              <a:buSzPct val="100000"/>
              <a:defRPr sz="1800">
                <a:solidFill>
                  <a:schemeClr val="tx2"/>
                </a:solidFill>
              </a:defRPr>
            </a:lvl3pPr>
            <a:lvl4pPr>
              <a:buClr>
                <a:schemeClr val="accent1"/>
              </a:buClr>
              <a:buSzPct val="100000"/>
              <a:defRPr sz="1600">
                <a:solidFill>
                  <a:schemeClr val="tx2"/>
                </a:solidFill>
              </a:defRPr>
            </a:lvl4pPr>
            <a:lvl5pPr>
              <a:buClr>
                <a:schemeClr val="accent1"/>
              </a:buClr>
              <a:buSzPct val="10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7">
            <a:extLst>
              <a:ext uri="{FF2B5EF4-FFF2-40B4-BE49-F238E27FC236}">
                <a16:creationId xmlns:a16="http://schemas.microsoft.com/office/drawing/2014/main" id="{2E7DBBD9-3D8F-4248-F7C4-3BAF75FF5FCC}"/>
              </a:ext>
            </a:extLst>
          </p:cNvPr>
          <p:cNvSpPr>
            <a:spLocks noGrp="1"/>
          </p:cNvSpPr>
          <p:nvPr>
            <p:ph type="body" sz="quarter" idx="11" hasCustomPrompt="1"/>
          </p:nvPr>
        </p:nvSpPr>
        <p:spPr>
          <a:xfrm>
            <a:off x="1110506" y="6495280"/>
            <a:ext cx="4117132" cy="189283"/>
          </a:xfrm>
          <a:prstGeom prst="rect">
            <a:avLst/>
          </a:prstGeom>
        </p:spPr>
        <p:txBody>
          <a:bodyPr>
            <a:spAutoFit/>
          </a:bodyPr>
          <a:lstStyle>
            <a:lvl1pPr marL="0" indent="0" algn="l" defTabSz="457154" rtl="0" eaLnBrk="1" latinLnBrk="0" hangingPunct="1">
              <a:buNone/>
              <a:defRPr lang="en-MY" sz="700" b="0" i="0" kern="1200" dirty="0">
                <a:solidFill>
                  <a:schemeClr val="accent3"/>
                </a:solidFill>
                <a:effectLst/>
                <a:latin typeface="Montserrat" panose="00000500000000000000" pitchFamily="2" charset="0"/>
                <a:ea typeface="+mn-ea"/>
                <a:cs typeface="+mn-cs"/>
              </a:defRPr>
            </a:lvl1pPr>
          </a:lstStyle>
          <a:p>
            <a:r>
              <a:rPr lang="en-MY"/>
              <a:t>|  Master Slide Title</a:t>
            </a:r>
          </a:p>
        </p:txBody>
      </p:sp>
    </p:spTree>
    <p:extLst>
      <p:ext uri="{BB962C8B-B14F-4D97-AF65-F5344CB8AC3E}">
        <p14:creationId xmlns:p14="http://schemas.microsoft.com/office/powerpoint/2010/main" val="2897383639"/>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 text column">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AB2BB-E318-E4B8-7525-41936D17E6CC}"/>
              </a:ext>
            </a:extLst>
          </p:cNvPr>
          <p:cNvSpPr>
            <a:spLocks noGrp="1"/>
          </p:cNvSpPr>
          <p:nvPr>
            <p:ph sz="quarter" idx="10"/>
          </p:nvPr>
        </p:nvSpPr>
        <p:spPr>
          <a:xfrm>
            <a:off x="492189" y="1527176"/>
            <a:ext cx="11385446" cy="4676775"/>
          </a:xfrm>
          <a:prstGeom prst="rect">
            <a:avLst/>
          </a:prstGeom>
        </p:spPr>
        <p:txBody>
          <a:bodyPr/>
          <a:lstStyle>
            <a:lvl1pPr>
              <a:spcBef>
                <a:spcPts val="1600"/>
              </a:spcBef>
              <a:buClr>
                <a:schemeClr val="accent1"/>
              </a:buClr>
              <a:defRPr sz="2000">
                <a:solidFill>
                  <a:schemeClr val="accent6"/>
                </a:solidFill>
              </a:defRPr>
            </a:lvl1pPr>
            <a:lvl2pPr>
              <a:spcBef>
                <a:spcPts val="500"/>
              </a:spcBef>
              <a:buClr>
                <a:schemeClr val="accent1"/>
              </a:buClr>
              <a:defRPr sz="1800">
                <a:solidFill>
                  <a:schemeClr val="accent6"/>
                </a:solidFill>
              </a:defRPr>
            </a:lvl2pPr>
            <a:lvl3pPr>
              <a:spcBef>
                <a:spcPts val="500"/>
              </a:spcBef>
              <a:buClr>
                <a:schemeClr val="accent1"/>
              </a:buClr>
              <a:defRPr sz="1600">
                <a:solidFill>
                  <a:schemeClr val="accent6"/>
                </a:solidFill>
              </a:defRPr>
            </a:lvl3pPr>
            <a:lvl4pPr>
              <a:spcBef>
                <a:spcPts val="500"/>
              </a:spcBef>
              <a:buClr>
                <a:schemeClr val="accent1"/>
              </a:buClr>
              <a:defRPr sz="1600">
                <a:solidFill>
                  <a:schemeClr val="accent6"/>
                </a:solidFill>
              </a:defRPr>
            </a:lvl4pPr>
            <a:lvl5pPr>
              <a:spcBef>
                <a:spcPts val="500"/>
              </a:spcBef>
              <a:buClr>
                <a:schemeClr val="accent1"/>
              </a:buClr>
              <a:defRPr sz="1600">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748DF17-1BEB-B81C-3569-A90B7BF77FF0}"/>
              </a:ext>
            </a:extLst>
          </p:cNvPr>
          <p:cNvSpPr>
            <a:spLocks noGrp="1"/>
          </p:cNvSpPr>
          <p:nvPr>
            <p:ph type="title" hasCustomPrompt="1"/>
          </p:nvPr>
        </p:nvSpPr>
        <p:spPr>
          <a:xfrm>
            <a:off x="491674" y="393054"/>
            <a:ext cx="9387036" cy="823912"/>
          </a:xfrm>
          <a:prstGeom prst="rect">
            <a:avLst/>
          </a:prstGeom>
        </p:spPr>
        <p:txBody>
          <a:bodyPr anchor="t"/>
          <a:lstStyle>
            <a:lvl1pPr>
              <a:defRPr sz="2800"/>
            </a:lvl1pPr>
          </a:lstStyle>
          <a:p>
            <a:r>
              <a:rPr lang="en-US"/>
              <a:t>Click to edit Master title style</a:t>
            </a:r>
            <a:br>
              <a:rPr lang="en-US"/>
            </a:br>
            <a:r>
              <a:rPr lang="en-US"/>
              <a:t>Click to edit Master title style</a:t>
            </a:r>
            <a:endParaRPr lang="en-GB"/>
          </a:p>
        </p:txBody>
      </p:sp>
      <p:sp>
        <p:nvSpPr>
          <p:cNvPr id="3" name="Text Placeholder 26">
            <a:extLst>
              <a:ext uri="{FF2B5EF4-FFF2-40B4-BE49-F238E27FC236}">
                <a16:creationId xmlns:a16="http://schemas.microsoft.com/office/drawing/2014/main" id="{47732E50-4F68-EB9E-D914-D405EE1261C6}"/>
              </a:ext>
            </a:extLst>
          </p:cNvPr>
          <p:cNvSpPr>
            <a:spLocks noGrp="1"/>
          </p:cNvSpPr>
          <p:nvPr>
            <p:ph type="body" sz="quarter" idx="70" hasCustomPrompt="1"/>
          </p:nvPr>
        </p:nvSpPr>
        <p:spPr>
          <a:xfrm>
            <a:off x="521402" y="6217213"/>
            <a:ext cx="11365539" cy="289398"/>
          </a:xfrm>
          <a:prstGeom prst="rect">
            <a:avLst/>
          </a:prstGeom>
        </p:spPr>
        <p:txBody>
          <a:bodyPr/>
          <a:lstStyle>
            <a:lvl1pPr marL="0" indent="0" algn="l">
              <a:buNone/>
              <a:defRPr sz="900">
                <a:solidFill>
                  <a:schemeClr val="accent6"/>
                </a:solidFill>
              </a:defRPr>
            </a:lvl1pPr>
            <a:lvl2pPr marL="457200" indent="0">
              <a:buNone/>
              <a:defRPr sz="900"/>
            </a:lvl2pPr>
            <a:lvl3pPr marL="914400" indent="0">
              <a:buNone/>
              <a:defRPr sz="900"/>
            </a:lvl3pPr>
            <a:lvl4pPr marL="1371600" indent="0">
              <a:buNone/>
              <a:defRPr sz="900"/>
            </a:lvl4pPr>
            <a:lvl5pPr marL="1828800" indent="0">
              <a:buNone/>
              <a:defRPr sz="900"/>
            </a:lvl5pPr>
          </a:lstStyle>
          <a:p>
            <a:pPr lvl="0"/>
            <a:r>
              <a:rPr lang="en-US"/>
              <a:t>Footnote placeholder copy</a:t>
            </a:r>
          </a:p>
        </p:txBody>
      </p:sp>
    </p:spTree>
    <p:extLst>
      <p:ext uri="{BB962C8B-B14F-4D97-AF65-F5344CB8AC3E}">
        <p14:creationId xmlns:p14="http://schemas.microsoft.com/office/powerpoint/2010/main" val="42665834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5_Blank Layout">
    <p:spTree>
      <p:nvGrpSpPr>
        <p:cNvPr id="1" name=""/>
        <p:cNvGrpSpPr/>
        <p:nvPr/>
      </p:nvGrpSpPr>
      <p:grpSpPr>
        <a:xfrm>
          <a:off x="0" y="0"/>
          <a:ext cx="0" cy="0"/>
          <a:chOff x="0" y="0"/>
          <a:chExt cx="0" cy="0"/>
        </a:xfrm>
      </p:grpSpPr>
      <p:pic>
        <p:nvPicPr>
          <p:cNvPr id="2" name="Picture 1" descr="A blue circles on a black background&#10;&#10;Description automatically generated">
            <a:extLst>
              <a:ext uri="{FF2B5EF4-FFF2-40B4-BE49-F238E27FC236}">
                <a16:creationId xmlns:a16="http://schemas.microsoft.com/office/drawing/2014/main" id="{CC4BC475-DD64-D130-EEF6-DAB7423BE51A}"/>
              </a:ext>
            </a:extLst>
          </p:cNvPr>
          <p:cNvPicPr>
            <a:picLocks noChangeAspect="1"/>
          </p:cNvPicPr>
          <p:nvPr userDrawn="1"/>
        </p:nvPicPr>
        <p:blipFill>
          <a:blip r:embed="rId2" cstate="print">
            <a:alphaModFix/>
            <a:extLst>
              <a:ext uri="{28A0092B-C50C-407E-A947-70E740481C1C}">
                <a14:useLocalDpi xmlns:a14="http://schemas.microsoft.com/office/drawing/2010/main" val="0"/>
              </a:ext>
            </a:extLst>
          </a:blip>
          <a:srcRect/>
          <a:stretch>
            <a:fillRect/>
          </a:stretch>
        </p:blipFill>
        <p:spPr>
          <a:xfrm rot="18900000">
            <a:off x="5879446" y="3199266"/>
            <a:ext cx="9363243" cy="5266824"/>
          </a:xfrm>
          <a:custGeom>
            <a:avLst/>
            <a:gdLst>
              <a:gd name="connsiteX0" fmla="*/ 0 w 9363243"/>
              <a:gd name="connsiteY0" fmla="*/ 3976093 h 5266824"/>
              <a:gd name="connsiteX1" fmla="*/ 1290732 w 9363243"/>
              <a:gd name="connsiteY1" fmla="*/ 5266824 h 5266824"/>
              <a:gd name="connsiteX2" fmla="*/ 0 w 9363243"/>
              <a:gd name="connsiteY2" fmla="*/ 5266824 h 5266824"/>
              <a:gd name="connsiteX3" fmla="*/ 9363243 w 9363243"/>
              <a:gd name="connsiteY3" fmla="*/ 4891336 h 5266824"/>
              <a:gd name="connsiteX4" fmla="*/ 9363243 w 9363243"/>
              <a:gd name="connsiteY4" fmla="*/ 5266824 h 5266824"/>
              <a:gd name="connsiteX5" fmla="*/ 8987755 w 9363243"/>
              <a:gd name="connsiteY5" fmla="*/ 5266824 h 5266824"/>
              <a:gd name="connsiteX6" fmla="*/ 9363243 w 9363243"/>
              <a:gd name="connsiteY6" fmla="*/ 0 h 5266824"/>
              <a:gd name="connsiteX7" fmla="*/ 9363243 w 9363243"/>
              <a:gd name="connsiteY7" fmla="*/ 269566 h 5266824"/>
              <a:gd name="connsiteX8" fmla="*/ 5110976 w 9363243"/>
              <a:gd name="connsiteY8" fmla="*/ 4521833 h 5266824"/>
              <a:gd name="connsiteX9" fmla="*/ 589143 w 9363243"/>
              <a:gd name="connsiteY9" fmla="*/ 0 h 526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63243" h="5266824">
                <a:moveTo>
                  <a:pt x="0" y="3976093"/>
                </a:moveTo>
                <a:lnTo>
                  <a:pt x="1290732" y="5266824"/>
                </a:lnTo>
                <a:lnTo>
                  <a:pt x="0" y="5266824"/>
                </a:lnTo>
                <a:close/>
                <a:moveTo>
                  <a:pt x="9363243" y="4891336"/>
                </a:moveTo>
                <a:lnTo>
                  <a:pt x="9363243" y="5266824"/>
                </a:lnTo>
                <a:lnTo>
                  <a:pt x="8987755" y="5266824"/>
                </a:lnTo>
                <a:close/>
                <a:moveTo>
                  <a:pt x="9363243" y="0"/>
                </a:moveTo>
                <a:lnTo>
                  <a:pt x="9363243" y="269566"/>
                </a:lnTo>
                <a:lnTo>
                  <a:pt x="5110976" y="4521833"/>
                </a:lnTo>
                <a:lnTo>
                  <a:pt x="589143" y="0"/>
                </a:lnTo>
                <a:close/>
              </a:path>
            </a:pathLst>
          </a:custGeom>
        </p:spPr>
      </p:pic>
      <p:sp>
        <p:nvSpPr>
          <p:cNvPr id="8" name="Text Placeholder 7">
            <a:extLst>
              <a:ext uri="{FF2B5EF4-FFF2-40B4-BE49-F238E27FC236}">
                <a16:creationId xmlns:a16="http://schemas.microsoft.com/office/drawing/2014/main" id="{2E7DBBD9-3D8F-4248-F7C4-3BAF75FF5FCC}"/>
              </a:ext>
            </a:extLst>
          </p:cNvPr>
          <p:cNvSpPr>
            <a:spLocks noGrp="1"/>
          </p:cNvSpPr>
          <p:nvPr>
            <p:ph type="body" sz="quarter" idx="11" hasCustomPrompt="1"/>
          </p:nvPr>
        </p:nvSpPr>
        <p:spPr>
          <a:xfrm>
            <a:off x="252002" y="360004"/>
            <a:ext cx="3951699" cy="189283"/>
          </a:xfrm>
          <a:prstGeom prst="rect">
            <a:avLst/>
          </a:prstGeom>
        </p:spPr>
        <p:txBody>
          <a:bodyPr wrap="square">
            <a:spAutoFit/>
          </a:bodyPr>
          <a:lstStyle>
            <a:lvl1pPr marL="0" indent="0" algn="l" defTabSz="457108" rtl="0" eaLnBrk="1" latinLnBrk="0" hangingPunct="1">
              <a:buNone/>
              <a:defRPr lang="en-MY" sz="700" b="0" i="0" kern="1200" dirty="0">
                <a:solidFill>
                  <a:schemeClr val="accent4"/>
                </a:solidFill>
                <a:effectLst/>
                <a:latin typeface="PP Telegraf" pitchFamily="2" charset="77"/>
                <a:ea typeface="+mn-ea"/>
                <a:cs typeface="+mn-cs"/>
              </a:defRPr>
            </a:lvl1pPr>
          </a:lstStyle>
          <a:p>
            <a:r>
              <a:rPr lang="en-MY"/>
              <a:t>Master Slide Title</a:t>
            </a:r>
          </a:p>
        </p:txBody>
      </p:sp>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2000" y="966439"/>
            <a:ext cx="3951700" cy="1107996"/>
          </a:xfrm>
          <a:prstGeom prst="rect">
            <a:avLst/>
          </a:prstGeom>
        </p:spPr>
        <p:txBody>
          <a:bodyPr wrap="square" lIns="0" tIns="0" rIns="0" bIns="0">
            <a:spAutoFit/>
          </a:bodyPr>
          <a:lstStyle>
            <a:lvl1pPr marL="0" algn="l" defTabSz="913883" rtl="0" eaLnBrk="1" latinLnBrk="0" hangingPunct="1">
              <a:lnSpc>
                <a:spcPct val="90000"/>
              </a:lnSpc>
              <a:spcBef>
                <a:spcPct val="0"/>
              </a:spcBef>
              <a:buNone/>
              <a:defRPr lang="en-IN" sz="4000" b="0" i="0" kern="1200" dirty="0">
                <a:solidFill>
                  <a:schemeClr val="accent4"/>
                </a:solidFill>
                <a:latin typeface="PP Telegraf" pitchFamily="2" charset="77"/>
                <a:ea typeface="+mj-ea"/>
                <a:cs typeface="+mj-cs"/>
              </a:defRPr>
            </a:lvl1pPr>
          </a:lstStyle>
          <a:p>
            <a:r>
              <a:rPr lang="en-US"/>
              <a:t>Click to edit Master title style</a:t>
            </a:r>
            <a:endParaRPr lang="en-IN"/>
          </a:p>
        </p:txBody>
      </p:sp>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5248814" y="200026"/>
            <a:ext cx="6122916" cy="6457951"/>
          </a:xfrm>
          <a:prstGeom prst="roundRect">
            <a:avLst>
              <a:gd name="adj" fmla="val 1796"/>
            </a:avLst>
          </a:prstGeom>
        </p:spPr>
        <p:txBody>
          <a:bodyPr/>
          <a:lstStyle>
            <a:lvl1pPr>
              <a:defRPr b="0" i="0">
                <a:solidFill>
                  <a:schemeClr val="accent4"/>
                </a:solidFill>
                <a:latin typeface="PP Telegraf" pitchFamily="2" charset="77"/>
              </a:defRPr>
            </a:lvl1pPr>
          </a:lstStyle>
          <a:p>
            <a:endParaRPr lang="en-US"/>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252002" y="3826660"/>
            <a:ext cx="3951699" cy="2253095"/>
          </a:xfrm>
          <a:prstGeom prst="rect">
            <a:avLst/>
          </a:prstGeom>
        </p:spPr>
        <p:txBody>
          <a:bodyPr/>
          <a:lstStyle>
            <a:lvl1pPr>
              <a:lnSpc>
                <a:spcPct val="100000"/>
              </a:lnSpc>
              <a:defRPr sz="1200" b="0" i="0">
                <a:solidFill>
                  <a:schemeClr val="accent4"/>
                </a:solidFill>
                <a:latin typeface="PP Telegraf" pitchFamily="2" charset="77"/>
              </a:defRPr>
            </a:lvl1pPr>
            <a:lvl2pPr>
              <a:lnSpc>
                <a:spcPct val="100000"/>
              </a:lnSpc>
              <a:defRPr sz="1200" b="0" i="0">
                <a:solidFill>
                  <a:schemeClr val="accent4"/>
                </a:solidFill>
                <a:latin typeface="PP Telegraf" pitchFamily="2" charset="77"/>
              </a:defRPr>
            </a:lvl2pPr>
            <a:lvl3pPr>
              <a:lnSpc>
                <a:spcPct val="100000"/>
              </a:lnSpc>
              <a:defRPr sz="1200" b="0" i="0">
                <a:solidFill>
                  <a:schemeClr val="accent4"/>
                </a:solidFill>
                <a:latin typeface="PP Telegraf" pitchFamily="2" charset="77"/>
              </a:defRPr>
            </a:lvl3pPr>
            <a:lvl4pPr>
              <a:lnSpc>
                <a:spcPct val="100000"/>
              </a:lnSpc>
              <a:defRPr sz="1200" b="0" i="0">
                <a:solidFill>
                  <a:schemeClr val="accent4"/>
                </a:solidFill>
                <a:latin typeface="PP Telegraf" pitchFamily="2" charset="77"/>
              </a:defRPr>
            </a:lvl4pPr>
            <a:lvl5pPr>
              <a:lnSpc>
                <a:spcPct val="100000"/>
              </a:lnSpc>
              <a:defRPr sz="1200" b="0" i="0">
                <a:solidFill>
                  <a:schemeClr val="accent4"/>
                </a:solidFill>
                <a:latin typeface="PP Telegraf"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51442312"/>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Blank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FE2DBF-D8B0-B5D5-8CAC-B2477D906A52}"/>
              </a:ext>
            </a:extLst>
          </p:cNvPr>
          <p:cNvSpPr>
            <a:spLocks noGrp="1"/>
          </p:cNvSpPr>
          <p:nvPr>
            <p:ph type="title"/>
          </p:nvPr>
        </p:nvSpPr>
        <p:spPr>
          <a:xfrm>
            <a:off x="838200" y="610699"/>
            <a:ext cx="10517188" cy="341045"/>
          </a:xfrm>
          <a:prstGeom prst="rect">
            <a:avLst/>
          </a:prstGeom>
        </p:spPr>
        <p:txBody>
          <a:bodyPr lIns="0" tIns="0" rIns="0" bIns="0" anchor="ctr"/>
          <a:lstStyle>
            <a:lvl1pPr marL="0" algn="l" defTabSz="913974" rtl="0" eaLnBrk="1" latinLnBrk="0" hangingPunct="1">
              <a:lnSpc>
                <a:spcPct val="90000"/>
              </a:lnSpc>
              <a:spcBef>
                <a:spcPct val="0"/>
              </a:spcBef>
              <a:buNone/>
              <a:defRPr lang="en-IN" sz="2400" kern="1200" dirty="0">
                <a:solidFill>
                  <a:schemeClr val="tx2"/>
                </a:solidFill>
                <a:latin typeface="+mj-lt"/>
                <a:ea typeface="+mj-ea"/>
                <a:cs typeface="+mj-cs"/>
              </a:defRPr>
            </a:lvl1pPr>
          </a:lstStyle>
          <a:p>
            <a:r>
              <a:rPr lang="en-US"/>
              <a:t>Click to edit Master title style</a:t>
            </a:r>
            <a:endParaRPr lang="en-IN"/>
          </a:p>
        </p:txBody>
      </p:sp>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200" y="1651299"/>
            <a:ext cx="10517188" cy="3657599"/>
          </a:xfrm>
          <a:prstGeom prst="rect">
            <a:avLst/>
          </a:prstGeom>
        </p:spPr>
        <p:txBody>
          <a:bodyPr lIns="0" tIns="0" rIns="0" bIns="0"/>
          <a:lstStyle>
            <a:lvl1pPr>
              <a:buClr>
                <a:schemeClr val="accent1"/>
              </a:buClr>
              <a:buSzPct val="100000"/>
              <a:defRPr sz="2400">
                <a:solidFill>
                  <a:schemeClr val="tx2"/>
                </a:solidFill>
              </a:defRPr>
            </a:lvl1pPr>
            <a:lvl2pPr>
              <a:buClr>
                <a:schemeClr val="accent1"/>
              </a:buClr>
              <a:buSzPct val="100000"/>
              <a:defRPr sz="2000">
                <a:solidFill>
                  <a:schemeClr val="tx2"/>
                </a:solidFill>
              </a:defRPr>
            </a:lvl2pPr>
            <a:lvl3pPr>
              <a:buClr>
                <a:schemeClr val="accent1"/>
              </a:buClr>
              <a:buSzPct val="100000"/>
              <a:defRPr sz="1800">
                <a:solidFill>
                  <a:schemeClr val="tx2"/>
                </a:solidFill>
              </a:defRPr>
            </a:lvl3pPr>
            <a:lvl4pPr>
              <a:buClr>
                <a:schemeClr val="accent1"/>
              </a:buClr>
              <a:buSzPct val="100000"/>
              <a:defRPr sz="1600">
                <a:solidFill>
                  <a:schemeClr val="tx2"/>
                </a:solidFill>
              </a:defRPr>
            </a:lvl4pPr>
            <a:lvl5pPr>
              <a:buClr>
                <a:schemeClr val="accent1"/>
              </a:buClr>
              <a:buSzPct val="10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2050" name="Picture 2" descr="Home | Blend360">
            <a:extLst>
              <a:ext uri="{FF2B5EF4-FFF2-40B4-BE49-F238E27FC236}">
                <a16:creationId xmlns:a16="http://schemas.microsoft.com/office/drawing/2014/main" id="{6F3938B4-9ED5-0EC9-CF69-050D7B9D030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107440" y="6391665"/>
            <a:ext cx="1336040" cy="405804"/>
          </a:xfrm>
          <a:prstGeom prst="rect">
            <a:avLst/>
          </a:prstGeom>
          <a:noFill/>
          <a:extLst>
            <a:ext uri="{909E8E84-426E-40DD-AFC4-6F175D3DCCD1}">
              <a14:hiddenFill xmlns:a14="http://schemas.microsoft.com/office/drawing/2010/main">
                <a:solidFill>
                  <a:srgbClr val="FFFFFF"/>
                </a:solidFill>
              </a14:hiddenFill>
            </a:ext>
          </a:extLst>
        </p:spPr>
      </p:pic>
      <p:sp>
        <p:nvSpPr>
          <p:cNvPr id="2" name="Plus Sign 1">
            <a:extLst>
              <a:ext uri="{FF2B5EF4-FFF2-40B4-BE49-F238E27FC236}">
                <a16:creationId xmlns:a16="http://schemas.microsoft.com/office/drawing/2014/main" id="{B8699916-7818-CD38-D0FD-577FE3058979}"/>
              </a:ext>
            </a:extLst>
          </p:cNvPr>
          <p:cNvSpPr/>
          <p:nvPr userDrawn="1"/>
        </p:nvSpPr>
        <p:spPr>
          <a:xfrm>
            <a:off x="1127760" y="6503127"/>
            <a:ext cx="182880" cy="182880"/>
          </a:xfrm>
          <a:prstGeom prst="mathPlus">
            <a:avLst>
              <a:gd name="adj1" fmla="val 235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Tree>
    <p:extLst>
      <p:ext uri="{BB962C8B-B14F-4D97-AF65-F5344CB8AC3E}">
        <p14:creationId xmlns:p14="http://schemas.microsoft.com/office/powerpoint/2010/main" val="649936733"/>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9_Blank Layout">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
        <p:nvSpPr>
          <p:cNvPr id="2" name="Text Placeholder 26">
            <a:extLst>
              <a:ext uri="{FF2B5EF4-FFF2-40B4-BE49-F238E27FC236}">
                <a16:creationId xmlns:a16="http://schemas.microsoft.com/office/drawing/2014/main" id="{FE39DCF1-F3B7-ACA4-012A-8963D8011AE2}"/>
              </a:ext>
            </a:extLst>
          </p:cNvPr>
          <p:cNvSpPr>
            <a:spLocks noGrp="1"/>
          </p:cNvSpPr>
          <p:nvPr>
            <p:ph type="body" sz="quarter" idx="18" hasCustomPrompt="1"/>
          </p:nvPr>
        </p:nvSpPr>
        <p:spPr>
          <a:xfrm>
            <a:off x="1517870" y="4920709"/>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 name="Text Placeholder 26">
            <a:extLst>
              <a:ext uri="{FF2B5EF4-FFF2-40B4-BE49-F238E27FC236}">
                <a16:creationId xmlns:a16="http://schemas.microsoft.com/office/drawing/2014/main" id="{D0DB00C9-B9E6-A878-6786-F90B25A3638A}"/>
              </a:ext>
            </a:extLst>
          </p:cNvPr>
          <p:cNvSpPr>
            <a:spLocks noGrp="1"/>
          </p:cNvSpPr>
          <p:nvPr>
            <p:ph type="body" sz="quarter" idx="19" hasCustomPrompt="1"/>
          </p:nvPr>
        </p:nvSpPr>
        <p:spPr>
          <a:xfrm>
            <a:off x="6154676" y="4920709"/>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4" name="Text Placeholder 26">
            <a:extLst>
              <a:ext uri="{FF2B5EF4-FFF2-40B4-BE49-F238E27FC236}">
                <a16:creationId xmlns:a16="http://schemas.microsoft.com/office/drawing/2014/main" id="{0C911E2D-2E1D-A63B-3D4E-52E0653BF3EB}"/>
              </a:ext>
            </a:extLst>
          </p:cNvPr>
          <p:cNvSpPr>
            <a:spLocks noGrp="1"/>
          </p:cNvSpPr>
          <p:nvPr>
            <p:ph type="body" sz="quarter" idx="20" hasCustomPrompt="1"/>
          </p:nvPr>
        </p:nvSpPr>
        <p:spPr>
          <a:xfrm>
            <a:off x="5590307" y="4920709"/>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5" name="Text Placeholder 26">
            <a:extLst>
              <a:ext uri="{FF2B5EF4-FFF2-40B4-BE49-F238E27FC236}">
                <a16:creationId xmlns:a16="http://schemas.microsoft.com/office/drawing/2014/main" id="{521E72C4-E7E7-C4C7-FFFD-E849CA12D70F}"/>
              </a:ext>
            </a:extLst>
          </p:cNvPr>
          <p:cNvSpPr>
            <a:spLocks noGrp="1"/>
          </p:cNvSpPr>
          <p:nvPr>
            <p:ph type="body" sz="quarter" idx="21" hasCustomPrompt="1"/>
          </p:nvPr>
        </p:nvSpPr>
        <p:spPr>
          <a:xfrm>
            <a:off x="961295" y="4920709"/>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9959393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29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1" y="1363290"/>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39" indent="0">
              <a:lnSpc>
                <a:spcPct val="100000"/>
              </a:lnSpc>
              <a:buClr>
                <a:schemeClr val="accent1"/>
              </a:buClr>
              <a:buSzPct val="100000"/>
              <a:buNone/>
              <a:defRPr sz="2000" b="0" i="0">
                <a:solidFill>
                  <a:schemeClr val="bg2"/>
                </a:solidFill>
                <a:latin typeface="Montserrat" pitchFamily="2" charset="77"/>
              </a:defRPr>
            </a:lvl2pPr>
            <a:lvl3pPr marL="913896" indent="0">
              <a:lnSpc>
                <a:spcPct val="100000"/>
              </a:lnSpc>
              <a:buClr>
                <a:schemeClr val="accent1"/>
              </a:buClr>
              <a:buSzPct val="100000"/>
              <a:buNone/>
              <a:defRPr sz="1800" b="0" i="0">
                <a:solidFill>
                  <a:schemeClr val="bg2"/>
                </a:solidFill>
                <a:latin typeface="Montserrat" pitchFamily="2" charset="77"/>
              </a:defRPr>
            </a:lvl3pPr>
            <a:lvl4pPr marL="1370849" indent="0">
              <a:lnSpc>
                <a:spcPct val="100000"/>
              </a:lnSpc>
              <a:buClr>
                <a:schemeClr val="accent1"/>
              </a:buClr>
              <a:buSzPct val="100000"/>
              <a:buNone/>
              <a:defRPr sz="1600" b="0" i="0">
                <a:solidFill>
                  <a:schemeClr val="bg2"/>
                </a:solidFill>
                <a:latin typeface="Montserrat" pitchFamily="2" charset="77"/>
              </a:defRPr>
            </a:lvl4pPr>
            <a:lvl5pPr marL="1827789"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1" y="453195"/>
            <a:ext cx="10859413" cy="553998"/>
          </a:xfrm>
          <a:prstGeom prst="rect">
            <a:avLst/>
          </a:prstGeom>
        </p:spPr>
        <p:txBody>
          <a:bodyPr wrap="square" lIns="0" tIns="0" rIns="0" bIns="0" anchor="t">
            <a:spAutoFit/>
          </a:bodyPr>
          <a:lstStyle>
            <a:lvl1pPr marL="0" algn="l" defTabSz="913883"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2"/>
            <a:ext cx="1173193" cy="144911"/>
          </a:xfrm>
          <a:prstGeom prst="rect">
            <a:avLst/>
          </a:prstGeom>
          <a:noFill/>
        </p:spPr>
        <p:txBody>
          <a:bodyPr wrap="square" lIns="0" tIns="0" rIns="0" bIns="0" rtlCol="0">
            <a:spAutoFit/>
          </a:bodyPr>
          <a:lstStyle/>
          <a:p>
            <a:pPr marL="0" marR="0" lvl="0" indent="0" algn="r" defTabSz="914218"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9723586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2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4F0ECEDF-D9DE-7592-0B71-357D70E3A878}"/>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1"/>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2DF8C957-9870-23A2-6547-7A2EF8BBBD34}"/>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10" name="Rectangle 9">
            <a:extLst>
              <a:ext uri="{FF2B5EF4-FFF2-40B4-BE49-F238E27FC236}">
                <a16:creationId xmlns:a16="http://schemas.microsoft.com/office/drawing/2014/main" id="{00E27D6B-61FE-5F68-1547-0B40A6BC1C37}"/>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13" name="Title 5">
            <a:extLst>
              <a:ext uri="{FF2B5EF4-FFF2-40B4-BE49-F238E27FC236}">
                <a16:creationId xmlns:a16="http://schemas.microsoft.com/office/drawing/2014/main" id="{942BD3F2-20FE-A752-BB0F-C3D3EE77ABCE}"/>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4" name="Text Placeholder 26">
            <a:extLst>
              <a:ext uri="{FF2B5EF4-FFF2-40B4-BE49-F238E27FC236}">
                <a16:creationId xmlns:a16="http://schemas.microsoft.com/office/drawing/2014/main" id="{393A01BC-161A-DC05-237F-91FE8D6F1B2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6" name="Picture Placeholder 1">
            <a:extLst>
              <a:ext uri="{FF2B5EF4-FFF2-40B4-BE49-F238E27FC236}">
                <a16:creationId xmlns:a16="http://schemas.microsoft.com/office/drawing/2014/main" id="{A40F679D-95A9-C697-E711-F2455CB627A1}"/>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1">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1614438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6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CAC9F694-333A-C16E-CF57-6D7A716C8CB3}"/>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4"/>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94DC2324-9991-A207-6E60-CF2B3506C527}"/>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20" name="Rectangle 19">
            <a:extLst>
              <a:ext uri="{FF2B5EF4-FFF2-40B4-BE49-F238E27FC236}">
                <a16:creationId xmlns:a16="http://schemas.microsoft.com/office/drawing/2014/main" id="{76800973-7376-3714-5B15-81DFB3BB791D}"/>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89E49884-BEA7-81F4-EF24-446EB02A8C66}"/>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1" name="Text Placeholder 26">
            <a:extLst>
              <a:ext uri="{FF2B5EF4-FFF2-40B4-BE49-F238E27FC236}">
                <a16:creationId xmlns:a16="http://schemas.microsoft.com/office/drawing/2014/main" id="{9DC3F139-E3F5-F8D8-514D-D7634CA97525}"/>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2" name="Picture Placeholder 1">
            <a:extLst>
              <a:ext uri="{FF2B5EF4-FFF2-40B4-BE49-F238E27FC236}">
                <a16:creationId xmlns:a16="http://schemas.microsoft.com/office/drawing/2014/main" id="{FADA5E31-D0C1-D5C6-9294-ECAE05D04CD0}"/>
              </a:ext>
            </a:extLst>
          </p:cNvPr>
          <p:cNvSpPr>
            <a:spLocks noGrp="1"/>
          </p:cNvSpPr>
          <p:nvPr>
            <p:ph type="pic" sz="quarter" idx="11" hasCustomPrompt="1"/>
          </p:nvPr>
        </p:nvSpPr>
        <p:spPr>
          <a:xfrm>
            <a:off x="2409654" y="-2871"/>
            <a:ext cx="9783934" cy="685799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4">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4161591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6_Blank Layout">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
        <p:nvSpPr>
          <p:cNvPr id="2" name="Text Placeholder 26">
            <a:extLst>
              <a:ext uri="{FF2B5EF4-FFF2-40B4-BE49-F238E27FC236}">
                <a16:creationId xmlns:a16="http://schemas.microsoft.com/office/drawing/2014/main" id="{FE39DCF1-F3B7-ACA4-012A-8963D8011AE2}"/>
              </a:ext>
            </a:extLst>
          </p:cNvPr>
          <p:cNvSpPr>
            <a:spLocks noGrp="1"/>
          </p:cNvSpPr>
          <p:nvPr>
            <p:ph type="body" sz="quarter" idx="18" hasCustomPrompt="1"/>
          </p:nvPr>
        </p:nvSpPr>
        <p:spPr>
          <a:xfrm>
            <a:off x="1517870" y="4920709"/>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 name="Text Placeholder 26">
            <a:extLst>
              <a:ext uri="{FF2B5EF4-FFF2-40B4-BE49-F238E27FC236}">
                <a16:creationId xmlns:a16="http://schemas.microsoft.com/office/drawing/2014/main" id="{D0DB00C9-B9E6-A878-6786-F90B25A3638A}"/>
              </a:ext>
            </a:extLst>
          </p:cNvPr>
          <p:cNvSpPr>
            <a:spLocks noGrp="1"/>
          </p:cNvSpPr>
          <p:nvPr>
            <p:ph type="body" sz="quarter" idx="19" hasCustomPrompt="1"/>
          </p:nvPr>
        </p:nvSpPr>
        <p:spPr>
          <a:xfrm>
            <a:off x="6154676" y="4920709"/>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4" name="Text Placeholder 26">
            <a:extLst>
              <a:ext uri="{FF2B5EF4-FFF2-40B4-BE49-F238E27FC236}">
                <a16:creationId xmlns:a16="http://schemas.microsoft.com/office/drawing/2014/main" id="{0C911E2D-2E1D-A63B-3D4E-52E0653BF3EB}"/>
              </a:ext>
            </a:extLst>
          </p:cNvPr>
          <p:cNvSpPr>
            <a:spLocks noGrp="1"/>
          </p:cNvSpPr>
          <p:nvPr>
            <p:ph type="body" sz="quarter" idx="20" hasCustomPrompt="1"/>
          </p:nvPr>
        </p:nvSpPr>
        <p:spPr>
          <a:xfrm>
            <a:off x="5590307" y="4920709"/>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5" name="Text Placeholder 26">
            <a:extLst>
              <a:ext uri="{FF2B5EF4-FFF2-40B4-BE49-F238E27FC236}">
                <a16:creationId xmlns:a16="http://schemas.microsoft.com/office/drawing/2014/main" id="{521E72C4-E7E7-C4C7-FFFD-E849CA12D70F}"/>
              </a:ext>
            </a:extLst>
          </p:cNvPr>
          <p:cNvSpPr>
            <a:spLocks noGrp="1"/>
          </p:cNvSpPr>
          <p:nvPr>
            <p:ph type="body" sz="quarter" idx="21" hasCustomPrompt="1"/>
          </p:nvPr>
        </p:nvSpPr>
        <p:spPr>
          <a:xfrm>
            <a:off x="961295" y="4920709"/>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78622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5_Blank Layou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37383046-FDF0-07F4-49BB-257AAA38830B}"/>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3" name="Graphic 2">
            <a:extLst>
              <a:ext uri="{FF2B5EF4-FFF2-40B4-BE49-F238E27FC236}">
                <a16:creationId xmlns:a16="http://schemas.microsoft.com/office/drawing/2014/main" id="{F42E0078-518F-0775-395B-44BB00E088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4" name="Slide Number Placeholder 13">
            <a:extLst>
              <a:ext uri="{FF2B5EF4-FFF2-40B4-BE49-F238E27FC236}">
                <a16:creationId xmlns:a16="http://schemas.microsoft.com/office/drawing/2014/main" id="{0B3CA4CB-00E8-E7C2-7117-5839F34D2015}"/>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8" name="TextBox 7">
            <a:extLst>
              <a:ext uri="{FF2B5EF4-FFF2-40B4-BE49-F238E27FC236}">
                <a16:creationId xmlns:a16="http://schemas.microsoft.com/office/drawing/2014/main" id="{8124E859-886D-2C3F-A009-2815A44F2A1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32788184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59_Blank Layout">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30120002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2_Blank Layout">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B3508764-3A47-53E0-B15A-D6B364F6D3A6}"/>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8" name="Graphic 7">
            <a:extLst>
              <a:ext uri="{FF2B5EF4-FFF2-40B4-BE49-F238E27FC236}">
                <a16:creationId xmlns:a16="http://schemas.microsoft.com/office/drawing/2014/main" id="{8EFBF7C8-A378-FA84-9500-3136EB804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10" name="Slide Number Placeholder 13">
            <a:extLst>
              <a:ext uri="{FF2B5EF4-FFF2-40B4-BE49-F238E27FC236}">
                <a16:creationId xmlns:a16="http://schemas.microsoft.com/office/drawing/2014/main" id="{2508B8A1-ADF6-6962-C302-E634B45FACBA}"/>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314550"/>
                </a:solidFill>
                <a:latin typeface="Montserrat" panose="00000500000000000000" pitchFamily="2" charset="0"/>
              </a:rPr>
              <a:pPr/>
              <a:t>‹#›</a:t>
            </a:fld>
            <a:endParaRPr lang="en-US" sz="800">
              <a:solidFill>
                <a:srgbClr val="314550"/>
              </a:solidFill>
              <a:latin typeface="Montserrat" panose="00000500000000000000" pitchFamily="2" charset="0"/>
            </a:endParaRPr>
          </a:p>
        </p:txBody>
      </p:sp>
      <p:sp>
        <p:nvSpPr>
          <p:cNvPr id="11" name="TextBox 10">
            <a:extLst>
              <a:ext uri="{FF2B5EF4-FFF2-40B4-BE49-F238E27FC236}">
                <a16:creationId xmlns:a16="http://schemas.microsoft.com/office/drawing/2014/main" id="{5A905F13-C7C2-A209-FE53-8641D9E22971}"/>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314550"/>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25744222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02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F4F3F0"/>
                </a:solidFill>
                <a:latin typeface="Montserrat" panose="00000500000000000000" pitchFamily="2" charset="0"/>
              </a:rPr>
              <a:pPr/>
              <a:t>‹#›</a:t>
            </a:fld>
            <a:endParaRPr lang="en-US" sz="800">
              <a:solidFill>
                <a:srgbClr val="F4F3F0"/>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anose="00000500000000000000" pitchFamily="2" charset="0"/>
              </a:rPr>
              <a:t>Private and Confidential</a:t>
            </a:r>
          </a:p>
        </p:txBody>
      </p:sp>
      <p:sp>
        <p:nvSpPr>
          <p:cNvPr id="6" name="Title 3">
            <a:extLst>
              <a:ext uri="{FF2B5EF4-FFF2-40B4-BE49-F238E27FC236}">
                <a16:creationId xmlns:a16="http://schemas.microsoft.com/office/drawing/2014/main" id="{539CE9F0-0A2D-ADFE-B8C9-88E20368393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7" name="Graphic 6">
            <a:extLst>
              <a:ext uri="{FF2B5EF4-FFF2-40B4-BE49-F238E27FC236}">
                <a16:creationId xmlns:a16="http://schemas.microsoft.com/office/drawing/2014/main" id="{F67A8346-0540-B3AC-6CA8-558275243E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6639297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04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21051610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Team Lineup-3">
    <p:bg>
      <p:bgPr>
        <a:solidFill>
          <a:schemeClr val="bg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540" y="453195"/>
            <a:ext cx="1101678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3059"/>
                </a:solidFill>
                <a:latin typeface="Montserrat" panose="00000500000000000000" pitchFamily="2" charset="0"/>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30" y="6496842"/>
            <a:ext cx="365820" cy="194762"/>
          </a:xfrm>
          <a:prstGeom prst="rect">
            <a:avLst/>
          </a:prstGeom>
        </p:spPr>
      </p:pic>
      <p:pic>
        <p:nvPicPr>
          <p:cNvPr id="4" name="Picture Placeholder 18" descr="A person in a suit and tie&#10;&#10;Description automatically generated">
            <a:extLst>
              <a:ext uri="{FF2B5EF4-FFF2-40B4-BE49-F238E27FC236}">
                <a16:creationId xmlns:a16="http://schemas.microsoft.com/office/drawing/2014/main" id="{C8F8D610-22BD-EEB8-CBC8-3E88E08FA620}"/>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3094" y="1453548"/>
            <a:ext cx="2090737" cy="2092325"/>
          </a:xfrm>
          <a:prstGeom prst="rect">
            <a:avLst/>
          </a:prstGeom>
        </p:spPr>
      </p:pic>
      <p:sp>
        <p:nvSpPr>
          <p:cNvPr id="5" name="Picture Placeholder 43">
            <a:extLst>
              <a:ext uri="{FF2B5EF4-FFF2-40B4-BE49-F238E27FC236}">
                <a16:creationId xmlns:a16="http://schemas.microsoft.com/office/drawing/2014/main" id="{0D54B9FD-3253-BFA6-7E97-D3B67AAA2893}"/>
              </a:ext>
            </a:extLst>
          </p:cNvPr>
          <p:cNvSpPr>
            <a:spLocks noGrp="1"/>
          </p:cNvSpPr>
          <p:nvPr>
            <p:ph type="pic" sz="quarter" idx="29" hasCustomPrompt="1"/>
          </p:nvPr>
        </p:nvSpPr>
        <p:spPr>
          <a:xfrm>
            <a:off x="1093094"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6" name="Rounded Rectangle 5">
            <a:extLst>
              <a:ext uri="{FF2B5EF4-FFF2-40B4-BE49-F238E27FC236}">
                <a16:creationId xmlns:a16="http://schemas.microsoft.com/office/drawing/2014/main" id="{0461314E-CEA0-1FD9-4530-A8704BC5427C}"/>
              </a:ext>
            </a:extLst>
          </p:cNvPr>
          <p:cNvSpPr/>
          <p:nvPr userDrawn="1"/>
        </p:nvSpPr>
        <p:spPr>
          <a:xfrm>
            <a:off x="994663" y="1355913"/>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7" name="Text Placeholder 63">
            <a:extLst>
              <a:ext uri="{FF2B5EF4-FFF2-40B4-BE49-F238E27FC236}">
                <a16:creationId xmlns:a16="http://schemas.microsoft.com/office/drawing/2014/main" id="{A796019E-5AC6-08E1-71EE-151A2C09D247}"/>
              </a:ext>
            </a:extLst>
          </p:cNvPr>
          <p:cNvSpPr>
            <a:spLocks noGrp="1"/>
          </p:cNvSpPr>
          <p:nvPr>
            <p:ph type="body" sz="quarter" idx="30" hasCustomPrompt="1"/>
          </p:nvPr>
        </p:nvSpPr>
        <p:spPr>
          <a:xfrm>
            <a:off x="3445369" y="1355913"/>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9" name="Text Placeholder 63">
            <a:extLst>
              <a:ext uri="{FF2B5EF4-FFF2-40B4-BE49-F238E27FC236}">
                <a16:creationId xmlns:a16="http://schemas.microsoft.com/office/drawing/2014/main" id="{FF59CD57-A90D-99B6-DDC7-E7D8532EB442}"/>
              </a:ext>
            </a:extLst>
          </p:cNvPr>
          <p:cNvSpPr>
            <a:spLocks noGrp="1"/>
          </p:cNvSpPr>
          <p:nvPr>
            <p:ph type="body" sz="quarter" idx="31" hasCustomPrompt="1"/>
          </p:nvPr>
        </p:nvSpPr>
        <p:spPr>
          <a:xfrm>
            <a:off x="3445369"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11" name="Text Placeholder 63">
            <a:extLst>
              <a:ext uri="{FF2B5EF4-FFF2-40B4-BE49-F238E27FC236}">
                <a16:creationId xmlns:a16="http://schemas.microsoft.com/office/drawing/2014/main" id="{10DCD4ED-59A7-2DE9-E3C2-F459FCFD32A8}"/>
              </a:ext>
            </a:extLst>
          </p:cNvPr>
          <p:cNvSpPr>
            <a:spLocks noGrp="1"/>
          </p:cNvSpPr>
          <p:nvPr>
            <p:ph type="body" sz="quarter" idx="32" hasCustomPrompt="1"/>
          </p:nvPr>
        </p:nvSpPr>
        <p:spPr>
          <a:xfrm>
            <a:off x="3445369" y="2301883"/>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sp>
        <p:nvSpPr>
          <p:cNvPr id="12" name="Text Placeholder 63">
            <a:extLst>
              <a:ext uri="{FF2B5EF4-FFF2-40B4-BE49-F238E27FC236}">
                <a16:creationId xmlns:a16="http://schemas.microsoft.com/office/drawing/2014/main" id="{626C78F8-CC7B-0F86-B77E-2A0B2F0444F8}"/>
              </a:ext>
            </a:extLst>
          </p:cNvPr>
          <p:cNvSpPr>
            <a:spLocks noGrp="1"/>
          </p:cNvSpPr>
          <p:nvPr>
            <p:ph type="body" sz="quarter" idx="33" hasCustomPrompt="1"/>
          </p:nvPr>
        </p:nvSpPr>
        <p:spPr>
          <a:xfrm>
            <a:off x="8773436" y="1355913"/>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13" name="Text Placeholder 63">
            <a:extLst>
              <a:ext uri="{FF2B5EF4-FFF2-40B4-BE49-F238E27FC236}">
                <a16:creationId xmlns:a16="http://schemas.microsoft.com/office/drawing/2014/main" id="{0108A795-5450-7966-AFEC-3A3993D1E0C7}"/>
              </a:ext>
            </a:extLst>
          </p:cNvPr>
          <p:cNvSpPr>
            <a:spLocks noGrp="1"/>
          </p:cNvSpPr>
          <p:nvPr>
            <p:ph type="body" sz="quarter" idx="34" hasCustomPrompt="1"/>
          </p:nvPr>
        </p:nvSpPr>
        <p:spPr>
          <a:xfrm>
            <a:off x="8773436"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14" name="Text Placeholder 63">
            <a:extLst>
              <a:ext uri="{FF2B5EF4-FFF2-40B4-BE49-F238E27FC236}">
                <a16:creationId xmlns:a16="http://schemas.microsoft.com/office/drawing/2014/main" id="{E75BC3F3-06AA-0DAA-F623-67D89DF7A1C5}"/>
              </a:ext>
            </a:extLst>
          </p:cNvPr>
          <p:cNvSpPr>
            <a:spLocks noGrp="1"/>
          </p:cNvSpPr>
          <p:nvPr>
            <p:ph type="body" sz="quarter" idx="35" hasCustomPrompt="1"/>
          </p:nvPr>
        </p:nvSpPr>
        <p:spPr>
          <a:xfrm>
            <a:off x="8773436" y="2301883"/>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pic>
        <p:nvPicPr>
          <p:cNvPr id="15" name="Picture Placeholder 18" descr="A person in a suit and tie&#10;&#10;Description automatically generated">
            <a:extLst>
              <a:ext uri="{FF2B5EF4-FFF2-40B4-BE49-F238E27FC236}">
                <a16:creationId xmlns:a16="http://schemas.microsoft.com/office/drawing/2014/main" id="{419064C3-51CC-2E38-1B90-3A3F8D576104}"/>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1161" y="1453548"/>
            <a:ext cx="2090737" cy="2092325"/>
          </a:xfrm>
          <a:prstGeom prst="rect">
            <a:avLst/>
          </a:prstGeom>
        </p:spPr>
      </p:pic>
      <p:sp>
        <p:nvSpPr>
          <p:cNvPr id="16" name="Picture Placeholder 43">
            <a:extLst>
              <a:ext uri="{FF2B5EF4-FFF2-40B4-BE49-F238E27FC236}">
                <a16:creationId xmlns:a16="http://schemas.microsoft.com/office/drawing/2014/main" id="{113D0211-BA52-FACD-79AD-245EBFB6A81C}"/>
              </a:ext>
            </a:extLst>
          </p:cNvPr>
          <p:cNvSpPr>
            <a:spLocks noGrp="1"/>
          </p:cNvSpPr>
          <p:nvPr>
            <p:ph type="pic" sz="quarter" idx="36" hasCustomPrompt="1"/>
          </p:nvPr>
        </p:nvSpPr>
        <p:spPr>
          <a:xfrm>
            <a:off x="6421161"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7" name="Rounded Rectangle 16">
            <a:extLst>
              <a:ext uri="{FF2B5EF4-FFF2-40B4-BE49-F238E27FC236}">
                <a16:creationId xmlns:a16="http://schemas.microsoft.com/office/drawing/2014/main" id="{6A9BA6EF-9516-A073-2286-4A0FCF66B50E}"/>
              </a:ext>
            </a:extLst>
          </p:cNvPr>
          <p:cNvSpPr/>
          <p:nvPr userDrawn="1"/>
        </p:nvSpPr>
        <p:spPr>
          <a:xfrm>
            <a:off x="6322730" y="1355913"/>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pic>
        <p:nvPicPr>
          <p:cNvPr id="18" name="Picture Placeholder 18" descr="A person in a suit and tie&#10;&#10;Description automatically generated">
            <a:extLst>
              <a:ext uri="{FF2B5EF4-FFF2-40B4-BE49-F238E27FC236}">
                <a16:creationId xmlns:a16="http://schemas.microsoft.com/office/drawing/2014/main" id="{DAA0F616-5F33-CA63-74DC-40CBD91393E9}"/>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3094" y="4089863"/>
            <a:ext cx="2090737" cy="2092325"/>
          </a:xfrm>
          <a:prstGeom prst="rect">
            <a:avLst/>
          </a:prstGeom>
        </p:spPr>
      </p:pic>
      <p:sp>
        <p:nvSpPr>
          <p:cNvPr id="19" name="Picture Placeholder 43">
            <a:extLst>
              <a:ext uri="{FF2B5EF4-FFF2-40B4-BE49-F238E27FC236}">
                <a16:creationId xmlns:a16="http://schemas.microsoft.com/office/drawing/2014/main" id="{E00A134D-2652-284B-8901-30F29480A89F}"/>
              </a:ext>
            </a:extLst>
          </p:cNvPr>
          <p:cNvSpPr>
            <a:spLocks noGrp="1"/>
          </p:cNvSpPr>
          <p:nvPr>
            <p:ph type="pic" sz="quarter" idx="37" hasCustomPrompt="1"/>
          </p:nvPr>
        </p:nvSpPr>
        <p:spPr>
          <a:xfrm>
            <a:off x="1093094"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20" name="Rounded Rectangle 19">
            <a:extLst>
              <a:ext uri="{FF2B5EF4-FFF2-40B4-BE49-F238E27FC236}">
                <a16:creationId xmlns:a16="http://schemas.microsoft.com/office/drawing/2014/main" id="{458F733E-B72A-4BCF-8D7B-EC28848E5FA0}"/>
              </a:ext>
            </a:extLst>
          </p:cNvPr>
          <p:cNvSpPr/>
          <p:nvPr userDrawn="1"/>
        </p:nvSpPr>
        <p:spPr>
          <a:xfrm>
            <a:off x="994663" y="3992228"/>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1" name="Text Placeholder 63">
            <a:extLst>
              <a:ext uri="{FF2B5EF4-FFF2-40B4-BE49-F238E27FC236}">
                <a16:creationId xmlns:a16="http://schemas.microsoft.com/office/drawing/2014/main" id="{FB66249F-BC8D-B036-3530-AFBE0FC0ECBC}"/>
              </a:ext>
            </a:extLst>
          </p:cNvPr>
          <p:cNvSpPr>
            <a:spLocks noGrp="1"/>
          </p:cNvSpPr>
          <p:nvPr>
            <p:ph type="body" sz="quarter" idx="38" hasCustomPrompt="1"/>
          </p:nvPr>
        </p:nvSpPr>
        <p:spPr>
          <a:xfrm>
            <a:off x="3445369" y="3992228"/>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22" name="Text Placeholder 63">
            <a:extLst>
              <a:ext uri="{FF2B5EF4-FFF2-40B4-BE49-F238E27FC236}">
                <a16:creationId xmlns:a16="http://schemas.microsoft.com/office/drawing/2014/main" id="{93BB4A6B-8126-6B1E-B128-9E8A39C8586B}"/>
              </a:ext>
            </a:extLst>
          </p:cNvPr>
          <p:cNvSpPr>
            <a:spLocks noGrp="1"/>
          </p:cNvSpPr>
          <p:nvPr>
            <p:ph type="body" sz="quarter" idx="39" hasCustomPrompt="1"/>
          </p:nvPr>
        </p:nvSpPr>
        <p:spPr>
          <a:xfrm>
            <a:off x="3445369"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23" name="Text Placeholder 63">
            <a:extLst>
              <a:ext uri="{FF2B5EF4-FFF2-40B4-BE49-F238E27FC236}">
                <a16:creationId xmlns:a16="http://schemas.microsoft.com/office/drawing/2014/main" id="{43B238C4-1624-F443-BAC4-F3EB3C2459D6}"/>
              </a:ext>
            </a:extLst>
          </p:cNvPr>
          <p:cNvSpPr>
            <a:spLocks noGrp="1"/>
          </p:cNvSpPr>
          <p:nvPr>
            <p:ph type="body" sz="quarter" idx="40" hasCustomPrompt="1"/>
          </p:nvPr>
        </p:nvSpPr>
        <p:spPr>
          <a:xfrm>
            <a:off x="3445369" y="4938198"/>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sp>
        <p:nvSpPr>
          <p:cNvPr id="24" name="Text Placeholder 63">
            <a:extLst>
              <a:ext uri="{FF2B5EF4-FFF2-40B4-BE49-F238E27FC236}">
                <a16:creationId xmlns:a16="http://schemas.microsoft.com/office/drawing/2014/main" id="{5590FFBD-EEB7-A7DA-B319-C2CC932DE137}"/>
              </a:ext>
            </a:extLst>
          </p:cNvPr>
          <p:cNvSpPr>
            <a:spLocks noGrp="1"/>
          </p:cNvSpPr>
          <p:nvPr>
            <p:ph type="body" sz="quarter" idx="41" hasCustomPrompt="1"/>
          </p:nvPr>
        </p:nvSpPr>
        <p:spPr>
          <a:xfrm>
            <a:off x="8773436" y="3992228"/>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25" name="Text Placeholder 63">
            <a:extLst>
              <a:ext uri="{FF2B5EF4-FFF2-40B4-BE49-F238E27FC236}">
                <a16:creationId xmlns:a16="http://schemas.microsoft.com/office/drawing/2014/main" id="{38AC6496-6B80-48D3-5A3F-FE2993E7B1E1}"/>
              </a:ext>
            </a:extLst>
          </p:cNvPr>
          <p:cNvSpPr>
            <a:spLocks noGrp="1"/>
          </p:cNvSpPr>
          <p:nvPr>
            <p:ph type="body" sz="quarter" idx="42" hasCustomPrompt="1"/>
          </p:nvPr>
        </p:nvSpPr>
        <p:spPr>
          <a:xfrm>
            <a:off x="8773436"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26" name="Text Placeholder 63">
            <a:extLst>
              <a:ext uri="{FF2B5EF4-FFF2-40B4-BE49-F238E27FC236}">
                <a16:creationId xmlns:a16="http://schemas.microsoft.com/office/drawing/2014/main" id="{C1E68A6F-316A-2981-2C9B-FEFE0C049F72}"/>
              </a:ext>
            </a:extLst>
          </p:cNvPr>
          <p:cNvSpPr>
            <a:spLocks noGrp="1"/>
          </p:cNvSpPr>
          <p:nvPr>
            <p:ph type="body" sz="quarter" idx="43" hasCustomPrompt="1"/>
          </p:nvPr>
        </p:nvSpPr>
        <p:spPr>
          <a:xfrm>
            <a:off x="8773436" y="4938198"/>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pic>
        <p:nvPicPr>
          <p:cNvPr id="27" name="Picture Placeholder 18" descr="A person in a suit and tie&#10;&#10;Description automatically generated">
            <a:extLst>
              <a:ext uri="{FF2B5EF4-FFF2-40B4-BE49-F238E27FC236}">
                <a16:creationId xmlns:a16="http://schemas.microsoft.com/office/drawing/2014/main" id="{E1813A88-7510-8471-BC6D-795174097D72}"/>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1161" y="4089863"/>
            <a:ext cx="2090737" cy="2092325"/>
          </a:xfrm>
          <a:prstGeom prst="rect">
            <a:avLst/>
          </a:prstGeom>
        </p:spPr>
      </p:pic>
      <p:sp>
        <p:nvSpPr>
          <p:cNvPr id="28" name="Picture Placeholder 43">
            <a:extLst>
              <a:ext uri="{FF2B5EF4-FFF2-40B4-BE49-F238E27FC236}">
                <a16:creationId xmlns:a16="http://schemas.microsoft.com/office/drawing/2014/main" id="{74174644-5CA8-A82C-E9BB-B6E012ED1711}"/>
              </a:ext>
            </a:extLst>
          </p:cNvPr>
          <p:cNvSpPr>
            <a:spLocks noGrp="1"/>
          </p:cNvSpPr>
          <p:nvPr>
            <p:ph type="pic" sz="quarter" idx="44" hasCustomPrompt="1"/>
          </p:nvPr>
        </p:nvSpPr>
        <p:spPr>
          <a:xfrm>
            <a:off x="6421161"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45" name="Rounded Rectangle 44">
            <a:extLst>
              <a:ext uri="{FF2B5EF4-FFF2-40B4-BE49-F238E27FC236}">
                <a16:creationId xmlns:a16="http://schemas.microsoft.com/office/drawing/2014/main" id="{C27522C8-072F-C40A-362F-EA406C345C75}"/>
              </a:ext>
            </a:extLst>
          </p:cNvPr>
          <p:cNvSpPr/>
          <p:nvPr userDrawn="1"/>
        </p:nvSpPr>
        <p:spPr>
          <a:xfrm>
            <a:off x="6322730" y="3992228"/>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178310375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5_Team Lineup-3">
    <p:bg>
      <p:bgPr>
        <a:solidFill>
          <a:schemeClr val="accent4"/>
        </a:solidFill>
        <a:effectLst/>
      </p:bgPr>
    </p:bg>
    <p:spTree>
      <p:nvGrpSpPr>
        <p:cNvPr id="1" name=""/>
        <p:cNvGrpSpPr/>
        <p:nvPr/>
      </p:nvGrpSpPr>
      <p:grpSpPr>
        <a:xfrm>
          <a:off x="0" y="0"/>
          <a:ext cx="0" cy="0"/>
          <a:chOff x="0" y="0"/>
          <a:chExt cx="0" cy="0"/>
        </a:xfrm>
      </p:grpSpPr>
      <p:pic>
        <p:nvPicPr>
          <p:cNvPr id="8" name="Picture Placeholder 18" descr="A person in a suit and tie&#10;&#10;Description automatically generated">
            <a:extLst>
              <a:ext uri="{FF2B5EF4-FFF2-40B4-BE49-F238E27FC236}">
                <a16:creationId xmlns:a16="http://schemas.microsoft.com/office/drawing/2014/main" id="{798CC528-BB73-B112-9A24-2B34CD8B7F9F}"/>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3094" y="1453548"/>
            <a:ext cx="2090737" cy="2092325"/>
          </a:xfrm>
          <a:prstGeom prst="rect">
            <a:avLst/>
          </a:prstGeom>
        </p:spPr>
      </p:pic>
      <p:sp>
        <p:nvSpPr>
          <p:cNvPr id="44" name="Picture Placeholder 43">
            <a:extLst>
              <a:ext uri="{FF2B5EF4-FFF2-40B4-BE49-F238E27FC236}">
                <a16:creationId xmlns:a16="http://schemas.microsoft.com/office/drawing/2014/main" id="{9986F550-2736-B927-36F1-EB7A305EE47D}"/>
              </a:ext>
            </a:extLst>
          </p:cNvPr>
          <p:cNvSpPr>
            <a:spLocks noGrp="1"/>
          </p:cNvSpPr>
          <p:nvPr>
            <p:ph type="pic" sz="quarter" idx="10" hasCustomPrompt="1"/>
          </p:nvPr>
        </p:nvSpPr>
        <p:spPr>
          <a:xfrm>
            <a:off x="1093094"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0" name="Rounded Rectangle 9">
            <a:extLst>
              <a:ext uri="{FF2B5EF4-FFF2-40B4-BE49-F238E27FC236}">
                <a16:creationId xmlns:a16="http://schemas.microsoft.com/office/drawing/2014/main" id="{221F7F2E-B4C0-AA13-1923-D46979C50854}"/>
              </a:ext>
            </a:extLst>
          </p:cNvPr>
          <p:cNvSpPr/>
          <p:nvPr userDrawn="1"/>
        </p:nvSpPr>
        <p:spPr>
          <a:xfrm>
            <a:off x="994663" y="1355913"/>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64" name="Text Placeholder 63">
            <a:extLst>
              <a:ext uri="{FF2B5EF4-FFF2-40B4-BE49-F238E27FC236}">
                <a16:creationId xmlns:a16="http://schemas.microsoft.com/office/drawing/2014/main" id="{DA2BA32D-CDEE-2438-CDCB-DED43308AFE9}"/>
              </a:ext>
            </a:extLst>
          </p:cNvPr>
          <p:cNvSpPr>
            <a:spLocks noGrp="1"/>
          </p:cNvSpPr>
          <p:nvPr>
            <p:ph type="body" sz="quarter" idx="14" hasCustomPrompt="1"/>
          </p:nvPr>
        </p:nvSpPr>
        <p:spPr>
          <a:xfrm>
            <a:off x="3445369" y="1355913"/>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65" name="Text Placeholder 63">
            <a:extLst>
              <a:ext uri="{FF2B5EF4-FFF2-40B4-BE49-F238E27FC236}">
                <a16:creationId xmlns:a16="http://schemas.microsoft.com/office/drawing/2014/main" id="{55BA595D-40D6-4B99-07C3-27C67BB7DECD}"/>
              </a:ext>
            </a:extLst>
          </p:cNvPr>
          <p:cNvSpPr>
            <a:spLocks noGrp="1"/>
          </p:cNvSpPr>
          <p:nvPr>
            <p:ph type="body" sz="quarter" idx="15" hasCustomPrompt="1"/>
          </p:nvPr>
        </p:nvSpPr>
        <p:spPr>
          <a:xfrm>
            <a:off x="3445369"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66" name="Text Placeholder 63">
            <a:extLst>
              <a:ext uri="{FF2B5EF4-FFF2-40B4-BE49-F238E27FC236}">
                <a16:creationId xmlns:a16="http://schemas.microsoft.com/office/drawing/2014/main" id="{2F5F2C19-E361-48AB-B7ED-A1442F7FBC22}"/>
              </a:ext>
            </a:extLst>
          </p:cNvPr>
          <p:cNvSpPr>
            <a:spLocks noGrp="1"/>
          </p:cNvSpPr>
          <p:nvPr>
            <p:ph type="body" sz="quarter" idx="16" hasCustomPrompt="1"/>
          </p:nvPr>
        </p:nvSpPr>
        <p:spPr>
          <a:xfrm>
            <a:off x="3445369" y="2301883"/>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540" y="453195"/>
            <a:ext cx="1101678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anose="00000500000000000000" pitchFamily="2" charset="0"/>
              </a:rPr>
              <a:t>Private and Confidential</a:t>
            </a:r>
          </a:p>
        </p:txBody>
      </p:sp>
      <p:sp>
        <p:nvSpPr>
          <p:cNvPr id="38" name="Text Placeholder 63">
            <a:extLst>
              <a:ext uri="{FF2B5EF4-FFF2-40B4-BE49-F238E27FC236}">
                <a16:creationId xmlns:a16="http://schemas.microsoft.com/office/drawing/2014/main" id="{3B5F76E6-C01F-CB8D-94A8-762CA8B142A3}"/>
              </a:ext>
            </a:extLst>
          </p:cNvPr>
          <p:cNvSpPr>
            <a:spLocks noGrp="1"/>
          </p:cNvSpPr>
          <p:nvPr>
            <p:ph type="body" sz="quarter" idx="22" hasCustomPrompt="1"/>
          </p:nvPr>
        </p:nvSpPr>
        <p:spPr>
          <a:xfrm>
            <a:off x="8773436" y="1355913"/>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39" name="Text Placeholder 63">
            <a:extLst>
              <a:ext uri="{FF2B5EF4-FFF2-40B4-BE49-F238E27FC236}">
                <a16:creationId xmlns:a16="http://schemas.microsoft.com/office/drawing/2014/main" id="{62DB7540-082F-5CC2-C0F7-37243091CBE5}"/>
              </a:ext>
            </a:extLst>
          </p:cNvPr>
          <p:cNvSpPr>
            <a:spLocks noGrp="1"/>
          </p:cNvSpPr>
          <p:nvPr>
            <p:ph type="body" sz="quarter" idx="23" hasCustomPrompt="1"/>
          </p:nvPr>
        </p:nvSpPr>
        <p:spPr>
          <a:xfrm>
            <a:off x="8773436"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40" name="Text Placeholder 63">
            <a:extLst>
              <a:ext uri="{FF2B5EF4-FFF2-40B4-BE49-F238E27FC236}">
                <a16:creationId xmlns:a16="http://schemas.microsoft.com/office/drawing/2014/main" id="{75A5E816-350F-A5F5-2E9F-3CF8590B5FEA}"/>
              </a:ext>
            </a:extLst>
          </p:cNvPr>
          <p:cNvSpPr>
            <a:spLocks noGrp="1"/>
          </p:cNvSpPr>
          <p:nvPr>
            <p:ph type="body" sz="quarter" idx="24" hasCustomPrompt="1"/>
          </p:nvPr>
        </p:nvSpPr>
        <p:spPr>
          <a:xfrm>
            <a:off x="8773436" y="2301883"/>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anose="00000500000000000000" pitchFamily="2" charset="0"/>
              </a:rPr>
              <a:pPr/>
              <a:t>‹#›</a:t>
            </a:fld>
            <a:endParaRPr lang="en-US" sz="800">
              <a:solidFill>
                <a:srgbClr val="00EDED"/>
              </a:solidFill>
              <a:latin typeface="Montserrat" panose="00000500000000000000" pitchFamily="2" charset="0"/>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30" y="6496842"/>
            <a:ext cx="365820" cy="194762"/>
          </a:xfrm>
          <a:prstGeom prst="rect">
            <a:avLst/>
          </a:prstGeom>
        </p:spPr>
      </p:pic>
      <p:pic>
        <p:nvPicPr>
          <p:cNvPr id="7" name="Picture Placeholder 18" descr="A person in a suit and tie&#10;&#10;Description automatically generated">
            <a:extLst>
              <a:ext uri="{FF2B5EF4-FFF2-40B4-BE49-F238E27FC236}">
                <a16:creationId xmlns:a16="http://schemas.microsoft.com/office/drawing/2014/main" id="{CB8ADA05-DDB5-B9AB-782A-849938D47F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1161" y="1453548"/>
            <a:ext cx="2090737" cy="2092325"/>
          </a:xfrm>
          <a:prstGeom prst="rect">
            <a:avLst/>
          </a:prstGeom>
        </p:spPr>
      </p:pic>
      <p:sp>
        <p:nvSpPr>
          <p:cNvPr id="9" name="Picture Placeholder 43">
            <a:extLst>
              <a:ext uri="{FF2B5EF4-FFF2-40B4-BE49-F238E27FC236}">
                <a16:creationId xmlns:a16="http://schemas.microsoft.com/office/drawing/2014/main" id="{B39DBDE8-6DD2-35DF-1471-D6F315777B72}"/>
              </a:ext>
            </a:extLst>
          </p:cNvPr>
          <p:cNvSpPr>
            <a:spLocks noGrp="1"/>
          </p:cNvSpPr>
          <p:nvPr>
            <p:ph type="pic" sz="quarter" idx="29" hasCustomPrompt="1"/>
          </p:nvPr>
        </p:nvSpPr>
        <p:spPr>
          <a:xfrm>
            <a:off x="6421161"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1" name="Rounded Rectangle 10">
            <a:extLst>
              <a:ext uri="{FF2B5EF4-FFF2-40B4-BE49-F238E27FC236}">
                <a16:creationId xmlns:a16="http://schemas.microsoft.com/office/drawing/2014/main" id="{733E9347-116B-4E30-B01A-3D27A3101607}"/>
              </a:ext>
            </a:extLst>
          </p:cNvPr>
          <p:cNvSpPr/>
          <p:nvPr userDrawn="1"/>
        </p:nvSpPr>
        <p:spPr>
          <a:xfrm>
            <a:off x="6322730" y="1355913"/>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pic>
        <p:nvPicPr>
          <p:cNvPr id="24" name="Picture Placeholder 18" descr="A person in a suit and tie&#10;&#10;Description automatically generated">
            <a:extLst>
              <a:ext uri="{FF2B5EF4-FFF2-40B4-BE49-F238E27FC236}">
                <a16:creationId xmlns:a16="http://schemas.microsoft.com/office/drawing/2014/main" id="{915F939E-100C-602E-BC0A-C2AEABBE3034}"/>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3094" y="4089863"/>
            <a:ext cx="2090737" cy="2092325"/>
          </a:xfrm>
          <a:prstGeom prst="rect">
            <a:avLst/>
          </a:prstGeom>
        </p:spPr>
      </p:pic>
      <p:sp>
        <p:nvSpPr>
          <p:cNvPr id="25" name="Picture Placeholder 43">
            <a:extLst>
              <a:ext uri="{FF2B5EF4-FFF2-40B4-BE49-F238E27FC236}">
                <a16:creationId xmlns:a16="http://schemas.microsoft.com/office/drawing/2014/main" id="{9A7394D4-C605-6BF9-40D9-03DCF37D7D46}"/>
              </a:ext>
            </a:extLst>
          </p:cNvPr>
          <p:cNvSpPr>
            <a:spLocks noGrp="1"/>
          </p:cNvSpPr>
          <p:nvPr>
            <p:ph type="pic" sz="quarter" idx="30" hasCustomPrompt="1"/>
          </p:nvPr>
        </p:nvSpPr>
        <p:spPr>
          <a:xfrm>
            <a:off x="1093094"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26" name="Rounded Rectangle 25">
            <a:extLst>
              <a:ext uri="{FF2B5EF4-FFF2-40B4-BE49-F238E27FC236}">
                <a16:creationId xmlns:a16="http://schemas.microsoft.com/office/drawing/2014/main" id="{F8985181-521F-AE3C-416A-FED3179C8699}"/>
              </a:ext>
            </a:extLst>
          </p:cNvPr>
          <p:cNvSpPr/>
          <p:nvPr userDrawn="1"/>
        </p:nvSpPr>
        <p:spPr>
          <a:xfrm>
            <a:off x="994663" y="3992228"/>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7" name="Text Placeholder 63">
            <a:extLst>
              <a:ext uri="{FF2B5EF4-FFF2-40B4-BE49-F238E27FC236}">
                <a16:creationId xmlns:a16="http://schemas.microsoft.com/office/drawing/2014/main" id="{23F486CE-9B64-294D-E631-CC3754076CE3}"/>
              </a:ext>
            </a:extLst>
          </p:cNvPr>
          <p:cNvSpPr>
            <a:spLocks noGrp="1"/>
          </p:cNvSpPr>
          <p:nvPr>
            <p:ph type="body" sz="quarter" idx="31" hasCustomPrompt="1"/>
          </p:nvPr>
        </p:nvSpPr>
        <p:spPr>
          <a:xfrm>
            <a:off x="3445369" y="3992228"/>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28" name="Text Placeholder 63">
            <a:extLst>
              <a:ext uri="{FF2B5EF4-FFF2-40B4-BE49-F238E27FC236}">
                <a16:creationId xmlns:a16="http://schemas.microsoft.com/office/drawing/2014/main" id="{54439993-D40F-3D99-88ED-1AEF9D5EB627}"/>
              </a:ext>
            </a:extLst>
          </p:cNvPr>
          <p:cNvSpPr>
            <a:spLocks noGrp="1"/>
          </p:cNvSpPr>
          <p:nvPr>
            <p:ph type="body" sz="quarter" idx="32" hasCustomPrompt="1"/>
          </p:nvPr>
        </p:nvSpPr>
        <p:spPr>
          <a:xfrm>
            <a:off x="3445369"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45" name="Text Placeholder 63">
            <a:extLst>
              <a:ext uri="{FF2B5EF4-FFF2-40B4-BE49-F238E27FC236}">
                <a16:creationId xmlns:a16="http://schemas.microsoft.com/office/drawing/2014/main" id="{9277DAAD-D5E8-159A-283F-F15F830D24E7}"/>
              </a:ext>
            </a:extLst>
          </p:cNvPr>
          <p:cNvSpPr>
            <a:spLocks noGrp="1"/>
          </p:cNvSpPr>
          <p:nvPr>
            <p:ph type="body" sz="quarter" idx="33" hasCustomPrompt="1"/>
          </p:nvPr>
        </p:nvSpPr>
        <p:spPr>
          <a:xfrm>
            <a:off x="3445369" y="4938198"/>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51" name="Text Placeholder 63">
            <a:extLst>
              <a:ext uri="{FF2B5EF4-FFF2-40B4-BE49-F238E27FC236}">
                <a16:creationId xmlns:a16="http://schemas.microsoft.com/office/drawing/2014/main" id="{9DD10405-F3E1-6990-F88C-EE615BEE4305}"/>
              </a:ext>
            </a:extLst>
          </p:cNvPr>
          <p:cNvSpPr>
            <a:spLocks noGrp="1"/>
          </p:cNvSpPr>
          <p:nvPr>
            <p:ph type="body" sz="quarter" idx="34" hasCustomPrompt="1"/>
          </p:nvPr>
        </p:nvSpPr>
        <p:spPr>
          <a:xfrm>
            <a:off x="8773436" y="3992228"/>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52" name="Text Placeholder 63">
            <a:extLst>
              <a:ext uri="{FF2B5EF4-FFF2-40B4-BE49-F238E27FC236}">
                <a16:creationId xmlns:a16="http://schemas.microsoft.com/office/drawing/2014/main" id="{77848427-B193-7EC2-80E8-8A502B1F8E8A}"/>
              </a:ext>
            </a:extLst>
          </p:cNvPr>
          <p:cNvSpPr>
            <a:spLocks noGrp="1"/>
          </p:cNvSpPr>
          <p:nvPr>
            <p:ph type="body" sz="quarter" idx="35" hasCustomPrompt="1"/>
          </p:nvPr>
        </p:nvSpPr>
        <p:spPr>
          <a:xfrm>
            <a:off x="8773436"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53" name="Text Placeholder 63">
            <a:extLst>
              <a:ext uri="{FF2B5EF4-FFF2-40B4-BE49-F238E27FC236}">
                <a16:creationId xmlns:a16="http://schemas.microsoft.com/office/drawing/2014/main" id="{FC2A8FA7-509F-CA9C-B061-D1F6E7B4E89E}"/>
              </a:ext>
            </a:extLst>
          </p:cNvPr>
          <p:cNvSpPr>
            <a:spLocks noGrp="1"/>
          </p:cNvSpPr>
          <p:nvPr>
            <p:ph type="body" sz="quarter" idx="36" hasCustomPrompt="1"/>
          </p:nvPr>
        </p:nvSpPr>
        <p:spPr>
          <a:xfrm>
            <a:off x="8773436" y="4938198"/>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pic>
        <p:nvPicPr>
          <p:cNvPr id="54" name="Picture Placeholder 18" descr="A person in a suit and tie&#10;&#10;Description automatically generated">
            <a:extLst>
              <a:ext uri="{FF2B5EF4-FFF2-40B4-BE49-F238E27FC236}">
                <a16:creationId xmlns:a16="http://schemas.microsoft.com/office/drawing/2014/main" id="{1F5F0B1D-5AE1-9ED7-5337-986D4E4210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1161" y="4089863"/>
            <a:ext cx="2090737" cy="2092325"/>
          </a:xfrm>
          <a:prstGeom prst="rect">
            <a:avLst/>
          </a:prstGeom>
        </p:spPr>
      </p:pic>
      <p:sp>
        <p:nvSpPr>
          <p:cNvPr id="55" name="Picture Placeholder 43">
            <a:extLst>
              <a:ext uri="{FF2B5EF4-FFF2-40B4-BE49-F238E27FC236}">
                <a16:creationId xmlns:a16="http://schemas.microsoft.com/office/drawing/2014/main" id="{9FBCC796-32DF-3849-816A-F7F4115EA346}"/>
              </a:ext>
            </a:extLst>
          </p:cNvPr>
          <p:cNvSpPr>
            <a:spLocks noGrp="1"/>
          </p:cNvSpPr>
          <p:nvPr>
            <p:ph type="pic" sz="quarter" idx="37" hasCustomPrompt="1"/>
          </p:nvPr>
        </p:nvSpPr>
        <p:spPr>
          <a:xfrm>
            <a:off x="6421161"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56" name="Rounded Rectangle 55">
            <a:extLst>
              <a:ext uri="{FF2B5EF4-FFF2-40B4-BE49-F238E27FC236}">
                <a16:creationId xmlns:a16="http://schemas.microsoft.com/office/drawing/2014/main" id="{5B4DAFBC-AC0E-BC84-DF54-9D5EAE857FC8}"/>
              </a:ext>
            </a:extLst>
          </p:cNvPr>
          <p:cNvSpPr/>
          <p:nvPr userDrawn="1"/>
        </p:nvSpPr>
        <p:spPr>
          <a:xfrm>
            <a:off x="6322730" y="3992228"/>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17297782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Blank Layout_7">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200" y="1382608"/>
            <a:ext cx="10517188" cy="3657599"/>
          </a:xfrm>
          <a:prstGeom prst="rect">
            <a:avLst/>
          </a:prstGeom>
        </p:spPr>
        <p:txBody>
          <a:bodyPr lIns="0" tIns="0" rIns="0" bIns="0"/>
          <a:lstStyle>
            <a:lvl1pPr marL="0" indent="0">
              <a:lnSpc>
                <a:spcPct val="100000"/>
              </a:lnSpc>
              <a:buClr>
                <a:schemeClr val="accent1"/>
              </a:buClr>
              <a:buSzPct val="100000"/>
              <a:buFont typeface="Arial" panose="020B0604020202020204" pitchFamily="34" charset="0"/>
              <a:buNone/>
              <a:defRPr sz="2400" b="0" i="0">
                <a:solidFill>
                  <a:schemeClr val="tx1"/>
                </a:solidFill>
                <a:latin typeface="PP Telegraf" pitchFamily="2" charset="77"/>
              </a:defRPr>
            </a:lvl1pPr>
            <a:lvl2pPr marL="456985" indent="0">
              <a:lnSpc>
                <a:spcPct val="100000"/>
              </a:lnSpc>
              <a:buClr>
                <a:schemeClr val="accent1"/>
              </a:buClr>
              <a:buSzPct val="100000"/>
              <a:buNone/>
              <a:defRPr sz="2000" b="0" i="0">
                <a:solidFill>
                  <a:schemeClr val="tx1"/>
                </a:solidFill>
                <a:latin typeface="PP Telegraf" pitchFamily="2" charset="77"/>
              </a:defRPr>
            </a:lvl2pPr>
            <a:lvl3pPr marL="913987" indent="0">
              <a:lnSpc>
                <a:spcPct val="100000"/>
              </a:lnSpc>
              <a:buClr>
                <a:schemeClr val="accent1"/>
              </a:buClr>
              <a:buSzPct val="100000"/>
              <a:buNone/>
              <a:defRPr sz="1800" b="0" i="0">
                <a:solidFill>
                  <a:schemeClr val="tx1"/>
                </a:solidFill>
                <a:latin typeface="PP Telegraf" pitchFamily="2" charset="77"/>
              </a:defRPr>
            </a:lvl3pPr>
            <a:lvl4pPr marL="1370986" indent="0">
              <a:lnSpc>
                <a:spcPct val="100000"/>
              </a:lnSpc>
              <a:buClr>
                <a:schemeClr val="accent1"/>
              </a:buClr>
              <a:buSzPct val="100000"/>
              <a:buNone/>
              <a:defRPr sz="1600" b="0" i="0">
                <a:solidFill>
                  <a:schemeClr val="tx1"/>
                </a:solidFill>
                <a:latin typeface="PP Telegraf" pitchFamily="2" charset="77"/>
              </a:defRPr>
            </a:lvl4pPr>
            <a:lvl5pPr marL="1827972"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3">
            <a:extLst>
              <a:ext uri="{FF2B5EF4-FFF2-40B4-BE49-F238E27FC236}">
                <a16:creationId xmlns:a16="http://schemas.microsoft.com/office/drawing/2014/main" id="{3AEF94F3-67EE-91C0-1CB3-08E46FAE0772}"/>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2701967998"/>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71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1" y="1363290"/>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39" indent="0">
              <a:lnSpc>
                <a:spcPct val="100000"/>
              </a:lnSpc>
              <a:buClr>
                <a:schemeClr val="accent1"/>
              </a:buClr>
              <a:buSzPct val="100000"/>
              <a:buNone/>
              <a:defRPr sz="2000" b="0" i="0">
                <a:solidFill>
                  <a:schemeClr val="bg2"/>
                </a:solidFill>
                <a:latin typeface="Montserrat" pitchFamily="2" charset="77"/>
              </a:defRPr>
            </a:lvl2pPr>
            <a:lvl3pPr marL="913896" indent="0">
              <a:lnSpc>
                <a:spcPct val="100000"/>
              </a:lnSpc>
              <a:buClr>
                <a:schemeClr val="accent1"/>
              </a:buClr>
              <a:buSzPct val="100000"/>
              <a:buNone/>
              <a:defRPr sz="1800" b="0" i="0">
                <a:solidFill>
                  <a:schemeClr val="bg2"/>
                </a:solidFill>
                <a:latin typeface="Montserrat" pitchFamily="2" charset="77"/>
              </a:defRPr>
            </a:lvl3pPr>
            <a:lvl4pPr marL="1370849" indent="0">
              <a:lnSpc>
                <a:spcPct val="100000"/>
              </a:lnSpc>
              <a:buClr>
                <a:schemeClr val="accent1"/>
              </a:buClr>
              <a:buSzPct val="100000"/>
              <a:buNone/>
              <a:defRPr sz="1600" b="0" i="0">
                <a:solidFill>
                  <a:schemeClr val="bg2"/>
                </a:solidFill>
                <a:latin typeface="Montserrat" pitchFamily="2" charset="77"/>
              </a:defRPr>
            </a:lvl4pPr>
            <a:lvl5pPr marL="1827789"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1" y="453195"/>
            <a:ext cx="10859413" cy="553998"/>
          </a:xfrm>
          <a:prstGeom prst="rect">
            <a:avLst/>
          </a:prstGeom>
        </p:spPr>
        <p:txBody>
          <a:bodyPr wrap="square" lIns="0" tIns="0" rIns="0" bIns="0" anchor="t">
            <a:spAutoFit/>
          </a:bodyPr>
          <a:lstStyle>
            <a:lvl1pPr marL="0" algn="l" defTabSz="913883"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2"/>
            <a:ext cx="1173193" cy="144911"/>
          </a:xfrm>
          <a:prstGeom prst="rect">
            <a:avLst/>
          </a:prstGeom>
          <a:noFill/>
        </p:spPr>
        <p:txBody>
          <a:bodyPr wrap="square" lIns="0" tIns="0" rIns="0" bIns="0" rtlCol="0">
            <a:spAutoFit/>
          </a:bodyPr>
          <a:lstStyle/>
          <a:p>
            <a:pPr marL="0" marR="0" lvl="0" indent="0" algn="r" defTabSz="914218"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973983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Cov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2339A5-5C38-6649-30B9-FC326797EB2F}"/>
              </a:ext>
            </a:extLst>
          </p:cNvPr>
          <p:cNvSpPr/>
          <p:nvPr userDrawn="1"/>
        </p:nvSpPr>
        <p:spPr>
          <a:xfrm>
            <a:off x="794" y="4"/>
            <a:ext cx="12192000" cy="68571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7">
              <a:defRPr/>
            </a:pPr>
            <a:endParaRPr lang="en-US" sz="1800">
              <a:solidFill>
                <a:srgbClr val="FFFFFF"/>
              </a:solidFill>
              <a:latin typeface="Montserrat" panose="00000500000000000000" pitchFamily="2" charset="0"/>
            </a:endParaRPr>
          </a:p>
        </p:txBody>
      </p:sp>
      <p:sp>
        <p:nvSpPr>
          <p:cNvPr id="23" name="Rectangle 22">
            <a:extLst>
              <a:ext uri="{FF2B5EF4-FFF2-40B4-BE49-F238E27FC236}">
                <a16:creationId xmlns:a16="http://schemas.microsoft.com/office/drawing/2014/main" id="{2A0C7B95-DA4D-625F-54A6-142CAE188D21}"/>
              </a:ext>
            </a:extLst>
          </p:cNvPr>
          <p:cNvSpPr/>
          <p:nvPr userDrawn="1"/>
        </p:nvSpPr>
        <p:spPr>
          <a:xfrm>
            <a:off x="10670857" y="6429571"/>
            <a:ext cx="1522733" cy="246221"/>
          </a:xfrm>
          <a:prstGeom prst="rect">
            <a:avLst/>
          </a:prstGeom>
        </p:spPr>
        <p:txBody>
          <a:bodyPr wrap="square">
            <a:spAutoFit/>
          </a:bodyPr>
          <a:lstStyle/>
          <a:p>
            <a:pPr>
              <a:lnSpc>
                <a:spcPct val="100000"/>
              </a:lnSpc>
              <a:spcBef>
                <a:spcPts val="0"/>
              </a:spcBef>
              <a:defRPr/>
            </a:pPr>
            <a:r>
              <a:rPr lang="id-ID" sz="1000" b="0" i="0">
                <a:solidFill>
                  <a:schemeClr val="accent2"/>
                </a:solidFill>
                <a:latin typeface="PP Telegraf" pitchFamily="2" charset="77"/>
                <a:cs typeface="Calibri"/>
              </a:rPr>
              <a:t>Blend360.com</a:t>
            </a:r>
          </a:p>
        </p:txBody>
      </p:sp>
      <p:sp>
        <p:nvSpPr>
          <p:cNvPr id="20" name="Subtitle 2">
            <a:extLst>
              <a:ext uri="{FF2B5EF4-FFF2-40B4-BE49-F238E27FC236}">
                <a16:creationId xmlns:a16="http://schemas.microsoft.com/office/drawing/2014/main" id="{B89C9D1D-AB60-0BBA-D2E6-9DC34EAC0AB3}"/>
              </a:ext>
            </a:extLst>
          </p:cNvPr>
          <p:cNvSpPr>
            <a:spLocks noGrp="1"/>
          </p:cNvSpPr>
          <p:nvPr>
            <p:ph type="subTitle" idx="1" hasCustomPrompt="1"/>
          </p:nvPr>
        </p:nvSpPr>
        <p:spPr>
          <a:xfrm>
            <a:off x="248675" y="6056979"/>
            <a:ext cx="5180575" cy="598906"/>
          </a:xfrm>
          <a:prstGeom prst="rect">
            <a:avLst/>
          </a:prstGeom>
        </p:spPr>
        <p:txBody>
          <a:bodyPr lIns="0">
            <a:normAutofit/>
          </a:bodyPr>
          <a:lstStyle>
            <a:lvl1pPr marL="0" indent="0" algn="l" defTabSz="457108" rtl="0" eaLnBrk="1" latinLnBrk="0" hangingPunct="1">
              <a:lnSpc>
                <a:spcPct val="150000"/>
              </a:lnSpc>
              <a:spcBef>
                <a:spcPts val="1000"/>
              </a:spcBef>
              <a:buFont typeface="Arial" panose="020B0604020202020204" pitchFamily="34" charset="0"/>
              <a:buNone/>
              <a:defRPr lang="en-US" sz="1200" b="0" i="0" kern="1200" dirty="0">
                <a:solidFill>
                  <a:schemeClr val="accent2"/>
                </a:solidFill>
                <a:latin typeface="PP Telegraf" pitchFamily="2" charset="77"/>
                <a:ea typeface="+mn-ea"/>
                <a:cs typeface="+mn-cs"/>
              </a:defRPr>
            </a:lvl1pPr>
            <a:lvl2pPr marL="457108" indent="0" algn="ctr">
              <a:buNone/>
              <a:defRPr sz="2000"/>
            </a:lvl2pPr>
            <a:lvl3pPr marL="914218" indent="0" algn="ctr">
              <a:buNone/>
              <a:defRPr sz="1800"/>
            </a:lvl3pPr>
            <a:lvl4pPr marL="1371326" indent="0" algn="ctr">
              <a:buNone/>
              <a:defRPr sz="1600"/>
            </a:lvl4pPr>
            <a:lvl5pPr marL="1828434" indent="0" algn="ctr">
              <a:buNone/>
              <a:defRPr sz="1600"/>
            </a:lvl5pPr>
            <a:lvl6pPr marL="2285542" indent="0" algn="ctr">
              <a:buNone/>
              <a:defRPr sz="1600"/>
            </a:lvl6pPr>
            <a:lvl7pPr marL="2742652" indent="0" algn="ctr">
              <a:buNone/>
              <a:defRPr sz="1600"/>
            </a:lvl7pPr>
            <a:lvl8pPr marL="3199760" indent="0" algn="ctr">
              <a:buNone/>
              <a:defRPr sz="1600"/>
            </a:lvl8pPr>
            <a:lvl9pPr marL="3656868" indent="0" algn="ctr">
              <a:buNone/>
              <a:defRPr sz="1600"/>
            </a:lvl9pPr>
          </a:lstStyle>
          <a:p>
            <a:r>
              <a:rPr lang="en-GB"/>
              <a:t>Version No   |   Date Here</a:t>
            </a:r>
            <a:endParaRPr lang="en-US"/>
          </a:p>
        </p:txBody>
      </p:sp>
      <p:sp>
        <p:nvSpPr>
          <p:cNvPr id="2" name="Title 1">
            <a:extLst>
              <a:ext uri="{FF2B5EF4-FFF2-40B4-BE49-F238E27FC236}">
                <a16:creationId xmlns:a16="http://schemas.microsoft.com/office/drawing/2014/main" id="{C206F42B-9D65-E0EF-14C5-09B97F4E1839}"/>
              </a:ext>
            </a:extLst>
          </p:cNvPr>
          <p:cNvSpPr>
            <a:spLocks noGrp="1"/>
          </p:cNvSpPr>
          <p:nvPr>
            <p:ph type="title"/>
          </p:nvPr>
        </p:nvSpPr>
        <p:spPr>
          <a:xfrm>
            <a:off x="248675" y="4523167"/>
            <a:ext cx="5180575" cy="1325563"/>
          </a:xfrm>
          <a:prstGeom prst="rect">
            <a:avLst/>
          </a:prstGeom>
        </p:spPr>
        <p:txBody>
          <a:bodyPr lIns="0" rIns="0" anchor="b"/>
          <a:lstStyle>
            <a:lvl1pPr>
              <a:defRPr sz="4800" b="0" i="0">
                <a:solidFill>
                  <a:schemeClr val="accent2"/>
                </a:solidFill>
                <a:latin typeface="PP Telegraf" pitchFamily="2" charset="77"/>
              </a:defRPr>
            </a:lvl1pPr>
          </a:lstStyle>
          <a:p>
            <a:r>
              <a:rPr lang="en-US"/>
              <a:t>Click to edit Master title style</a:t>
            </a:r>
          </a:p>
        </p:txBody>
      </p:sp>
      <p:sp>
        <p:nvSpPr>
          <p:cNvPr id="12" name="TextBox 11">
            <a:extLst>
              <a:ext uri="{FF2B5EF4-FFF2-40B4-BE49-F238E27FC236}">
                <a16:creationId xmlns:a16="http://schemas.microsoft.com/office/drawing/2014/main" id="{46753E9E-655A-31C8-7829-E989E463E1DF}"/>
              </a:ext>
            </a:extLst>
          </p:cNvPr>
          <p:cNvSpPr txBox="1"/>
          <p:nvPr userDrawn="1"/>
        </p:nvSpPr>
        <p:spPr>
          <a:xfrm>
            <a:off x="248675" y="202119"/>
            <a:ext cx="1173193" cy="144911"/>
          </a:xfrm>
          <a:prstGeom prst="rect">
            <a:avLst/>
          </a:prstGeom>
          <a:noFill/>
        </p:spPr>
        <p:txBody>
          <a:bodyPr wrap="square" lIns="0" tIns="0" rIns="0" bIns="0" rtlCol="0">
            <a:spAutoFit/>
          </a:bodyPr>
          <a:lstStyle/>
          <a:p>
            <a:pPr algn="l">
              <a:lnSpc>
                <a:spcPct val="150000"/>
              </a:lnSpc>
            </a:pPr>
            <a:r>
              <a:rPr lang="en-US" sz="700">
                <a:solidFill>
                  <a:schemeClr val="accent5">
                    <a:lumMod val="50000"/>
                    <a:lumOff val="50000"/>
                  </a:schemeClr>
                </a:solidFill>
                <a:latin typeface="PP Telegraf" pitchFamily="2" charset="77"/>
              </a:rPr>
              <a:t>Private and Confidential</a:t>
            </a:r>
          </a:p>
        </p:txBody>
      </p:sp>
      <p:pic>
        <p:nvPicPr>
          <p:cNvPr id="5" name="Graphic 4">
            <a:extLst>
              <a:ext uri="{FF2B5EF4-FFF2-40B4-BE49-F238E27FC236}">
                <a16:creationId xmlns:a16="http://schemas.microsoft.com/office/drawing/2014/main" id="{2DEC7537-0C88-1FDA-3112-F5006089F3A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491"/>
          <a:stretch/>
        </p:blipFill>
        <p:spPr>
          <a:xfrm>
            <a:off x="4774236" y="-644527"/>
            <a:ext cx="7418558" cy="6711952"/>
          </a:xfrm>
          <a:prstGeom prst="rect">
            <a:avLst/>
          </a:prstGeom>
        </p:spPr>
      </p:pic>
    </p:spTree>
    <p:extLst>
      <p:ext uri="{BB962C8B-B14F-4D97-AF65-F5344CB8AC3E}">
        <p14:creationId xmlns:p14="http://schemas.microsoft.com/office/powerpoint/2010/main" val="27029043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2339A5-5C38-6649-30B9-FC326797EB2F}"/>
              </a:ext>
            </a:extLst>
          </p:cNvPr>
          <p:cNvSpPr/>
          <p:nvPr userDrawn="1"/>
        </p:nvSpPr>
        <p:spPr>
          <a:xfrm>
            <a:off x="794" y="4"/>
            <a:ext cx="12192000" cy="68571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7">
              <a:defRPr/>
            </a:pPr>
            <a:endParaRPr lang="en-US" sz="1800">
              <a:solidFill>
                <a:srgbClr val="FFFFFF"/>
              </a:solidFill>
              <a:latin typeface="Montserrat" panose="00000500000000000000" pitchFamily="2" charset="0"/>
            </a:endParaRPr>
          </a:p>
        </p:txBody>
      </p:sp>
      <p:pic>
        <p:nvPicPr>
          <p:cNvPr id="16" name="Graphic 15">
            <a:extLst>
              <a:ext uri="{FF2B5EF4-FFF2-40B4-BE49-F238E27FC236}">
                <a16:creationId xmlns:a16="http://schemas.microsoft.com/office/drawing/2014/main" id="{19F9D5BF-83C5-952D-FF5B-1983AA1F3CF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491"/>
          <a:stretch/>
        </p:blipFill>
        <p:spPr>
          <a:xfrm>
            <a:off x="4774236" y="-644527"/>
            <a:ext cx="7418558" cy="6711952"/>
          </a:xfrm>
          <a:prstGeom prst="rect">
            <a:avLst/>
          </a:prstGeom>
        </p:spPr>
      </p:pic>
      <p:sp>
        <p:nvSpPr>
          <p:cNvPr id="23" name="Rectangle 22">
            <a:extLst>
              <a:ext uri="{FF2B5EF4-FFF2-40B4-BE49-F238E27FC236}">
                <a16:creationId xmlns:a16="http://schemas.microsoft.com/office/drawing/2014/main" id="{2A0C7B95-DA4D-625F-54A6-142CAE188D21}"/>
              </a:ext>
            </a:extLst>
          </p:cNvPr>
          <p:cNvSpPr/>
          <p:nvPr userDrawn="1"/>
        </p:nvSpPr>
        <p:spPr>
          <a:xfrm>
            <a:off x="10670857" y="6429571"/>
            <a:ext cx="1522733" cy="246221"/>
          </a:xfrm>
          <a:prstGeom prst="rect">
            <a:avLst/>
          </a:prstGeom>
        </p:spPr>
        <p:txBody>
          <a:bodyPr wrap="square">
            <a:spAutoFit/>
          </a:bodyPr>
          <a:lstStyle/>
          <a:p>
            <a:pPr>
              <a:lnSpc>
                <a:spcPct val="100000"/>
              </a:lnSpc>
              <a:spcBef>
                <a:spcPts val="0"/>
              </a:spcBef>
              <a:defRPr/>
            </a:pPr>
            <a:r>
              <a:rPr lang="id-ID" sz="1000" b="0" i="0">
                <a:solidFill>
                  <a:schemeClr val="accent2"/>
                </a:solidFill>
                <a:latin typeface="PP Telegraf" pitchFamily="2" charset="77"/>
                <a:cs typeface="Calibri"/>
              </a:rPr>
              <a:t>Blend360.com</a:t>
            </a:r>
          </a:p>
        </p:txBody>
      </p:sp>
      <p:sp>
        <p:nvSpPr>
          <p:cNvPr id="20" name="Subtitle 2">
            <a:extLst>
              <a:ext uri="{FF2B5EF4-FFF2-40B4-BE49-F238E27FC236}">
                <a16:creationId xmlns:a16="http://schemas.microsoft.com/office/drawing/2014/main" id="{B89C9D1D-AB60-0BBA-D2E6-9DC34EAC0AB3}"/>
              </a:ext>
            </a:extLst>
          </p:cNvPr>
          <p:cNvSpPr>
            <a:spLocks noGrp="1"/>
          </p:cNvSpPr>
          <p:nvPr>
            <p:ph type="subTitle" idx="1" hasCustomPrompt="1"/>
          </p:nvPr>
        </p:nvSpPr>
        <p:spPr>
          <a:xfrm>
            <a:off x="248675" y="6056979"/>
            <a:ext cx="5180575" cy="598906"/>
          </a:xfrm>
          <a:prstGeom prst="rect">
            <a:avLst/>
          </a:prstGeom>
        </p:spPr>
        <p:txBody>
          <a:bodyPr lIns="0">
            <a:normAutofit/>
          </a:bodyPr>
          <a:lstStyle>
            <a:lvl1pPr marL="0" indent="0" algn="l" defTabSz="457108" rtl="0" eaLnBrk="1" latinLnBrk="0" hangingPunct="1">
              <a:lnSpc>
                <a:spcPct val="150000"/>
              </a:lnSpc>
              <a:spcBef>
                <a:spcPts val="1000"/>
              </a:spcBef>
              <a:buFont typeface="Arial" panose="020B0604020202020204" pitchFamily="34" charset="0"/>
              <a:buNone/>
              <a:defRPr lang="en-US" sz="1200" b="0" i="0" kern="1200" dirty="0">
                <a:solidFill>
                  <a:schemeClr val="accent2"/>
                </a:solidFill>
                <a:latin typeface="PP Telegraf" pitchFamily="2" charset="77"/>
                <a:ea typeface="+mn-ea"/>
                <a:cs typeface="+mn-cs"/>
              </a:defRPr>
            </a:lvl1pPr>
            <a:lvl2pPr marL="457108" indent="0" algn="ctr">
              <a:buNone/>
              <a:defRPr sz="2000"/>
            </a:lvl2pPr>
            <a:lvl3pPr marL="914218" indent="0" algn="ctr">
              <a:buNone/>
              <a:defRPr sz="1800"/>
            </a:lvl3pPr>
            <a:lvl4pPr marL="1371326" indent="0" algn="ctr">
              <a:buNone/>
              <a:defRPr sz="1600"/>
            </a:lvl4pPr>
            <a:lvl5pPr marL="1828434" indent="0" algn="ctr">
              <a:buNone/>
              <a:defRPr sz="1600"/>
            </a:lvl5pPr>
            <a:lvl6pPr marL="2285542" indent="0" algn="ctr">
              <a:buNone/>
              <a:defRPr sz="1600"/>
            </a:lvl6pPr>
            <a:lvl7pPr marL="2742652" indent="0" algn="ctr">
              <a:buNone/>
              <a:defRPr sz="1600"/>
            </a:lvl7pPr>
            <a:lvl8pPr marL="3199760" indent="0" algn="ctr">
              <a:buNone/>
              <a:defRPr sz="1600"/>
            </a:lvl8pPr>
            <a:lvl9pPr marL="3656868" indent="0" algn="ctr">
              <a:buNone/>
              <a:defRPr sz="1600"/>
            </a:lvl9pPr>
          </a:lstStyle>
          <a:p>
            <a:r>
              <a:rPr lang="en-GB"/>
              <a:t>Version No   |   Date Here</a:t>
            </a:r>
            <a:endParaRPr lang="en-US"/>
          </a:p>
        </p:txBody>
      </p:sp>
      <p:sp>
        <p:nvSpPr>
          <p:cNvPr id="2" name="Title 1">
            <a:extLst>
              <a:ext uri="{FF2B5EF4-FFF2-40B4-BE49-F238E27FC236}">
                <a16:creationId xmlns:a16="http://schemas.microsoft.com/office/drawing/2014/main" id="{C206F42B-9D65-E0EF-14C5-09B97F4E1839}"/>
              </a:ext>
            </a:extLst>
          </p:cNvPr>
          <p:cNvSpPr>
            <a:spLocks noGrp="1"/>
          </p:cNvSpPr>
          <p:nvPr>
            <p:ph type="title"/>
          </p:nvPr>
        </p:nvSpPr>
        <p:spPr>
          <a:xfrm>
            <a:off x="248675" y="4523167"/>
            <a:ext cx="5180575" cy="1325563"/>
          </a:xfrm>
          <a:prstGeom prst="rect">
            <a:avLst/>
          </a:prstGeom>
        </p:spPr>
        <p:txBody>
          <a:bodyPr lIns="0" rIns="0" anchor="b"/>
          <a:lstStyle>
            <a:lvl1pPr>
              <a:defRPr sz="4800" b="0" i="0">
                <a:solidFill>
                  <a:schemeClr val="accent2"/>
                </a:solidFill>
                <a:latin typeface="PP Telegraf" pitchFamily="2" charset="77"/>
              </a:defRPr>
            </a:lvl1pPr>
          </a:lstStyle>
          <a:p>
            <a:r>
              <a:rPr lang="en-US"/>
              <a:t>Click to edit Master title style</a:t>
            </a:r>
          </a:p>
        </p:txBody>
      </p:sp>
      <p:sp>
        <p:nvSpPr>
          <p:cNvPr id="3" name="TextBox 2">
            <a:extLst>
              <a:ext uri="{FF2B5EF4-FFF2-40B4-BE49-F238E27FC236}">
                <a16:creationId xmlns:a16="http://schemas.microsoft.com/office/drawing/2014/main" id="{CBA57ED8-FBFA-28B3-6E24-3720D850E25A}"/>
              </a:ext>
            </a:extLst>
          </p:cNvPr>
          <p:cNvSpPr txBox="1"/>
          <p:nvPr userDrawn="1"/>
        </p:nvSpPr>
        <p:spPr>
          <a:xfrm>
            <a:off x="248675" y="202119"/>
            <a:ext cx="1173193" cy="144911"/>
          </a:xfrm>
          <a:prstGeom prst="rect">
            <a:avLst/>
          </a:prstGeom>
          <a:noFill/>
        </p:spPr>
        <p:txBody>
          <a:bodyPr wrap="square" lIns="0" tIns="0" rIns="0" bIns="0" rtlCol="0">
            <a:spAutoFit/>
          </a:bodyPr>
          <a:lstStyle/>
          <a:p>
            <a:pPr algn="l">
              <a:lnSpc>
                <a:spcPct val="150000"/>
              </a:lnSpc>
            </a:pPr>
            <a:r>
              <a:rPr lang="en-US" sz="70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396312077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Cov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C0FFF92-8A2F-6E77-4B88-2D9ACB10F0DF}"/>
              </a:ext>
            </a:extLst>
          </p:cNvPr>
          <p:cNvSpPr/>
          <p:nvPr userDrawn="1"/>
        </p:nvSpPr>
        <p:spPr>
          <a:xfrm>
            <a:off x="0" y="0"/>
            <a:ext cx="12193588"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5" name="Picture 4" descr="A group of people looking at a computer&#10;&#10;Description automatically generated">
            <a:extLst>
              <a:ext uri="{FF2B5EF4-FFF2-40B4-BE49-F238E27FC236}">
                <a16:creationId xmlns:a16="http://schemas.microsoft.com/office/drawing/2014/main" id="{0884A10E-7178-54E2-2665-ED5608F8D1F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233" t="4781" r="3434" b="22553"/>
          <a:stretch/>
        </p:blipFill>
        <p:spPr>
          <a:xfrm>
            <a:off x="5960872" y="1228726"/>
            <a:ext cx="6232716" cy="3305924"/>
          </a:xfrm>
          <a:prstGeom prst="rect">
            <a:avLst/>
          </a:prstGeom>
        </p:spPr>
      </p:pic>
      <p:pic>
        <p:nvPicPr>
          <p:cNvPr id="6" name="Picture 5" descr="A black oval with a black center&#10;&#10;Description automatically generated">
            <a:extLst>
              <a:ext uri="{FF2B5EF4-FFF2-40B4-BE49-F238E27FC236}">
                <a16:creationId xmlns:a16="http://schemas.microsoft.com/office/drawing/2014/main" id="{8A60B1F7-B1E4-474D-5510-02FCF59F352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482"/>
          <a:stretch/>
        </p:blipFill>
        <p:spPr>
          <a:xfrm>
            <a:off x="5277047" y="886902"/>
            <a:ext cx="6916541" cy="3989572"/>
          </a:xfrm>
          <a:prstGeom prst="rect">
            <a:avLst/>
          </a:prstGeom>
        </p:spPr>
      </p:pic>
      <p:sp>
        <p:nvSpPr>
          <p:cNvPr id="23" name="Rectangle 22">
            <a:extLst>
              <a:ext uri="{FF2B5EF4-FFF2-40B4-BE49-F238E27FC236}">
                <a16:creationId xmlns:a16="http://schemas.microsoft.com/office/drawing/2014/main" id="{2A0C7B95-DA4D-625F-54A6-142CAE188D21}"/>
              </a:ext>
            </a:extLst>
          </p:cNvPr>
          <p:cNvSpPr/>
          <p:nvPr userDrawn="1"/>
        </p:nvSpPr>
        <p:spPr>
          <a:xfrm>
            <a:off x="10670857" y="6429571"/>
            <a:ext cx="1522733" cy="246221"/>
          </a:xfrm>
          <a:prstGeom prst="rect">
            <a:avLst/>
          </a:prstGeom>
        </p:spPr>
        <p:txBody>
          <a:bodyPr wrap="square">
            <a:spAutoFit/>
          </a:bodyPr>
          <a:lstStyle/>
          <a:p>
            <a:pPr>
              <a:lnSpc>
                <a:spcPct val="100000"/>
              </a:lnSpc>
              <a:spcBef>
                <a:spcPts val="0"/>
              </a:spcBef>
              <a:defRPr/>
            </a:pPr>
            <a:r>
              <a:rPr lang="id-ID" sz="1000" b="0" i="0">
                <a:solidFill>
                  <a:schemeClr val="accent2"/>
                </a:solidFill>
                <a:latin typeface="PP Telegraf" pitchFamily="2" charset="77"/>
                <a:cs typeface="Calibri"/>
              </a:rPr>
              <a:t>Blend360.com</a:t>
            </a:r>
          </a:p>
        </p:txBody>
      </p:sp>
      <p:pic>
        <p:nvPicPr>
          <p:cNvPr id="15" name="Picture 14">
            <a:extLst>
              <a:ext uri="{FF2B5EF4-FFF2-40B4-BE49-F238E27FC236}">
                <a16:creationId xmlns:a16="http://schemas.microsoft.com/office/drawing/2014/main" id="{D713F950-703D-C764-8A96-DAA93FAEB24C}"/>
              </a:ext>
            </a:extLst>
          </p:cNvPr>
          <p:cNvPicPr>
            <a:picLocks noChangeAspect="1"/>
          </p:cNvPicPr>
          <p:nvPr userDrawn="1"/>
        </p:nvPicPr>
        <p:blipFill>
          <a:blip r:embed="rId4">
            <a:alphaModFix amt="20000"/>
          </a:blip>
          <a:srcRect/>
          <a:stretch>
            <a:fillRect/>
          </a:stretch>
        </p:blipFill>
        <p:spPr>
          <a:xfrm>
            <a:off x="-2449285" y="-507588"/>
            <a:ext cx="9653451" cy="9714213"/>
          </a:xfrm>
          <a:custGeom>
            <a:avLst/>
            <a:gdLst>
              <a:gd name="connsiteX0" fmla="*/ 0 w 9653451"/>
              <a:gd name="connsiteY0" fmla="*/ 0 h 9714213"/>
              <a:gd name="connsiteX1" fmla="*/ 2697960 w 9653451"/>
              <a:gd name="connsiteY1" fmla="*/ 0 h 9714213"/>
              <a:gd name="connsiteX2" fmla="*/ 2697960 w 9653451"/>
              <a:gd name="connsiteY2" fmla="*/ 507588 h 9714213"/>
              <a:gd name="connsiteX3" fmla="*/ 9653451 w 9653451"/>
              <a:gd name="connsiteY3" fmla="*/ 507588 h 9714213"/>
              <a:gd name="connsiteX4" fmla="*/ 9653451 w 9653451"/>
              <a:gd name="connsiteY4" fmla="*/ 9714213 h 9714213"/>
              <a:gd name="connsiteX5" fmla="*/ 9375865 w 9653451"/>
              <a:gd name="connsiteY5" fmla="*/ 9714213 h 9714213"/>
              <a:gd name="connsiteX6" fmla="*/ 9375865 w 9653451"/>
              <a:gd name="connsiteY6" fmla="*/ 7365588 h 9714213"/>
              <a:gd name="connsiteX7" fmla="*/ 2449285 w 9653451"/>
              <a:gd name="connsiteY7" fmla="*/ 7365588 h 9714213"/>
              <a:gd name="connsiteX8" fmla="*/ 2449285 w 9653451"/>
              <a:gd name="connsiteY8" fmla="*/ 2287402 h 9714213"/>
              <a:gd name="connsiteX9" fmla="*/ 0 w 9653451"/>
              <a:gd name="connsiteY9" fmla="*/ 2287402 h 971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53451" h="9714213">
                <a:moveTo>
                  <a:pt x="0" y="0"/>
                </a:moveTo>
                <a:lnTo>
                  <a:pt x="2697960" y="0"/>
                </a:lnTo>
                <a:lnTo>
                  <a:pt x="2697960" y="507588"/>
                </a:lnTo>
                <a:lnTo>
                  <a:pt x="9653451" y="507588"/>
                </a:lnTo>
                <a:lnTo>
                  <a:pt x="9653451" y="9714213"/>
                </a:lnTo>
                <a:lnTo>
                  <a:pt x="9375865" y="9714213"/>
                </a:lnTo>
                <a:lnTo>
                  <a:pt x="9375865" y="7365588"/>
                </a:lnTo>
                <a:lnTo>
                  <a:pt x="2449285" y="7365588"/>
                </a:lnTo>
                <a:lnTo>
                  <a:pt x="2449285" y="2287402"/>
                </a:lnTo>
                <a:lnTo>
                  <a:pt x="0" y="2287402"/>
                </a:lnTo>
                <a:close/>
              </a:path>
            </a:pathLst>
          </a:custGeom>
        </p:spPr>
      </p:pic>
      <p:sp>
        <p:nvSpPr>
          <p:cNvPr id="20" name="Subtitle 2">
            <a:extLst>
              <a:ext uri="{FF2B5EF4-FFF2-40B4-BE49-F238E27FC236}">
                <a16:creationId xmlns:a16="http://schemas.microsoft.com/office/drawing/2014/main" id="{B89C9D1D-AB60-0BBA-D2E6-9DC34EAC0AB3}"/>
              </a:ext>
            </a:extLst>
          </p:cNvPr>
          <p:cNvSpPr>
            <a:spLocks noGrp="1"/>
          </p:cNvSpPr>
          <p:nvPr>
            <p:ph type="subTitle" idx="1" hasCustomPrompt="1"/>
          </p:nvPr>
        </p:nvSpPr>
        <p:spPr>
          <a:xfrm>
            <a:off x="248675" y="6056979"/>
            <a:ext cx="5180575" cy="598906"/>
          </a:xfrm>
          <a:prstGeom prst="rect">
            <a:avLst/>
          </a:prstGeom>
        </p:spPr>
        <p:txBody>
          <a:bodyPr lIns="0">
            <a:normAutofit/>
          </a:bodyPr>
          <a:lstStyle>
            <a:lvl1pPr marL="0" indent="0" algn="l" defTabSz="457108" rtl="0" eaLnBrk="1" latinLnBrk="0" hangingPunct="1">
              <a:lnSpc>
                <a:spcPct val="150000"/>
              </a:lnSpc>
              <a:spcBef>
                <a:spcPts val="1000"/>
              </a:spcBef>
              <a:buFont typeface="Arial" panose="020B0604020202020204" pitchFamily="34" charset="0"/>
              <a:buNone/>
              <a:defRPr lang="en-US" sz="1200" b="0" i="0" kern="1200" dirty="0">
                <a:solidFill>
                  <a:schemeClr val="accent2"/>
                </a:solidFill>
                <a:latin typeface="PP Telegraf" pitchFamily="2" charset="77"/>
                <a:ea typeface="+mn-ea"/>
                <a:cs typeface="+mn-cs"/>
              </a:defRPr>
            </a:lvl1pPr>
            <a:lvl2pPr marL="457108" indent="0" algn="ctr">
              <a:buNone/>
              <a:defRPr sz="2000"/>
            </a:lvl2pPr>
            <a:lvl3pPr marL="914218" indent="0" algn="ctr">
              <a:buNone/>
              <a:defRPr sz="1800"/>
            </a:lvl3pPr>
            <a:lvl4pPr marL="1371326" indent="0" algn="ctr">
              <a:buNone/>
              <a:defRPr sz="1600"/>
            </a:lvl4pPr>
            <a:lvl5pPr marL="1828434" indent="0" algn="ctr">
              <a:buNone/>
              <a:defRPr sz="1600"/>
            </a:lvl5pPr>
            <a:lvl6pPr marL="2285542" indent="0" algn="ctr">
              <a:buNone/>
              <a:defRPr sz="1600"/>
            </a:lvl6pPr>
            <a:lvl7pPr marL="2742652" indent="0" algn="ctr">
              <a:buNone/>
              <a:defRPr sz="1600"/>
            </a:lvl7pPr>
            <a:lvl8pPr marL="3199760" indent="0" algn="ctr">
              <a:buNone/>
              <a:defRPr sz="1600"/>
            </a:lvl8pPr>
            <a:lvl9pPr marL="3656868" indent="0" algn="ctr">
              <a:buNone/>
              <a:defRPr sz="1600"/>
            </a:lvl9pPr>
          </a:lstStyle>
          <a:p>
            <a:r>
              <a:rPr lang="en-GB"/>
              <a:t>Version No   |   Date Here</a:t>
            </a:r>
            <a:endParaRPr lang="en-US"/>
          </a:p>
        </p:txBody>
      </p:sp>
      <p:sp>
        <p:nvSpPr>
          <p:cNvPr id="2" name="Title 1">
            <a:extLst>
              <a:ext uri="{FF2B5EF4-FFF2-40B4-BE49-F238E27FC236}">
                <a16:creationId xmlns:a16="http://schemas.microsoft.com/office/drawing/2014/main" id="{C206F42B-9D65-E0EF-14C5-09B97F4E1839}"/>
              </a:ext>
            </a:extLst>
          </p:cNvPr>
          <p:cNvSpPr>
            <a:spLocks noGrp="1"/>
          </p:cNvSpPr>
          <p:nvPr>
            <p:ph type="title"/>
          </p:nvPr>
        </p:nvSpPr>
        <p:spPr>
          <a:xfrm>
            <a:off x="248675" y="4523167"/>
            <a:ext cx="5180575" cy="1325563"/>
          </a:xfrm>
          <a:prstGeom prst="rect">
            <a:avLst/>
          </a:prstGeom>
        </p:spPr>
        <p:txBody>
          <a:bodyPr lIns="0" rIns="0" anchor="b"/>
          <a:lstStyle>
            <a:lvl1pPr>
              <a:defRPr sz="4800" b="0" i="0">
                <a:solidFill>
                  <a:schemeClr val="accent2"/>
                </a:solidFill>
                <a:latin typeface="PP Telegraf" pitchFamily="2" charset="77"/>
              </a:defRPr>
            </a:lvl1pPr>
          </a:lstStyle>
          <a:p>
            <a:r>
              <a:rPr lang="en-US"/>
              <a:t>Click to edit Master title style</a:t>
            </a:r>
          </a:p>
        </p:txBody>
      </p:sp>
      <p:sp>
        <p:nvSpPr>
          <p:cNvPr id="16" name="TextBox 15">
            <a:extLst>
              <a:ext uri="{FF2B5EF4-FFF2-40B4-BE49-F238E27FC236}">
                <a16:creationId xmlns:a16="http://schemas.microsoft.com/office/drawing/2014/main" id="{83031EF4-ADC3-09C7-B55B-383DBA8F6B8D}"/>
              </a:ext>
            </a:extLst>
          </p:cNvPr>
          <p:cNvSpPr txBox="1"/>
          <p:nvPr userDrawn="1"/>
        </p:nvSpPr>
        <p:spPr>
          <a:xfrm>
            <a:off x="248675" y="202119"/>
            <a:ext cx="1173193" cy="144911"/>
          </a:xfrm>
          <a:prstGeom prst="rect">
            <a:avLst/>
          </a:prstGeom>
          <a:noFill/>
        </p:spPr>
        <p:txBody>
          <a:bodyPr wrap="square" lIns="0" tIns="0" rIns="0" bIns="0" rtlCol="0">
            <a:spAutoFit/>
          </a:bodyPr>
          <a:lstStyle/>
          <a:p>
            <a:pPr algn="l">
              <a:lnSpc>
                <a:spcPct val="150000"/>
              </a:lnSpc>
            </a:pPr>
            <a:r>
              <a:rPr lang="en-US" sz="70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202464033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Content">
    <p:bg>
      <p:bgRef idx="1001">
        <a:schemeClr val="bg1"/>
      </p:bgRef>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C17270B-9785-0468-E128-6EAA3E0B1F82}"/>
              </a:ext>
            </a:extLst>
          </p:cNvPr>
          <p:cNvSpPr/>
          <p:nvPr userDrawn="1"/>
        </p:nvSpPr>
        <p:spPr>
          <a:xfrm>
            <a:off x="0" y="-31294"/>
            <a:ext cx="12193588" cy="68892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6" name="Picture 5">
            <a:extLst>
              <a:ext uri="{FF2B5EF4-FFF2-40B4-BE49-F238E27FC236}">
                <a16:creationId xmlns:a16="http://schemas.microsoft.com/office/drawing/2014/main" id="{2688B732-6BCB-A495-16EA-834FDCBA42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453" r="54963"/>
          <a:stretch/>
        </p:blipFill>
        <p:spPr>
          <a:xfrm>
            <a:off x="1" y="-6944"/>
            <a:ext cx="4039985" cy="6864943"/>
          </a:xfrm>
          <a:prstGeom prst="rect">
            <a:avLst/>
          </a:prstGeom>
        </p:spPr>
      </p:pic>
      <p:sp>
        <p:nvSpPr>
          <p:cNvPr id="8" name="Text Placeholder 2">
            <a:extLst>
              <a:ext uri="{FF2B5EF4-FFF2-40B4-BE49-F238E27FC236}">
                <a16:creationId xmlns:a16="http://schemas.microsoft.com/office/drawing/2014/main" id="{CB34C758-97DA-72A7-0315-F79E5385D4FF}"/>
              </a:ext>
            </a:extLst>
          </p:cNvPr>
          <p:cNvSpPr>
            <a:spLocks noGrp="1"/>
          </p:cNvSpPr>
          <p:nvPr>
            <p:ph type="body" idx="1" hasCustomPrompt="1"/>
          </p:nvPr>
        </p:nvSpPr>
        <p:spPr>
          <a:xfrm>
            <a:off x="4637003" y="360000"/>
            <a:ext cx="5023465" cy="443198"/>
          </a:xfrm>
          <a:prstGeom prst="rect">
            <a:avLst/>
          </a:prstGeom>
        </p:spPr>
        <p:txBody>
          <a:bodyPr wrap="square" lIns="0" tIns="0" bIns="0">
            <a:spAutoFit/>
          </a:bodyPr>
          <a:lstStyle>
            <a:lvl1pPr marL="0" indent="0">
              <a:buNone/>
              <a:defRPr sz="32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9" name="Text Placeholder 2">
            <a:extLst>
              <a:ext uri="{FF2B5EF4-FFF2-40B4-BE49-F238E27FC236}">
                <a16:creationId xmlns:a16="http://schemas.microsoft.com/office/drawing/2014/main" id="{5DAE02C7-C7BE-479C-9F5E-FD7A7F0481A3}"/>
              </a:ext>
            </a:extLst>
          </p:cNvPr>
          <p:cNvSpPr>
            <a:spLocks noGrp="1"/>
          </p:cNvSpPr>
          <p:nvPr>
            <p:ph type="body" idx="23" hasCustomPrompt="1"/>
          </p:nvPr>
        </p:nvSpPr>
        <p:spPr>
          <a:xfrm>
            <a:off x="5317197" y="1105165"/>
            <a:ext cx="5148929"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10" name="Text Placeholder 2">
            <a:extLst>
              <a:ext uri="{FF2B5EF4-FFF2-40B4-BE49-F238E27FC236}">
                <a16:creationId xmlns:a16="http://schemas.microsoft.com/office/drawing/2014/main" id="{35D82B98-4999-40AA-AA56-3C18AB43B681}"/>
              </a:ext>
            </a:extLst>
          </p:cNvPr>
          <p:cNvSpPr>
            <a:spLocks noGrp="1"/>
          </p:cNvSpPr>
          <p:nvPr>
            <p:ph type="body" idx="24" hasCustomPrompt="1"/>
          </p:nvPr>
        </p:nvSpPr>
        <p:spPr>
          <a:xfrm>
            <a:off x="5317197" y="2034834"/>
            <a:ext cx="5148929"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11" name="Text Placeholder 2">
            <a:extLst>
              <a:ext uri="{FF2B5EF4-FFF2-40B4-BE49-F238E27FC236}">
                <a16:creationId xmlns:a16="http://schemas.microsoft.com/office/drawing/2014/main" id="{EC414BA4-C519-8AC4-1B01-486FD26EA4A0}"/>
              </a:ext>
            </a:extLst>
          </p:cNvPr>
          <p:cNvSpPr>
            <a:spLocks noGrp="1"/>
          </p:cNvSpPr>
          <p:nvPr>
            <p:ph type="body" idx="25" hasCustomPrompt="1"/>
          </p:nvPr>
        </p:nvSpPr>
        <p:spPr>
          <a:xfrm>
            <a:off x="5317197" y="2964503"/>
            <a:ext cx="5148929"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12" name="Text Placeholder 2">
            <a:extLst>
              <a:ext uri="{FF2B5EF4-FFF2-40B4-BE49-F238E27FC236}">
                <a16:creationId xmlns:a16="http://schemas.microsoft.com/office/drawing/2014/main" id="{8B3BB37F-9CF1-F049-CB12-6B09D1506331}"/>
              </a:ext>
            </a:extLst>
          </p:cNvPr>
          <p:cNvSpPr>
            <a:spLocks noGrp="1"/>
          </p:cNvSpPr>
          <p:nvPr>
            <p:ph type="body" idx="26" hasCustomPrompt="1"/>
          </p:nvPr>
        </p:nvSpPr>
        <p:spPr>
          <a:xfrm>
            <a:off x="5317196" y="3894172"/>
            <a:ext cx="5148929"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23" name="Slide Number Placeholder 13">
            <a:extLst>
              <a:ext uri="{FF2B5EF4-FFF2-40B4-BE49-F238E27FC236}">
                <a16:creationId xmlns:a16="http://schemas.microsoft.com/office/drawing/2014/main" id="{2867221F-83F4-8CCE-ACD1-CA6CE5A7FFB3}"/>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accent2"/>
                </a:solidFill>
                <a:latin typeface="+mn-lt"/>
              </a:rPr>
              <a:pPr/>
              <a:t>‹#›</a:t>
            </a:fld>
            <a:endParaRPr lang="en-US" sz="800">
              <a:solidFill>
                <a:schemeClr val="accent2"/>
              </a:solidFill>
              <a:latin typeface="+mn-lt"/>
            </a:endParaRPr>
          </a:p>
        </p:txBody>
      </p:sp>
      <p:sp>
        <p:nvSpPr>
          <p:cNvPr id="2" name="Text Placeholder 2">
            <a:extLst>
              <a:ext uri="{FF2B5EF4-FFF2-40B4-BE49-F238E27FC236}">
                <a16:creationId xmlns:a16="http://schemas.microsoft.com/office/drawing/2014/main" id="{FB41535C-FB0F-6B1C-613A-263F370EDA51}"/>
              </a:ext>
            </a:extLst>
          </p:cNvPr>
          <p:cNvSpPr>
            <a:spLocks noGrp="1"/>
          </p:cNvSpPr>
          <p:nvPr>
            <p:ph type="body" idx="27" hasCustomPrompt="1"/>
          </p:nvPr>
        </p:nvSpPr>
        <p:spPr>
          <a:xfrm>
            <a:off x="5317196" y="4823841"/>
            <a:ext cx="5148929"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7" name="TextBox 6">
            <a:extLst>
              <a:ext uri="{FF2B5EF4-FFF2-40B4-BE49-F238E27FC236}">
                <a16:creationId xmlns:a16="http://schemas.microsoft.com/office/drawing/2014/main" id="{CDDDC575-3022-D38C-BB56-CB70A3BAABCA}"/>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2"/>
                </a:solidFill>
                <a:latin typeface="PP Telegraf" pitchFamily="2" charset="77"/>
              </a:rPr>
              <a:t>Private and Confidential</a:t>
            </a:r>
          </a:p>
        </p:txBody>
      </p:sp>
      <p:pic>
        <p:nvPicPr>
          <p:cNvPr id="5" name="Graphic 4">
            <a:extLst>
              <a:ext uri="{FF2B5EF4-FFF2-40B4-BE49-F238E27FC236}">
                <a16:creationId xmlns:a16="http://schemas.microsoft.com/office/drawing/2014/main" id="{FA385B2A-D059-EBD1-7640-D328A031E64E}"/>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6341" y="6434682"/>
            <a:ext cx="427653" cy="288290"/>
          </a:xfrm>
          <a:prstGeom prst="rect">
            <a:avLst/>
          </a:prstGeom>
        </p:spPr>
      </p:pic>
      <p:sp>
        <p:nvSpPr>
          <p:cNvPr id="4" name="Text Placeholder 2">
            <a:extLst>
              <a:ext uri="{FF2B5EF4-FFF2-40B4-BE49-F238E27FC236}">
                <a16:creationId xmlns:a16="http://schemas.microsoft.com/office/drawing/2014/main" id="{566BA79F-1906-4789-95A0-30C4961FE0E1}"/>
              </a:ext>
            </a:extLst>
          </p:cNvPr>
          <p:cNvSpPr>
            <a:spLocks noGrp="1"/>
          </p:cNvSpPr>
          <p:nvPr>
            <p:ph type="body" idx="28" hasCustomPrompt="1"/>
          </p:nvPr>
        </p:nvSpPr>
        <p:spPr>
          <a:xfrm>
            <a:off x="5317195" y="5753511"/>
            <a:ext cx="5148929"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Tree>
    <p:extLst>
      <p:ext uri="{BB962C8B-B14F-4D97-AF65-F5344CB8AC3E}">
        <p14:creationId xmlns:p14="http://schemas.microsoft.com/office/powerpoint/2010/main" val="11948527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Content">
    <p:bg>
      <p:bgRef idx="1001">
        <a:schemeClr val="bg1"/>
      </p:bgRef>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C17270B-9785-0468-E128-6EAA3E0B1F82}"/>
              </a:ext>
            </a:extLst>
          </p:cNvPr>
          <p:cNvSpPr/>
          <p:nvPr userDrawn="1"/>
        </p:nvSpPr>
        <p:spPr>
          <a:xfrm>
            <a:off x="0" y="0"/>
            <a:ext cx="121935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6" name="Picture 5">
            <a:extLst>
              <a:ext uri="{FF2B5EF4-FFF2-40B4-BE49-F238E27FC236}">
                <a16:creationId xmlns:a16="http://schemas.microsoft.com/office/drawing/2014/main" id="{2688B732-6BCB-A495-16EA-834FDCBA42A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453" r="54963"/>
          <a:stretch/>
        </p:blipFill>
        <p:spPr>
          <a:xfrm>
            <a:off x="1" y="-6944"/>
            <a:ext cx="4039985" cy="6864943"/>
          </a:xfrm>
          <a:prstGeom prst="rect">
            <a:avLst/>
          </a:prstGeom>
        </p:spPr>
      </p:pic>
      <p:sp>
        <p:nvSpPr>
          <p:cNvPr id="8" name="Text Placeholder 2">
            <a:extLst>
              <a:ext uri="{FF2B5EF4-FFF2-40B4-BE49-F238E27FC236}">
                <a16:creationId xmlns:a16="http://schemas.microsoft.com/office/drawing/2014/main" id="{CB34C758-97DA-72A7-0315-F79E5385D4FF}"/>
              </a:ext>
            </a:extLst>
          </p:cNvPr>
          <p:cNvSpPr>
            <a:spLocks noGrp="1"/>
          </p:cNvSpPr>
          <p:nvPr>
            <p:ph type="body" idx="1" hasCustomPrompt="1"/>
          </p:nvPr>
        </p:nvSpPr>
        <p:spPr>
          <a:xfrm>
            <a:off x="4637003" y="360000"/>
            <a:ext cx="5023465" cy="443198"/>
          </a:xfrm>
          <a:prstGeom prst="rect">
            <a:avLst/>
          </a:prstGeom>
        </p:spPr>
        <p:txBody>
          <a:bodyPr wrap="square" lIns="0" tIns="0" bIns="0">
            <a:spAutoFit/>
          </a:bodyPr>
          <a:lstStyle>
            <a:lvl1pPr marL="0" indent="0">
              <a:buNone/>
              <a:defRPr sz="32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25" name="Text Placeholder 2">
            <a:extLst>
              <a:ext uri="{FF2B5EF4-FFF2-40B4-BE49-F238E27FC236}">
                <a16:creationId xmlns:a16="http://schemas.microsoft.com/office/drawing/2014/main" id="{A893B956-CC9A-2E86-B72E-A6476226E697}"/>
              </a:ext>
            </a:extLst>
          </p:cNvPr>
          <p:cNvSpPr>
            <a:spLocks noGrp="1"/>
          </p:cNvSpPr>
          <p:nvPr>
            <p:ph type="body" idx="23" hasCustomPrompt="1"/>
          </p:nvPr>
        </p:nvSpPr>
        <p:spPr>
          <a:xfrm>
            <a:off x="4637004" y="1595532"/>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27" name="Text Placeholder 2">
            <a:extLst>
              <a:ext uri="{FF2B5EF4-FFF2-40B4-BE49-F238E27FC236}">
                <a16:creationId xmlns:a16="http://schemas.microsoft.com/office/drawing/2014/main" id="{32421150-F124-DF65-E5D5-5BCCCFD810FB}"/>
              </a:ext>
            </a:extLst>
          </p:cNvPr>
          <p:cNvSpPr>
            <a:spLocks noGrp="1"/>
          </p:cNvSpPr>
          <p:nvPr>
            <p:ph type="body" idx="24" hasCustomPrompt="1"/>
          </p:nvPr>
        </p:nvSpPr>
        <p:spPr>
          <a:xfrm>
            <a:off x="4637004" y="2660155"/>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28" name="Text Placeholder 2">
            <a:extLst>
              <a:ext uri="{FF2B5EF4-FFF2-40B4-BE49-F238E27FC236}">
                <a16:creationId xmlns:a16="http://schemas.microsoft.com/office/drawing/2014/main" id="{A83156BD-1DC7-35F6-481C-242F096555C8}"/>
              </a:ext>
            </a:extLst>
          </p:cNvPr>
          <p:cNvSpPr>
            <a:spLocks noGrp="1"/>
          </p:cNvSpPr>
          <p:nvPr>
            <p:ph type="body" idx="25" hasCustomPrompt="1"/>
          </p:nvPr>
        </p:nvSpPr>
        <p:spPr>
          <a:xfrm>
            <a:off x="4637004" y="3724775"/>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29" name="Text Placeholder 2">
            <a:extLst>
              <a:ext uri="{FF2B5EF4-FFF2-40B4-BE49-F238E27FC236}">
                <a16:creationId xmlns:a16="http://schemas.microsoft.com/office/drawing/2014/main" id="{C72B0502-1757-16F1-8C3F-9972A0620C98}"/>
              </a:ext>
            </a:extLst>
          </p:cNvPr>
          <p:cNvSpPr>
            <a:spLocks noGrp="1"/>
          </p:cNvSpPr>
          <p:nvPr>
            <p:ph type="body" idx="26" hasCustomPrompt="1"/>
          </p:nvPr>
        </p:nvSpPr>
        <p:spPr>
          <a:xfrm>
            <a:off x="4637004" y="4789403"/>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30" name="Freeform: Shape 29">
            <a:extLst>
              <a:ext uri="{FF2B5EF4-FFF2-40B4-BE49-F238E27FC236}">
                <a16:creationId xmlns:a16="http://schemas.microsoft.com/office/drawing/2014/main" id="{A2779B29-8B68-2F71-FDFA-0CEE45D1D5AD}"/>
              </a:ext>
            </a:extLst>
          </p:cNvPr>
          <p:cNvSpPr>
            <a:spLocks noChangeAspect="1"/>
          </p:cNvSpPr>
          <p:nvPr userDrawn="1"/>
        </p:nvSpPr>
        <p:spPr>
          <a:xfrm>
            <a:off x="7410969" y="1595528"/>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1</a:t>
            </a:r>
          </a:p>
        </p:txBody>
      </p:sp>
      <p:sp>
        <p:nvSpPr>
          <p:cNvPr id="31" name="Freeform: Shape 29">
            <a:extLst>
              <a:ext uri="{FF2B5EF4-FFF2-40B4-BE49-F238E27FC236}">
                <a16:creationId xmlns:a16="http://schemas.microsoft.com/office/drawing/2014/main" id="{3F259B26-E9A0-A9C8-1A60-66C1C869E6EC}"/>
              </a:ext>
            </a:extLst>
          </p:cNvPr>
          <p:cNvSpPr>
            <a:spLocks noChangeAspect="1"/>
          </p:cNvSpPr>
          <p:nvPr userDrawn="1"/>
        </p:nvSpPr>
        <p:spPr>
          <a:xfrm>
            <a:off x="7410969" y="2660152"/>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2</a:t>
            </a:r>
          </a:p>
        </p:txBody>
      </p:sp>
      <p:sp>
        <p:nvSpPr>
          <p:cNvPr id="32" name="Freeform: Shape 29">
            <a:extLst>
              <a:ext uri="{FF2B5EF4-FFF2-40B4-BE49-F238E27FC236}">
                <a16:creationId xmlns:a16="http://schemas.microsoft.com/office/drawing/2014/main" id="{F2925D4C-F46C-2913-083D-3160AC58AD34}"/>
              </a:ext>
            </a:extLst>
          </p:cNvPr>
          <p:cNvSpPr>
            <a:spLocks noChangeAspect="1"/>
          </p:cNvSpPr>
          <p:nvPr userDrawn="1"/>
        </p:nvSpPr>
        <p:spPr>
          <a:xfrm>
            <a:off x="7410969" y="3724776"/>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3</a:t>
            </a:r>
          </a:p>
        </p:txBody>
      </p:sp>
      <p:sp>
        <p:nvSpPr>
          <p:cNvPr id="33" name="Freeform: Shape 29">
            <a:extLst>
              <a:ext uri="{FF2B5EF4-FFF2-40B4-BE49-F238E27FC236}">
                <a16:creationId xmlns:a16="http://schemas.microsoft.com/office/drawing/2014/main" id="{F2282EA9-13AF-0C53-B77C-B259748CC918}"/>
              </a:ext>
            </a:extLst>
          </p:cNvPr>
          <p:cNvSpPr>
            <a:spLocks noChangeAspect="1"/>
          </p:cNvSpPr>
          <p:nvPr userDrawn="1"/>
        </p:nvSpPr>
        <p:spPr>
          <a:xfrm>
            <a:off x="7410969" y="4789400"/>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4</a:t>
            </a:r>
          </a:p>
        </p:txBody>
      </p:sp>
      <p:sp>
        <p:nvSpPr>
          <p:cNvPr id="36" name="Text Placeholder 2">
            <a:extLst>
              <a:ext uri="{FF2B5EF4-FFF2-40B4-BE49-F238E27FC236}">
                <a16:creationId xmlns:a16="http://schemas.microsoft.com/office/drawing/2014/main" id="{D1E5CC49-A277-8DA9-098D-AE37DD77A02F}"/>
              </a:ext>
            </a:extLst>
          </p:cNvPr>
          <p:cNvSpPr>
            <a:spLocks noGrp="1"/>
          </p:cNvSpPr>
          <p:nvPr>
            <p:ph type="body" idx="27" hasCustomPrompt="1"/>
          </p:nvPr>
        </p:nvSpPr>
        <p:spPr>
          <a:xfrm>
            <a:off x="8399536" y="1595532"/>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37" name="Text Placeholder 2">
            <a:extLst>
              <a:ext uri="{FF2B5EF4-FFF2-40B4-BE49-F238E27FC236}">
                <a16:creationId xmlns:a16="http://schemas.microsoft.com/office/drawing/2014/main" id="{F239FEF4-CECB-9340-1482-B9B07DDDC2C8}"/>
              </a:ext>
            </a:extLst>
          </p:cNvPr>
          <p:cNvSpPr>
            <a:spLocks noGrp="1"/>
          </p:cNvSpPr>
          <p:nvPr>
            <p:ph type="body" idx="28" hasCustomPrompt="1"/>
          </p:nvPr>
        </p:nvSpPr>
        <p:spPr>
          <a:xfrm>
            <a:off x="8399536" y="2660155"/>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38" name="Text Placeholder 2">
            <a:extLst>
              <a:ext uri="{FF2B5EF4-FFF2-40B4-BE49-F238E27FC236}">
                <a16:creationId xmlns:a16="http://schemas.microsoft.com/office/drawing/2014/main" id="{A11AE4C9-AC56-D7B4-A150-6DBB985FA1E6}"/>
              </a:ext>
            </a:extLst>
          </p:cNvPr>
          <p:cNvSpPr>
            <a:spLocks noGrp="1"/>
          </p:cNvSpPr>
          <p:nvPr>
            <p:ph type="body" idx="29" hasCustomPrompt="1"/>
          </p:nvPr>
        </p:nvSpPr>
        <p:spPr>
          <a:xfrm>
            <a:off x="8399536" y="3724775"/>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39" name="Text Placeholder 2">
            <a:extLst>
              <a:ext uri="{FF2B5EF4-FFF2-40B4-BE49-F238E27FC236}">
                <a16:creationId xmlns:a16="http://schemas.microsoft.com/office/drawing/2014/main" id="{B2518B03-7763-9926-6B7D-BDC0EE6FB41A}"/>
              </a:ext>
            </a:extLst>
          </p:cNvPr>
          <p:cNvSpPr>
            <a:spLocks noGrp="1"/>
          </p:cNvSpPr>
          <p:nvPr>
            <p:ph type="body" idx="30" hasCustomPrompt="1"/>
          </p:nvPr>
        </p:nvSpPr>
        <p:spPr>
          <a:xfrm>
            <a:off x="8399536" y="4789403"/>
            <a:ext cx="2773968" cy="628269"/>
          </a:xfrm>
          <a:prstGeom prst="rect">
            <a:avLst/>
          </a:prstGeom>
        </p:spPr>
        <p:txBody>
          <a:bodyPr lIns="0" anchor="ctr">
            <a:normAutofit/>
          </a:bodyPr>
          <a:lstStyle>
            <a:lvl1pPr marL="0" indent="0">
              <a:buNone/>
              <a:defRPr sz="1800" b="0" i="0">
                <a:solidFill>
                  <a:schemeClr val="accent2"/>
                </a:solidFill>
                <a:latin typeface="PP Telegraf" pitchFamily="2" charset="77"/>
                <a:ea typeface="Source Sans Pro" panose="020B0503030403020204" pitchFamily="34" charset="0"/>
              </a:defRPr>
            </a:lvl1pPr>
            <a:lvl2pPr marL="457108" indent="0">
              <a:buNone/>
              <a:defRPr sz="2000">
                <a:solidFill>
                  <a:schemeClr val="tx1">
                    <a:tint val="75000"/>
                  </a:schemeClr>
                </a:solidFill>
              </a:defRPr>
            </a:lvl2pPr>
            <a:lvl3pPr marL="914218" indent="0">
              <a:buNone/>
              <a:defRPr sz="1800">
                <a:solidFill>
                  <a:schemeClr val="tx1">
                    <a:tint val="75000"/>
                  </a:schemeClr>
                </a:solidFill>
              </a:defRPr>
            </a:lvl3pPr>
            <a:lvl4pPr marL="1371326" indent="0">
              <a:buNone/>
              <a:defRPr sz="1600">
                <a:solidFill>
                  <a:schemeClr val="tx1">
                    <a:tint val="75000"/>
                  </a:schemeClr>
                </a:solidFill>
              </a:defRPr>
            </a:lvl4pPr>
            <a:lvl5pPr marL="1828434" indent="0">
              <a:buNone/>
              <a:defRPr sz="1600">
                <a:solidFill>
                  <a:schemeClr val="tx1">
                    <a:tint val="75000"/>
                  </a:schemeClr>
                </a:solidFill>
              </a:defRPr>
            </a:lvl5pPr>
            <a:lvl6pPr marL="2285542" indent="0">
              <a:buNone/>
              <a:defRPr sz="1600">
                <a:solidFill>
                  <a:schemeClr val="tx1">
                    <a:tint val="75000"/>
                  </a:schemeClr>
                </a:solidFill>
              </a:defRPr>
            </a:lvl6pPr>
            <a:lvl7pPr marL="2742652" indent="0">
              <a:buNone/>
              <a:defRPr sz="1600">
                <a:solidFill>
                  <a:schemeClr val="tx1">
                    <a:tint val="75000"/>
                  </a:schemeClr>
                </a:solidFill>
              </a:defRPr>
            </a:lvl7pPr>
            <a:lvl8pPr marL="3199760" indent="0">
              <a:buNone/>
              <a:defRPr sz="1600">
                <a:solidFill>
                  <a:schemeClr val="tx1">
                    <a:tint val="75000"/>
                  </a:schemeClr>
                </a:solidFill>
              </a:defRPr>
            </a:lvl8pPr>
            <a:lvl9pPr marL="3656868" indent="0">
              <a:buNone/>
              <a:defRPr sz="1600">
                <a:solidFill>
                  <a:schemeClr val="tx1">
                    <a:tint val="75000"/>
                  </a:schemeClr>
                </a:solidFill>
              </a:defRPr>
            </a:lvl9pPr>
          </a:lstStyle>
          <a:p>
            <a:pPr lvl="0"/>
            <a:r>
              <a:rPr lang="en-US"/>
              <a:t>Title</a:t>
            </a:r>
          </a:p>
        </p:txBody>
      </p:sp>
      <p:sp>
        <p:nvSpPr>
          <p:cNvPr id="40" name="Freeform: Shape 29">
            <a:extLst>
              <a:ext uri="{FF2B5EF4-FFF2-40B4-BE49-F238E27FC236}">
                <a16:creationId xmlns:a16="http://schemas.microsoft.com/office/drawing/2014/main" id="{A1E0D6FF-C6AB-D64C-68EB-D98A8BD3E948}"/>
              </a:ext>
            </a:extLst>
          </p:cNvPr>
          <p:cNvSpPr>
            <a:spLocks noChangeAspect="1"/>
          </p:cNvSpPr>
          <p:nvPr userDrawn="1"/>
        </p:nvSpPr>
        <p:spPr>
          <a:xfrm>
            <a:off x="11173501" y="1595528"/>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5</a:t>
            </a:r>
          </a:p>
        </p:txBody>
      </p:sp>
      <p:sp>
        <p:nvSpPr>
          <p:cNvPr id="41" name="Freeform: Shape 29">
            <a:extLst>
              <a:ext uri="{FF2B5EF4-FFF2-40B4-BE49-F238E27FC236}">
                <a16:creationId xmlns:a16="http://schemas.microsoft.com/office/drawing/2014/main" id="{F055777A-74A2-2457-49F7-E1DB74396305}"/>
              </a:ext>
            </a:extLst>
          </p:cNvPr>
          <p:cNvSpPr>
            <a:spLocks noChangeAspect="1"/>
          </p:cNvSpPr>
          <p:nvPr userDrawn="1"/>
        </p:nvSpPr>
        <p:spPr>
          <a:xfrm>
            <a:off x="11173501" y="2660152"/>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6</a:t>
            </a:r>
          </a:p>
        </p:txBody>
      </p:sp>
      <p:sp>
        <p:nvSpPr>
          <p:cNvPr id="42" name="Freeform: Shape 29">
            <a:extLst>
              <a:ext uri="{FF2B5EF4-FFF2-40B4-BE49-F238E27FC236}">
                <a16:creationId xmlns:a16="http://schemas.microsoft.com/office/drawing/2014/main" id="{542584AE-79F7-CA07-4721-80C456A1C176}"/>
              </a:ext>
            </a:extLst>
          </p:cNvPr>
          <p:cNvSpPr>
            <a:spLocks noChangeAspect="1"/>
          </p:cNvSpPr>
          <p:nvPr userDrawn="1"/>
        </p:nvSpPr>
        <p:spPr>
          <a:xfrm>
            <a:off x="11173501" y="3724776"/>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7</a:t>
            </a:r>
          </a:p>
        </p:txBody>
      </p:sp>
      <p:sp>
        <p:nvSpPr>
          <p:cNvPr id="43" name="Freeform: Shape 29">
            <a:extLst>
              <a:ext uri="{FF2B5EF4-FFF2-40B4-BE49-F238E27FC236}">
                <a16:creationId xmlns:a16="http://schemas.microsoft.com/office/drawing/2014/main" id="{0A77EEE8-4E02-FAB9-475F-F4E7C20003B0}"/>
              </a:ext>
            </a:extLst>
          </p:cNvPr>
          <p:cNvSpPr>
            <a:spLocks noChangeAspect="1"/>
          </p:cNvSpPr>
          <p:nvPr userDrawn="1"/>
        </p:nvSpPr>
        <p:spPr>
          <a:xfrm>
            <a:off x="11173501" y="4789400"/>
            <a:ext cx="648000" cy="648000"/>
          </a:xfrm>
          <a:custGeom>
            <a:avLst/>
            <a:gdLst>
              <a:gd name="connsiteX0" fmla="*/ 462900 w 462972"/>
              <a:gd name="connsiteY0" fmla="*/ 231486 h 462972"/>
              <a:gd name="connsiteX1" fmla="*/ 231413 w 462972"/>
              <a:gd name="connsiteY1" fmla="*/ 462973 h 462972"/>
              <a:gd name="connsiteX2" fmla="*/ -73 w 462972"/>
              <a:gd name="connsiteY2" fmla="*/ 231486 h 462972"/>
              <a:gd name="connsiteX3" fmla="*/ 231413 w 462972"/>
              <a:gd name="connsiteY3" fmla="*/ 0 h 462972"/>
              <a:gd name="connsiteX4" fmla="*/ 462900 w 462972"/>
              <a:gd name="connsiteY4" fmla="*/ 231486 h 46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72" h="462972">
                <a:moveTo>
                  <a:pt x="462900" y="231486"/>
                </a:moveTo>
                <a:cubicBezTo>
                  <a:pt x="462900" y="359333"/>
                  <a:pt x="359260" y="462973"/>
                  <a:pt x="231413" y="462973"/>
                </a:cubicBezTo>
                <a:cubicBezTo>
                  <a:pt x="103567" y="462973"/>
                  <a:pt x="-73" y="359333"/>
                  <a:pt x="-73" y="231486"/>
                </a:cubicBezTo>
                <a:cubicBezTo>
                  <a:pt x="-73" y="103640"/>
                  <a:pt x="103567" y="0"/>
                  <a:pt x="231413" y="0"/>
                </a:cubicBezTo>
                <a:cubicBezTo>
                  <a:pt x="359260" y="0"/>
                  <a:pt x="462900" y="103640"/>
                  <a:pt x="462900" y="231486"/>
                </a:cubicBezTo>
                <a:close/>
              </a:path>
            </a:pathLst>
          </a:custGeom>
          <a:noFill/>
          <a:ln w="9525" cap="flat">
            <a:noFill/>
            <a:prstDash val="solid"/>
            <a:miter/>
          </a:ln>
        </p:spPr>
        <p:txBody>
          <a:bodyPr rtlCol="0" anchor="ctr"/>
          <a:lstStyle/>
          <a:p>
            <a:pPr algn="ctr"/>
            <a:r>
              <a:rPr lang="en-US" sz="1800" b="0" i="0">
                <a:solidFill>
                  <a:schemeClr val="accent2"/>
                </a:solidFill>
                <a:latin typeface="PP Telegraf" pitchFamily="2" charset="77"/>
                <a:ea typeface="Source Sans Pro" panose="020B0503030403020204" pitchFamily="34" charset="0"/>
              </a:rPr>
              <a:t>8</a:t>
            </a:r>
          </a:p>
        </p:txBody>
      </p:sp>
      <p:sp>
        <p:nvSpPr>
          <p:cNvPr id="44" name="Slide Number Placeholder 13">
            <a:extLst>
              <a:ext uri="{FF2B5EF4-FFF2-40B4-BE49-F238E27FC236}">
                <a16:creationId xmlns:a16="http://schemas.microsoft.com/office/drawing/2014/main" id="{464D215C-BA2E-06AC-AFBC-CDD55A71FF22}"/>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accent2"/>
                </a:solidFill>
                <a:latin typeface="+mn-lt"/>
              </a:rPr>
              <a:pPr/>
              <a:t>‹#›</a:t>
            </a:fld>
            <a:endParaRPr lang="en-US" sz="800">
              <a:solidFill>
                <a:schemeClr val="accent2"/>
              </a:solidFill>
              <a:latin typeface="+mn-lt"/>
            </a:endParaRPr>
          </a:p>
        </p:txBody>
      </p:sp>
      <p:sp>
        <p:nvSpPr>
          <p:cNvPr id="45" name="TextBox 44">
            <a:extLst>
              <a:ext uri="{FF2B5EF4-FFF2-40B4-BE49-F238E27FC236}">
                <a16:creationId xmlns:a16="http://schemas.microsoft.com/office/drawing/2014/main" id="{06EB89AA-FFB7-4FA4-F1DA-2E8CE12B8E42}"/>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2"/>
                </a:solidFill>
                <a:latin typeface="PP Telegraf" pitchFamily="2" charset="77"/>
              </a:rPr>
              <a:t>Private and Confidential</a:t>
            </a:r>
          </a:p>
        </p:txBody>
      </p:sp>
      <p:pic>
        <p:nvPicPr>
          <p:cNvPr id="2" name="Graphic 1">
            <a:extLst>
              <a:ext uri="{FF2B5EF4-FFF2-40B4-BE49-F238E27FC236}">
                <a16:creationId xmlns:a16="http://schemas.microsoft.com/office/drawing/2014/main" id="{3A0006E8-49E0-08CF-3B0A-A46B8B8B2687}"/>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17130710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agebreaker">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CF9174F-2047-0A3C-8334-EA84AF730EB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
        <p:nvSpPr>
          <p:cNvPr id="10" name="Rectangle 9">
            <a:extLst>
              <a:ext uri="{FF2B5EF4-FFF2-40B4-BE49-F238E27FC236}">
                <a16:creationId xmlns:a16="http://schemas.microsoft.com/office/drawing/2014/main" id="{A1CD7576-63AF-A686-EE3B-8F0E718F6C99}"/>
              </a:ext>
            </a:extLst>
          </p:cNvPr>
          <p:cNvSpPr/>
          <p:nvPr userDrawn="1"/>
        </p:nvSpPr>
        <p:spPr>
          <a:xfrm>
            <a:off x="-1" y="0"/>
            <a:ext cx="12193588"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8" name="Picture 7">
            <a:extLst>
              <a:ext uri="{FF2B5EF4-FFF2-40B4-BE49-F238E27FC236}">
                <a16:creationId xmlns:a16="http://schemas.microsoft.com/office/drawing/2014/main" id="{3F41CF50-D1D0-E2AF-B648-4BE36C658AE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4983" b="4983"/>
          <a:stretch/>
        </p:blipFill>
        <p:spPr>
          <a:xfrm>
            <a:off x="74663" y="981580"/>
            <a:ext cx="7948745" cy="4771038"/>
          </a:xfrm>
          <a:prstGeom prst="rect">
            <a:avLst/>
          </a:prstGeom>
        </p:spPr>
      </p:pic>
      <p:pic>
        <p:nvPicPr>
          <p:cNvPr id="5" name="Picture 4" descr="A black oval with a black center&#10;&#10;Description automatically generated">
            <a:extLst>
              <a:ext uri="{FF2B5EF4-FFF2-40B4-BE49-F238E27FC236}">
                <a16:creationId xmlns:a16="http://schemas.microsoft.com/office/drawing/2014/main" id="{97FA4552-650E-6F0C-028D-939FF8921E26}"/>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2482"/>
          <a:stretch/>
        </p:blipFill>
        <p:spPr>
          <a:xfrm>
            <a:off x="1" y="919679"/>
            <a:ext cx="8485962" cy="4894840"/>
          </a:xfrm>
          <a:prstGeom prst="rect">
            <a:avLst/>
          </a:prstGeom>
        </p:spPr>
      </p:pic>
      <p:pic>
        <p:nvPicPr>
          <p:cNvPr id="35" name="Graphic 34">
            <a:extLst>
              <a:ext uri="{FF2B5EF4-FFF2-40B4-BE49-F238E27FC236}">
                <a16:creationId xmlns:a16="http://schemas.microsoft.com/office/drawing/2014/main" id="{21B3CFA4-02CD-EE02-4B14-3984935401C8}"/>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36994" y="185413"/>
            <a:ext cx="1535933" cy="1035405"/>
          </a:xfrm>
          <a:prstGeom prst="rect">
            <a:avLst/>
          </a:prstGeom>
        </p:spPr>
      </p:pic>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a:solidFill>
                <a:schemeClr val="accent5">
                  <a:lumMod val="50000"/>
                  <a:lumOff val="50000"/>
                </a:schemeClr>
              </a:solidFill>
              <a:latin typeface="PP Telegraf" pitchFamily="2" charset="77"/>
            </a:endParaRPr>
          </a:p>
        </p:txBody>
      </p:sp>
      <p:sp>
        <p:nvSpPr>
          <p:cNvPr id="6" name="Title 8">
            <a:extLst>
              <a:ext uri="{FF2B5EF4-FFF2-40B4-BE49-F238E27FC236}">
                <a16:creationId xmlns:a16="http://schemas.microsoft.com/office/drawing/2014/main" id="{D9E71914-38D3-C585-8E86-99C9DDFA05BC}"/>
              </a:ext>
            </a:extLst>
          </p:cNvPr>
          <p:cNvSpPr>
            <a:spLocks noGrp="1"/>
          </p:cNvSpPr>
          <p:nvPr>
            <p:ph type="title" hasCustomPrompt="1"/>
          </p:nvPr>
        </p:nvSpPr>
        <p:spPr>
          <a:xfrm>
            <a:off x="7658101" y="2766222"/>
            <a:ext cx="4114825" cy="1325563"/>
          </a:xfrm>
          <a:prstGeom prst="rect">
            <a:avLst/>
          </a:prstGeom>
        </p:spPr>
        <p:txBody>
          <a:bodyPr lIns="0" anchor="t"/>
          <a:lstStyle>
            <a:lvl1pPr marL="0" algn="r"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sp>
        <p:nvSpPr>
          <p:cNvPr id="4" name="TextBox 3">
            <a:extLst>
              <a:ext uri="{FF2B5EF4-FFF2-40B4-BE49-F238E27FC236}">
                <a16:creationId xmlns:a16="http://schemas.microsoft.com/office/drawing/2014/main" id="{C9B5B146-C1EB-368E-2E1C-436482CE59FD}"/>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21503578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Pagebreaker">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CB696AB-9C94-E91F-E63E-9898D319896C}"/>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
        <p:nvSpPr>
          <p:cNvPr id="10" name="Rectangle 9">
            <a:extLst>
              <a:ext uri="{FF2B5EF4-FFF2-40B4-BE49-F238E27FC236}">
                <a16:creationId xmlns:a16="http://schemas.microsoft.com/office/drawing/2014/main" id="{A1CD7576-63AF-A686-EE3B-8F0E718F6C99}"/>
              </a:ext>
            </a:extLst>
          </p:cNvPr>
          <p:cNvSpPr/>
          <p:nvPr userDrawn="1"/>
        </p:nvSpPr>
        <p:spPr>
          <a:xfrm>
            <a:off x="0" y="0"/>
            <a:ext cx="1219358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8" name="Picture 7">
            <a:extLst>
              <a:ext uri="{FF2B5EF4-FFF2-40B4-BE49-F238E27FC236}">
                <a16:creationId xmlns:a16="http://schemas.microsoft.com/office/drawing/2014/main" id="{3F41CF50-D1D0-E2AF-B648-4BE36C658AE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l="3638" r="3638"/>
          <a:stretch/>
        </p:blipFill>
        <p:spPr>
          <a:xfrm>
            <a:off x="794993" y="1100279"/>
            <a:ext cx="6795962" cy="4184956"/>
          </a:xfrm>
          <a:prstGeom prst="rect">
            <a:avLst/>
          </a:prstGeom>
        </p:spPr>
      </p:pic>
      <p:pic>
        <p:nvPicPr>
          <p:cNvPr id="35" name="Graphic 34">
            <a:extLst>
              <a:ext uri="{FF2B5EF4-FFF2-40B4-BE49-F238E27FC236}">
                <a16:creationId xmlns:a16="http://schemas.microsoft.com/office/drawing/2014/main" id="{21B3CFA4-02CD-EE02-4B14-3984935401C8}"/>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6994" y="185413"/>
            <a:ext cx="1535933" cy="1035405"/>
          </a:xfrm>
          <a:prstGeom prst="rect">
            <a:avLst/>
          </a:prstGeom>
        </p:spPr>
      </p:pic>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a:solidFill>
                <a:schemeClr val="accent5">
                  <a:lumMod val="50000"/>
                  <a:lumOff val="50000"/>
                </a:schemeClr>
              </a:solidFill>
              <a:latin typeface="PP Telegraf" pitchFamily="2" charset="77"/>
            </a:endParaRPr>
          </a:p>
        </p:txBody>
      </p:sp>
      <p:pic>
        <p:nvPicPr>
          <p:cNvPr id="5" name="Picture 4">
            <a:extLst>
              <a:ext uri="{FF2B5EF4-FFF2-40B4-BE49-F238E27FC236}">
                <a16:creationId xmlns:a16="http://schemas.microsoft.com/office/drawing/2014/main" id="{97FA4552-650E-6F0C-028D-939FF8921E26}"/>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2390" r="1241"/>
          <a:stretch/>
        </p:blipFill>
        <p:spPr>
          <a:xfrm>
            <a:off x="0" y="923735"/>
            <a:ext cx="8385951" cy="4894840"/>
          </a:xfrm>
          <a:prstGeom prst="rect">
            <a:avLst/>
          </a:prstGeom>
        </p:spPr>
      </p:pic>
      <p:sp>
        <p:nvSpPr>
          <p:cNvPr id="6" name="Title 8">
            <a:extLst>
              <a:ext uri="{FF2B5EF4-FFF2-40B4-BE49-F238E27FC236}">
                <a16:creationId xmlns:a16="http://schemas.microsoft.com/office/drawing/2014/main" id="{D9E71914-38D3-C585-8E86-99C9DDFA05BC}"/>
              </a:ext>
            </a:extLst>
          </p:cNvPr>
          <p:cNvSpPr>
            <a:spLocks noGrp="1"/>
          </p:cNvSpPr>
          <p:nvPr>
            <p:ph type="title" hasCustomPrompt="1"/>
          </p:nvPr>
        </p:nvSpPr>
        <p:spPr>
          <a:xfrm>
            <a:off x="7658101" y="2766222"/>
            <a:ext cx="4114825" cy="1325563"/>
          </a:xfrm>
          <a:prstGeom prst="rect">
            <a:avLst/>
          </a:prstGeom>
        </p:spPr>
        <p:txBody>
          <a:bodyPr lIns="0" anchor="t"/>
          <a:lstStyle>
            <a:lvl1pPr marL="0" algn="r"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sp>
        <p:nvSpPr>
          <p:cNvPr id="4" name="TextBox 3">
            <a:extLst>
              <a:ext uri="{FF2B5EF4-FFF2-40B4-BE49-F238E27FC236}">
                <a16:creationId xmlns:a16="http://schemas.microsoft.com/office/drawing/2014/main" id="{79FC412D-2D2E-0B3F-C44A-7E04806778B0}"/>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3382057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_Pagebreaker/Callout">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1D81B3-0C15-FBC7-7FA8-E9B4EA8CB0B2}"/>
              </a:ext>
            </a:extLst>
          </p:cNvPr>
          <p:cNvSpPr/>
          <p:nvPr userDrawn="1"/>
        </p:nvSpPr>
        <p:spPr>
          <a:xfrm>
            <a:off x="0" y="0"/>
            <a:ext cx="121935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9" name="Graphic 8">
            <a:extLst>
              <a:ext uri="{FF2B5EF4-FFF2-40B4-BE49-F238E27FC236}">
                <a16:creationId xmlns:a16="http://schemas.microsoft.com/office/drawing/2014/main" id="{E751AAF8-7937-9A7C-5A0A-523F436F43C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36994" y="185413"/>
            <a:ext cx="1535933" cy="1035405"/>
          </a:xfrm>
          <a:prstGeom prst="rect">
            <a:avLst/>
          </a:prstGeom>
        </p:spPr>
      </p:pic>
      <p:sp>
        <p:nvSpPr>
          <p:cNvPr id="10" name="Slide Number Placeholder 13">
            <a:extLst>
              <a:ext uri="{FF2B5EF4-FFF2-40B4-BE49-F238E27FC236}">
                <a16:creationId xmlns:a16="http://schemas.microsoft.com/office/drawing/2014/main" id="{19D111D9-F288-981C-7511-C84AF5047F0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sp>
        <p:nvSpPr>
          <p:cNvPr id="11" name="Title 8">
            <a:extLst>
              <a:ext uri="{FF2B5EF4-FFF2-40B4-BE49-F238E27FC236}">
                <a16:creationId xmlns:a16="http://schemas.microsoft.com/office/drawing/2014/main" id="{EF84050D-392D-00E4-9D43-9FEE5E0D24FB}"/>
              </a:ext>
            </a:extLst>
          </p:cNvPr>
          <p:cNvSpPr>
            <a:spLocks noGrp="1"/>
          </p:cNvSpPr>
          <p:nvPr>
            <p:ph type="title" hasCustomPrompt="1"/>
          </p:nvPr>
        </p:nvSpPr>
        <p:spPr>
          <a:xfrm>
            <a:off x="7658101" y="2766222"/>
            <a:ext cx="4114825" cy="1325563"/>
          </a:xfrm>
          <a:prstGeom prst="rect">
            <a:avLst/>
          </a:prstGeom>
        </p:spPr>
        <p:txBody>
          <a:bodyPr lIns="0" anchor="t"/>
          <a:lstStyle>
            <a:lvl1pPr marL="0" algn="l"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pic>
        <p:nvPicPr>
          <p:cNvPr id="20" name="Picture 19">
            <a:extLst>
              <a:ext uri="{FF2B5EF4-FFF2-40B4-BE49-F238E27FC236}">
                <a16:creationId xmlns:a16="http://schemas.microsoft.com/office/drawing/2014/main" id="{A3F1EF99-3A4E-2CDA-8569-716C1B148E73}"/>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rot="18900000">
            <a:off x="-3940018" y="786415"/>
            <a:ext cx="12764765" cy="7180180"/>
          </a:xfrm>
          <a:custGeom>
            <a:avLst/>
            <a:gdLst>
              <a:gd name="connsiteX0" fmla="*/ 0 w 12764765"/>
              <a:gd name="connsiteY0" fmla="*/ 6351540 h 7180182"/>
              <a:gd name="connsiteX1" fmla="*/ 828642 w 12764765"/>
              <a:gd name="connsiteY1" fmla="*/ 7180181 h 7180182"/>
              <a:gd name="connsiteX2" fmla="*/ 0 w 12764765"/>
              <a:gd name="connsiteY2" fmla="*/ 7180181 h 7180182"/>
              <a:gd name="connsiteX3" fmla="*/ 945560 w 12764765"/>
              <a:gd name="connsiteY3" fmla="*/ 0 h 7180182"/>
              <a:gd name="connsiteX4" fmla="*/ 0 w 12764765"/>
              <a:gd name="connsiteY4" fmla="*/ 945561 h 7180182"/>
              <a:gd name="connsiteX5" fmla="*/ 0 w 12764765"/>
              <a:gd name="connsiteY5" fmla="*/ 1 h 7180182"/>
              <a:gd name="connsiteX6" fmla="*/ 8981604 w 12764765"/>
              <a:gd name="connsiteY6" fmla="*/ 0 h 7180182"/>
              <a:gd name="connsiteX7" fmla="*/ 12764765 w 12764765"/>
              <a:gd name="connsiteY7" fmla="*/ 3783161 h 7180182"/>
              <a:gd name="connsiteX8" fmla="*/ 12764765 w 12764765"/>
              <a:gd name="connsiteY8" fmla="*/ 7180181 h 7180182"/>
              <a:gd name="connsiteX9" fmla="*/ 6463110 w 12764765"/>
              <a:gd name="connsiteY9" fmla="*/ 7180182 h 7180182"/>
              <a:gd name="connsiteX10" fmla="*/ 2900690 w 12764765"/>
              <a:gd name="connsiteY10" fmla="*/ 3617761 h 7180182"/>
              <a:gd name="connsiteX11" fmla="*/ 6518451 w 12764765"/>
              <a:gd name="connsiteY11" fmla="*/ 0 h 7180182"/>
              <a:gd name="connsiteX12" fmla="*/ 12764765 w 12764765"/>
              <a:gd name="connsiteY12" fmla="*/ 0 h 7180182"/>
              <a:gd name="connsiteX13" fmla="*/ 12764765 w 12764765"/>
              <a:gd name="connsiteY13" fmla="*/ 765795 h 7180182"/>
              <a:gd name="connsiteX14" fmla="*/ 11998970 w 12764765"/>
              <a:gd name="connsiteY14" fmla="*/ 0 h 718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64765" h="7180182">
                <a:moveTo>
                  <a:pt x="0" y="6351540"/>
                </a:moveTo>
                <a:lnTo>
                  <a:pt x="828642" y="7180181"/>
                </a:lnTo>
                <a:lnTo>
                  <a:pt x="0" y="7180181"/>
                </a:lnTo>
                <a:close/>
                <a:moveTo>
                  <a:pt x="945560" y="0"/>
                </a:moveTo>
                <a:lnTo>
                  <a:pt x="0" y="945561"/>
                </a:lnTo>
                <a:lnTo>
                  <a:pt x="0" y="1"/>
                </a:lnTo>
                <a:close/>
                <a:moveTo>
                  <a:pt x="8981604" y="0"/>
                </a:moveTo>
                <a:lnTo>
                  <a:pt x="12764765" y="3783161"/>
                </a:lnTo>
                <a:lnTo>
                  <a:pt x="12764765" y="7180181"/>
                </a:lnTo>
                <a:lnTo>
                  <a:pt x="6463110" y="7180182"/>
                </a:lnTo>
                <a:lnTo>
                  <a:pt x="2900690" y="3617761"/>
                </a:lnTo>
                <a:lnTo>
                  <a:pt x="6518451" y="0"/>
                </a:lnTo>
                <a:close/>
                <a:moveTo>
                  <a:pt x="12764765" y="0"/>
                </a:moveTo>
                <a:lnTo>
                  <a:pt x="12764765" y="765795"/>
                </a:lnTo>
                <a:lnTo>
                  <a:pt x="11998970" y="0"/>
                </a:lnTo>
                <a:close/>
              </a:path>
            </a:pathLst>
          </a:custGeom>
        </p:spPr>
      </p:pic>
      <p:sp>
        <p:nvSpPr>
          <p:cNvPr id="2" name="TextBox 1">
            <a:extLst>
              <a:ext uri="{FF2B5EF4-FFF2-40B4-BE49-F238E27FC236}">
                <a16:creationId xmlns:a16="http://schemas.microsoft.com/office/drawing/2014/main" id="{26283BCB-D4E7-7DD0-99AE-4EF9A36097D1}"/>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tx1"/>
                </a:solidFill>
                <a:latin typeface="PP Telegraf" pitchFamily="2" charset="77"/>
              </a:rPr>
              <a:t>Private and Confidential</a:t>
            </a:r>
          </a:p>
        </p:txBody>
      </p:sp>
    </p:spTree>
    <p:extLst>
      <p:ext uri="{BB962C8B-B14F-4D97-AF65-F5344CB8AC3E}">
        <p14:creationId xmlns:p14="http://schemas.microsoft.com/office/powerpoint/2010/main" val="20841553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_Pagebreaker/Callout">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1D81B3-0C15-FBC7-7FA8-E9B4EA8CB0B2}"/>
              </a:ext>
            </a:extLst>
          </p:cNvPr>
          <p:cNvSpPr/>
          <p:nvPr userDrawn="1"/>
        </p:nvSpPr>
        <p:spPr>
          <a:xfrm>
            <a:off x="0" y="0"/>
            <a:ext cx="1219358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9" name="Graphic 8">
            <a:extLst>
              <a:ext uri="{FF2B5EF4-FFF2-40B4-BE49-F238E27FC236}">
                <a16:creationId xmlns:a16="http://schemas.microsoft.com/office/drawing/2014/main" id="{E751AAF8-7937-9A7C-5A0A-523F436F43C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36994" y="185413"/>
            <a:ext cx="1535933" cy="1035405"/>
          </a:xfrm>
          <a:prstGeom prst="rect">
            <a:avLst/>
          </a:prstGeom>
        </p:spPr>
      </p:pic>
      <p:sp>
        <p:nvSpPr>
          <p:cNvPr id="11" name="Title 8">
            <a:extLst>
              <a:ext uri="{FF2B5EF4-FFF2-40B4-BE49-F238E27FC236}">
                <a16:creationId xmlns:a16="http://schemas.microsoft.com/office/drawing/2014/main" id="{EF84050D-392D-00E4-9D43-9FEE5E0D24FB}"/>
              </a:ext>
            </a:extLst>
          </p:cNvPr>
          <p:cNvSpPr>
            <a:spLocks noGrp="1"/>
          </p:cNvSpPr>
          <p:nvPr>
            <p:ph type="title" hasCustomPrompt="1"/>
          </p:nvPr>
        </p:nvSpPr>
        <p:spPr>
          <a:xfrm>
            <a:off x="7658101" y="2766222"/>
            <a:ext cx="4114825" cy="1325563"/>
          </a:xfrm>
          <a:prstGeom prst="rect">
            <a:avLst/>
          </a:prstGeom>
        </p:spPr>
        <p:txBody>
          <a:bodyPr lIns="0" anchor="t"/>
          <a:lstStyle>
            <a:lvl1pPr marL="0" algn="l"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pic>
        <p:nvPicPr>
          <p:cNvPr id="20" name="Picture 19">
            <a:extLst>
              <a:ext uri="{FF2B5EF4-FFF2-40B4-BE49-F238E27FC236}">
                <a16:creationId xmlns:a16="http://schemas.microsoft.com/office/drawing/2014/main" id="{A3F1EF99-3A4E-2CDA-8569-716C1B148E73}"/>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rot="18900000">
            <a:off x="-3940018" y="786415"/>
            <a:ext cx="12764765" cy="7180180"/>
          </a:xfrm>
          <a:custGeom>
            <a:avLst/>
            <a:gdLst>
              <a:gd name="connsiteX0" fmla="*/ 0 w 12764765"/>
              <a:gd name="connsiteY0" fmla="*/ 6351540 h 7180182"/>
              <a:gd name="connsiteX1" fmla="*/ 828642 w 12764765"/>
              <a:gd name="connsiteY1" fmla="*/ 7180181 h 7180182"/>
              <a:gd name="connsiteX2" fmla="*/ 0 w 12764765"/>
              <a:gd name="connsiteY2" fmla="*/ 7180181 h 7180182"/>
              <a:gd name="connsiteX3" fmla="*/ 945560 w 12764765"/>
              <a:gd name="connsiteY3" fmla="*/ 0 h 7180182"/>
              <a:gd name="connsiteX4" fmla="*/ 0 w 12764765"/>
              <a:gd name="connsiteY4" fmla="*/ 945561 h 7180182"/>
              <a:gd name="connsiteX5" fmla="*/ 0 w 12764765"/>
              <a:gd name="connsiteY5" fmla="*/ 1 h 7180182"/>
              <a:gd name="connsiteX6" fmla="*/ 8981604 w 12764765"/>
              <a:gd name="connsiteY6" fmla="*/ 0 h 7180182"/>
              <a:gd name="connsiteX7" fmla="*/ 12764765 w 12764765"/>
              <a:gd name="connsiteY7" fmla="*/ 3783161 h 7180182"/>
              <a:gd name="connsiteX8" fmla="*/ 12764765 w 12764765"/>
              <a:gd name="connsiteY8" fmla="*/ 7180181 h 7180182"/>
              <a:gd name="connsiteX9" fmla="*/ 6463110 w 12764765"/>
              <a:gd name="connsiteY9" fmla="*/ 7180182 h 7180182"/>
              <a:gd name="connsiteX10" fmla="*/ 2900690 w 12764765"/>
              <a:gd name="connsiteY10" fmla="*/ 3617761 h 7180182"/>
              <a:gd name="connsiteX11" fmla="*/ 6518451 w 12764765"/>
              <a:gd name="connsiteY11" fmla="*/ 0 h 7180182"/>
              <a:gd name="connsiteX12" fmla="*/ 12764765 w 12764765"/>
              <a:gd name="connsiteY12" fmla="*/ 0 h 7180182"/>
              <a:gd name="connsiteX13" fmla="*/ 12764765 w 12764765"/>
              <a:gd name="connsiteY13" fmla="*/ 765795 h 7180182"/>
              <a:gd name="connsiteX14" fmla="*/ 11998970 w 12764765"/>
              <a:gd name="connsiteY14" fmla="*/ 0 h 718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64765" h="7180182">
                <a:moveTo>
                  <a:pt x="0" y="6351540"/>
                </a:moveTo>
                <a:lnTo>
                  <a:pt x="828642" y="7180181"/>
                </a:lnTo>
                <a:lnTo>
                  <a:pt x="0" y="7180181"/>
                </a:lnTo>
                <a:close/>
                <a:moveTo>
                  <a:pt x="945560" y="0"/>
                </a:moveTo>
                <a:lnTo>
                  <a:pt x="0" y="945561"/>
                </a:lnTo>
                <a:lnTo>
                  <a:pt x="0" y="1"/>
                </a:lnTo>
                <a:close/>
                <a:moveTo>
                  <a:pt x="8981604" y="0"/>
                </a:moveTo>
                <a:lnTo>
                  <a:pt x="12764765" y="3783161"/>
                </a:lnTo>
                <a:lnTo>
                  <a:pt x="12764765" y="7180181"/>
                </a:lnTo>
                <a:lnTo>
                  <a:pt x="6463110" y="7180182"/>
                </a:lnTo>
                <a:lnTo>
                  <a:pt x="2900690" y="3617761"/>
                </a:lnTo>
                <a:lnTo>
                  <a:pt x="6518451" y="0"/>
                </a:lnTo>
                <a:close/>
                <a:moveTo>
                  <a:pt x="12764765" y="0"/>
                </a:moveTo>
                <a:lnTo>
                  <a:pt x="12764765" y="765795"/>
                </a:lnTo>
                <a:lnTo>
                  <a:pt x="11998970" y="0"/>
                </a:lnTo>
                <a:close/>
              </a:path>
            </a:pathLst>
          </a:custGeom>
        </p:spPr>
      </p:pic>
      <p:sp>
        <p:nvSpPr>
          <p:cNvPr id="4" name="Slide Number Placeholder 13">
            <a:extLst>
              <a:ext uri="{FF2B5EF4-FFF2-40B4-BE49-F238E27FC236}">
                <a16:creationId xmlns:a16="http://schemas.microsoft.com/office/drawing/2014/main" id="{20BFCF68-7D3D-646D-BE05-44DE02AE10D1}"/>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a:solidFill>
                <a:schemeClr val="accent5">
                  <a:lumMod val="50000"/>
                  <a:lumOff val="50000"/>
                </a:schemeClr>
              </a:solidFill>
              <a:latin typeface="PP Telegraf" pitchFamily="2" charset="77"/>
            </a:endParaRPr>
          </a:p>
        </p:txBody>
      </p:sp>
      <p:sp>
        <p:nvSpPr>
          <p:cNvPr id="5" name="TextBox 4">
            <a:extLst>
              <a:ext uri="{FF2B5EF4-FFF2-40B4-BE49-F238E27FC236}">
                <a16:creationId xmlns:a16="http://schemas.microsoft.com/office/drawing/2014/main" id="{B3F38140-D667-8B5A-FA4A-E58753A863C6}"/>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11370180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5_Pagebreaker/Callout">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1D81B3-0C15-FBC7-7FA8-E9B4EA8CB0B2}"/>
              </a:ext>
            </a:extLst>
          </p:cNvPr>
          <p:cNvSpPr/>
          <p:nvPr userDrawn="1"/>
        </p:nvSpPr>
        <p:spPr>
          <a:xfrm>
            <a:off x="0" y="0"/>
            <a:ext cx="1219358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9" name="Graphic 8">
            <a:extLst>
              <a:ext uri="{FF2B5EF4-FFF2-40B4-BE49-F238E27FC236}">
                <a16:creationId xmlns:a16="http://schemas.microsoft.com/office/drawing/2014/main" id="{E751AAF8-7937-9A7C-5A0A-523F436F43C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36994" y="185413"/>
            <a:ext cx="1535933" cy="1035405"/>
          </a:xfrm>
          <a:prstGeom prst="rect">
            <a:avLst/>
          </a:prstGeom>
        </p:spPr>
      </p:pic>
      <p:sp>
        <p:nvSpPr>
          <p:cNvPr id="10" name="Slide Number Placeholder 13">
            <a:extLst>
              <a:ext uri="{FF2B5EF4-FFF2-40B4-BE49-F238E27FC236}">
                <a16:creationId xmlns:a16="http://schemas.microsoft.com/office/drawing/2014/main" id="{19D111D9-F288-981C-7511-C84AF5047F0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a:solidFill>
                <a:schemeClr val="accent5">
                  <a:lumMod val="50000"/>
                  <a:lumOff val="50000"/>
                </a:schemeClr>
              </a:solidFill>
              <a:latin typeface="PP Telegraf" pitchFamily="2" charset="77"/>
            </a:endParaRPr>
          </a:p>
        </p:txBody>
      </p:sp>
      <p:pic>
        <p:nvPicPr>
          <p:cNvPr id="20" name="Picture 19" descr="A black background with a black circle&#10;&#10;Description automatically generated">
            <a:extLst>
              <a:ext uri="{FF2B5EF4-FFF2-40B4-BE49-F238E27FC236}">
                <a16:creationId xmlns:a16="http://schemas.microsoft.com/office/drawing/2014/main" id="{A3F1EF99-3A4E-2CDA-8569-716C1B148E73}"/>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rot="18900000">
            <a:off x="-3940018" y="786414"/>
            <a:ext cx="12764765" cy="7180182"/>
          </a:xfrm>
          <a:custGeom>
            <a:avLst/>
            <a:gdLst>
              <a:gd name="connsiteX0" fmla="*/ 0 w 12764765"/>
              <a:gd name="connsiteY0" fmla="*/ 6351540 h 7180182"/>
              <a:gd name="connsiteX1" fmla="*/ 828642 w 12764765"/>
              <a:gd name="connsiteY1" fmla="*/ 7180181 h 7180182"/>
              <a:gd name="connsiteX2" fmla="*/ 0 w 12764765"/>
              <a:gd name="connsiteY2" fmla="*/ 7180181 h 7180182"/>
              <a:gd name="connsiteX3" fmla="*/ 945560 w 12764765"/>
              <a:gd name="connsiteY3" fmla="*/ 0 h 7180182"/>
              <a:gd name="connsiteX4" fmla="*/ 0 w 12764765"/>
              <a:gd name="connsiteY4" fmla="*/ 945561 h 7180182"/>
              <a:gd name="connsiteX5" fmla="*/ 0 w 12764765"/>
              <a:gd name="connsiteY5" fmla="*/ 1 h 7180182"/>
              <a:gd name="connsiteX6" fmla="*/ 8981604 w 12764765"/>
              <a:gd name="connsiteY6" fmla="*/ 0 h 7180182"/>
              <a:gd name="connsiteX7" fmla="*/ 12764765 w 12764765"/>
              <a:gd name="connsiteY7" fmla="*/ 3783161 h 7180182"/>
              <a:gd name="connsiteX8" fmla="*/ 12764765 w 12764765"/>
              <a:gd name="connsiteY8" fmla="*/ 7180181 h 7180182"/>
              <a:gd name="connsiteX9" fmla="*/ 6463110 w 12764765"/>
              <a:gd name="connsiteY9" fmla="*/ 7180182 h 7180182"/>
              <a:gd name="connsiteX10" fmla="*/ 2900690 w 12764765"/>
              <a:gd name="connsiteY10" fmla="*/ 3617761 h 7180182"/>
              <a:gd name="connsiteX11" fmla="*/ 6518451 w 12764765"/>
              <a:gd name="connsiteY11" fmla="*/ 0 h 7180182"/>
              <a:gd name="connsiteX12" fmla="*/ 12764765 w 12764765"/>
              <a:gd name="connsiteY12" fmla="*/ 0 h 7180182"/>
              <a:gd name="connsiteX13" fmla="*/ 12764765 w 12764765"/>
              <a:gd name="connsiteY13" fmla="*/ 765795 h 7180182"/>
              <a:gd name="connsiteX14" fmla="*/ 11998970 w 12764765"/>
              <a:gd name="connsiteY14" fmla="*/ 0 h 718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64765" h="7180182">
                <a:moveTo>
                  <a:pt x="0" y="6351540"/>
                </a:moveTo>
                <a:lnTo>
                  <a:pt x="828642" y="7180181"/>
                </a:lnTo>
                <a:lnTo>
                  <a:pt x="0" y="7180181"/>
                </a:lnTo>
                <a:close/>
                <a:moveTo>
                  <a:pt x="945560" y="0"/>
                </a:moveTo>
                <a:lnTo>
                  <a:pt x="0" y="945561"/>
                </a:lnTo>
                <a:lnTo>
                  <a:pt x="0" y="1"/>
                </a:lnTo>
                <a:close/>
                <a:moveTo>
                  <a:pt x="8981604" y="0"/>
                </a:moveTo>
                <a:lnTo>
                  <a:pt x="12764765" y="3783161"/>
                </a:lnTo>
                <a:lnTo>
                  <a:pt x="12764765" y="7180181"/>
                </a:lnTo>
                <a:lnTo>
                  <a:pt x="6463110" y="7180182"/>
                </a:lnTo>
                <a:lnTo>
                  <a:pt x="2900690" y="3617761"/>
                </a:lnTo>
                <a:lnTo>
                  <a:pt x="6518451" y="0"/>
                </a:lnTo>
                <a:close/>
                <a:moveTo>
                  <a:pt x="12764765" y="0"/>
                </a:moveTo>
                <a:lnTo>
                  <a:pt x="12764765" y="765795"/>
                </a:lnTo>
                <a:lnTo>
                  <a:pt x="11998970" y="0"/>
                </a:lnTo>
                <a:close/>
              </a:path>
            </a:pathLst>
          </a:custGeom>
        </p:spPr>
      </p:pic>
      <p:sp>
        <p:nvSpPr>
          <p:cNvPr id="3" name="TextBox 2">
            <a:extLst>
              <a:ext uri="{FF2B5EF4-FFF2-40B4-BE49-F238E27FC236}">
                <a16:creationId xmlns:a16="http://schemas.microsoft.com/office/drawing/2014/main" id="{65308040-F809-3705-9398-0EA178281B87}"/>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5">
                    <a:lumMod val="50000"/>
                    <a:lumOff val="50000"/>
                  </a:schemeClr>
                </a:solidFill>
                <a:latin typeface="PP Telegraf" pitchFamily="2" charset="77"/>
              </a:rPr>
              <a:t>Private and Confidential</a:t>
            </a:r>
          </a:p>
        </p:txBody>
      </p:sp>
      <p:sp>
        <p:nvSpPr>
          <p:cNvPr id="5" name="Title 8">
            <a:extLst>
              <a:ext uri="{FF2B5EF4-FFF2-40B4-BE49-F238E27FC236}">
                <a16:creationId xmlns:a16="http://schemas.microsoft.com/office/drawing/2014/main" id="{6AE472D1-B12D-C93C-973A-8B8CB5214D91}"/>
              </a:ext>
            </a:extLst>
          </p:cNvPr>
          <p:cNvSpPr>
            <a:spLocks noGrp="1"/>
          </p:cNvSpPr>
          <p:nvPr>
            <p:ph type="title" hasCustomPrompt="1"/>
          </p:nvPr>
        </p:nvSpPr>
        <p:spPr>
          <a:xfrm>
            <a:off x="7658101" y="2766222"/>
            <a:ext cx="4114825" cy="1325563"/>
          </a:xfrm>
          <a:prstGeom prst="rect">
            <a:avLst/>
          </a:prstGeom>
        </p:spPr>
        <p:txBody>
          <a:bodyPr lIns="0" anchor="t"/>
          <a:lstStyle>
            <a:lvl1pPr marL="0" algn="l"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spTree>
    <p:extLst>
      <p:ext uri="{BB962C8B-B14F-4D97-AF65-F5344CB8AC3E}">
        <p14:creationId xmlns:p14="http://schemas.microsoft.com/office/powerpoint/2010/main" val="1266055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6_Pagebreak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42B5DA-1F55-2062-E7E5-CD8683A19DB3}"/>
              </a:ext>
            </a:extLst>
          </p:cNvPr>
          <p:cNvSpPr/>
          <p:nvPr userDrawn="1"/>
        </p:nvSpPr>
        <p:spPr>
          <a:xfrm>
            <a:off x="0" y="0"/>
            <a:ext cx="1219358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pic>
        <p:nvPicPr>
          <p:cNvPr id="35" name="Graphic 34">
            <a:extLst>
              <a:ext uri="{FF2B5EF4-FFF2-40B4-BE49-F238E27FC236}">
                <a16:creationId xmlns:a16="http://schemas.microsoft.com/office/drawing/2014/main" id="{21B3CFA4-02CD-EE02-4B14-3984935401C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36994" y="185413"/>
            <a:ext cx="1535933" cy="1035405"/>
          </a:xfrm>
          <a:prstGeom prst="rect">
            <a:avLst/>
          </a:prstGeom>
        </p:spPr>
      </p:pic>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a:solidFill>
                <a:schemeClr val="accent5">
                  <a:lumMod val="50000"/>
                  <a:lumOff val="50000"/>
                </a:schemeClr>
              </a:solidFill>
              <a:latin typeface="PP Telegraf" pitchFamily="2" charset="77"/>
            </a:endParaRPr>
          </a:p>
        </p:txBody>
      </p:sp>
      <p:pic>
        <p:nvPicPr>
          <p:cNvPr id="3" name="Picture 2">
            <a:extLst>
              <a:ext uri="{FF2B5EF4-FFF2-40B4-BE49-F238E27FC236}">
                <a16:creationId xmlns:a16="http://schemas.microsoft.com/office/drawing/2014/main" id="{228013D1-4612-0BE7-BD3A-3CF661BCD3A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rot="18900000">
            <a:off x="-3888541" y="777379"/>
            <a:ext cx="12696163" cy="7141591"/>
          </a:xfrm>
          <a:custGeom>
            <a:avLst/>
            <a:gdLst>
              <a:gd name="connsiteX0" fmla="*/ 0 w 12696163"/>
              <a:gd name="connsiteY0" fmla="*/ 6317049 h 7141593"/>
              <a:gd name="connsiteX1" fmla="*/ 824543 w 12696163"/>
              <a:gd name="connsiteY1" fmla="*/ 7141592 h 7141593"/>
              <a:gd name="connsiteX2" fmla="*/ 0 w 12696163"/>
              <a:gd name="connsiteY2" fmla="*/ 7141593 h 7141593"/>
              <a:gd name="connsiteX3" fmla="*/ 12696163 w 12696163"/>
              <a:gd name="connsiteY3" fmla="*/ 2914059 h 7141593"/>
              <a:gd name="connsiteX4" fmla="*/ 12696163 w 12696163"/>
              <a:gd name="connsiteY4" fmla="*/ 7141592 h 7141593"/>
              <a:gd name="connsiteX5" fmla="*/ 6369442 w 12696163"/>
              <a:gd name="connsiteY5" fmla="*/ 7141592 h 7141593"/>
              <a:gd name="connsiteX6" fmla="*/ 2834207 w 12696163"/>
              <a:gd name="connsiteY6" fmla="*/ 3606358 h 7141593"/>
              <a:gd name="connsiteX7" fmla="*/ 6440565 w 12696163"/>
              <a:gd name="connsiteY7" fmla="*/ 0 h 7141593"/>
              <a:gd name="connsiteX8" fmla="*/ 8926526 w 12696163"/>
              <a:gd name="connsiteY8" fmla="*/ 0 h 7141593"/>
              <a:gd name="connsiteX9" fmla="*/ 12268374 w 12696163"/>
              <a:gd name="connsiteY9" fmla="*/ 3341848 h 7141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96163" h="7141593">
                <a:moveTo>
                  <a:pt x="0" y="6317049"/>
                </a:moveTo>
                <a:lnTo>
                  <a:pt x="824543" y="7141592"/>
                </a:lnTo>
                <a:lnTo>
                  <a:pt x="0" y="7141593"/>
                </a:lnTo>
                <a:close/>
                <a:moveTo>
                  <a:pt x="12696163" y="2914059"/>
                </a:moveTo>
                <a:lnTo>
                  <a:pt x="12696163" y="7141592"/>
                </a:lnTo>
                <a:lnTo>
                  <a:pt x="6369442" y="7141592"/>
                </a:lnTo>
                <a:lnTo>
                  <a:pt x="2834207" y="3606358"/>
                </a:lnTo>
                <a:lnTo>
                  <a:pt x="6440565" y="0"/>
                </a:lnTo>
                <a:lnTo>
                  <a:pt x="8926526" y="0"/>
                </a:lnTo>
                <a:lnTo>
                  <a:pt x="12268374" y="3341848"/>
                </a:lnTo>
                <a:close/>
              </a:path>
            </a:pathLst>
          </a:custGeom>
        </p:spPr>
      </p:pic>
      <p:sp>
        <p:nvSpPr>
          <p:cNvPr id="6" name="TextBox 5">
            <a:extLst>
              <a:ext uri="{FF2B5EF4-FFF2-40B4-BE49-F238E27FC236}">
                <a16:creationId xmlns:a16="http://schemas.microsoft.com/office/drawing/2014/main" id="{E793F741-F7A7-DB7A-E9EC-F624CBD56600}"/>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5">
                    <a:lumMod val="50000"/>
                    <a:lumOff val="50000"/>
                  </a:schemeClr>
                </a:solidFill>
                <a:latin typeface="PP Telegraf" pitchFamily="2" charset="77"/>
              </a:rPr>
              <a:t>Private and Confidential</a:t>
            </a:r>
          </a:p>
        </p:txBody>
      </p:sp>
      <p:sp>
        <p:nvSpPr>
          <p:cNvPr id="7" name="Title 8">
            <a:extLst>
              <a:ext uri="{FF2B5EF4-FFF2-40B4-BE49-F238E27FC236}">
                <a16:creationId xmlns:a16="http://schemas.microsoft.com/office/drawing/2014/main" id="{1FC6A61B-4C90-D34F-79D7-2475220092B5}"/>
              </a:ext>
            </a:extLst>
          </p:cNvPr>
          <p:cNvSpPr>
            <a:spLocks noGrp="1"/>
          </p:cNvSpPr>
          <p:nvPr>
            <p:ph type="title" hasCustomPrompt="1"/>
          </p:nvPr>
        </p:nvSpPr>
        <p:spPr>
          <a:xfrm>
            <a:off x="7658101" y="2766222"/>
            <a:ext cx="4114825" cy="1325563"/>
          </a:xfrm>
          <a:prstGeom prst="rect">
            <a:avLst/>
          </a:prstGeom>
        </p:spPr>
        <p:txBody>
          <a:bodyPr lIns="0" anchor="t"/>
          <a:lstStyle>
            <a:lvl1pPr marL="0" algn="l"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spTree>
    <p:extLst>
      <p:ext uri="{BB962C8B-B14F-4D97-AF65-F5344CB8AC3E}">
        <p14:creationId xmlns:p14="http://schemas.microsoft.com/office/powerpoint/2010/main" val="2822322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7_Pagebreaker">
    <p:bg>
      <p:bgRef idx="1001">
        <a:schemeClr val="bg1"/>
      </p:bgRef>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E39C260-0510-2521-E08A-5E7523F6588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10304" r="10304"/>
          <a:stretch/>
        </p:blipFill>
        <p:spPr bwMode="auto">
          <a:xfrm flipH="1">
            <a:off x="4025665" y="0"/>
            <a:ext cx="816713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A63CECF-90E3-4650-7DB3-9A43566509B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223"/>
            <a:ext cx="12192794" cy="6858446"/>
          </a:xfrm>
          <a:prstGeom prst="rect">
            <a:avLst/>
          </a:prstGeom>
        </p:spPr>
      </p:pic>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a:solidFill>
                <a:schemeClr val="accent5">
                  <a:lumMod val="50000"/>
                  <a:lumOff val="50000"/>
                </a:schemeClr>
              </a:solidFill>
              <a:latin typeface="PP Telegraf" pitchFamily="2" charset="77"/>
            </a:endParaRPr>
          </a:p>
        </p:txBody>
      </p:sp>
      <p:sp>
        <p:nvSpPr>
          <p:cNvPr id="7" name="Title 8">
            <a:extLst>
              <a:ext uri="{FF2B5EF4-FFF2-40B4-BE49-F238E27FC236}">
                <a16:creationId xmlns:a16="http://schemas.microsoft.com/office/drawing/2014/main" id="{A9490132-403D-8617-A319-C68A94E48110}"/>
              </a:ext>
            </a:extLst>
          </p:cNvPr>
          <p:cNvSpPr>
            <a:spLocks noGrp="1"/>
          </p:cNvSpPr>
          <p:nvPr>
            <p:ph type="title" hasCustomPrompt="1"/>
          </p:nvPr>
        </p:nvSpPr>
        <p:spPr>
          <a:xfrm>
            <a:off x="252001" y="360000"/>
            <a:ext cx="5895914" cy="1325563"/>
          </a:xfrm>
          <a:prstGeom prst="rect">
            <a:avLst/>
          </a:prstGeom>
        </p:spPr>
        <p:txBody>
          <a:bodyPr lIns="0" anchor="t"/>
          <a:lstStyle>
            <a:lvl1pPr marL="0" algn="l" defTabSz="457108" rtl="0" eaLnBrk="1" latinLnBrk="0" hangingPunct="1">
              <a:defRPr lang="en-IN" sz="3600" b="0" i="0" kern="1200" dirty="0">
                <a:solidFill>
                  <a:schemeClr val="tx2"/>
                </a:solidFill>
                <a:latin typeface="PP Telegraf" pitchFamily="2" charset="77"/>
                <a:ea typeface="+mn-ea"/>
                <a:cs typeface="+mn-cs"/>
              </a:defRPr>
            </a:lvl1pPr>
          </a:lstStyle>
          <a:p>
            <a:r>
              <a:rPr lang="en-US"/>
              <a:t>CLICK TO EDIT MASTER TITLE STYLE</a:t>
            </a:r>
            <a:endParaRPr lang="en-IN"/>
          </a:p>
        </p:txBody>
      </p:sp>
      <p:pic>
        <p:nvPicPr>
          <p:cNvPr id="8" name="Graphic 7">
            <a:extLst>
              <a:ext uri="{FF2B5EF4-FFF2-40B4-BE49-F238E27FC236}">
                <a16:creationId xmlns:a16="http://schemas.microsoft.com/office/drawing/2014/main" id="{E117DE2D-14AD-419C-D398-BEEE187A7435}"/>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6341" y="5687571"/>
            <a:ext cx="1535933" cy="1035405"/>
          </a:xfrm>
          <a:prstGeom prst="rect">
            <a:avLst/>
          </a:prstGeom>
        </p:spPr>
      </p:pic>
      <p:sp>
        <p:nvSpPr>
          <p:cNvPr id="3" name="TextBox 2">
            <a:extLst>
              <a:ext uri="{FF2B5EF4-FFF2-40B4-BE49-F238E27FC236}">
                <a16:creationId xmlns:a16="http://schemas.microsoft.com/office/drawing/2014/main" id="{1D4B6360-68EF-04E6-ECD0-7AC0B4FA709E}"/>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15811341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8_Pagebreak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589EBD-DF5D-765C-5B94-9C48BF64723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228" r="554"/>
          <a:stretch/>
        </p:blipFill>
        <p:spPr>
          <a:xfrm>
            <a:off x="0" y="-1"/>
            <a:ext cx="5911416" cy="6857999"/>
          </a:xfrm>
          <a:prstGeom prst="rect">
            <a:avLst/>
          </a:prstGeom>
        </p:spPr>
      </p:pic>
      <p:pic>
        <p:nvPicPr>
          <p:cNvPr id="13" name="Picture 12" descr="A black and blue background&#10;&#10;Description automatically generated">
            <a:extLst>
              <a:ext uri="{FF2B5EF4-FFF2-40B4-BE49-F238E27FC236}">
                <a16:creationId xmlns:a16="http://schemas.microsoft.com/office/drawing/2014/main" id="{3823D486-FDCA-2538-29C2-311A6B4859E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7372"/>
          <a:stretch/>
        </p:blipFill>
        <p:spPr>
          <a:xfrm>
            <a:off x="-1" y="0"/>
            <a:ext cx="12193589" cy="6857998"/>
          </a:xfrm>
          <a:prstGeom prst="rect">
            <a:avLst/>
          </a:prstGeom>
        </p:spPr>
      </p:pic>
      <p:pic>
        <p:nvPicPr>
          <p:cNvPr id="11" name="Picture 10" descr="A black background with a curved line&#10;&#10;Description automatically generated">
            <a:extLst>
              <a:ext uri="{FF2B5EF4-FFF2-40B4-BE49-F238E27FC236}">
                <a16:creationId xmlns:a16="http://schemas.microsoft.com/office/drawing/2014/main" id="{F2BBDCFD-0299-2873-A930-33F2EAFF233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3702" t="5267" b="5267"/>
          <a:stretch/>
        </p:blipFill>
        <p:spPr>
          <a:xfrm>
            <a:off x="1" y="0"/>
            <a:ext cx="7053943" cy="6858000"/>
          </a:xfrm>
          <a:prstGeom prst="rect">
            <a:avLst/>
          </a:prstGeom>
        </p:spPr>
      </p:pic>
      <p:pic>
        <p:nvPicPr>
          <p:cNvPr id="35" name="Graphic 34">
            <a:extLst>
              <a:ext uri="{FF2B5EF4-FFF2-40B4-BE49-F238E27FC236}">
                <a16:creationId xmlns:a16="http://schemas.microsoft.com/office/drawing/2014/main" id="{21B3CFA4-02CD-EE02-4B14-3984935401C8}"/>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6994" y="185413"/>
            <a:ext cx="1535933" cy="1035405"/>
          </a:xfrm>
          <a:prstGeom prst="rect">
            <a:avLst/>
          </a:prstGeom>
        </p:spPr>
      </p:pic>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sp>
        <p:nvSpPr>
          <p:cNvPr id="3" name="Title 8">
            <a:extLst>
              <a:ext uri="{FF2B5EF4-FFF2-40B4-BE49-F238E27FC236}">
                <a16:creationId xmlns:a16="http://schemas.microsoft.com/office/drawing/2014/main" id="{79DBAE1E-CAAE-8A5D-8815-BAE2C473D1C3}"/>
              </a:ext>
            </a:extLst>
          </p:cNvPr>
          <p:cNvSpPr>
            <a:spLocks noGrp="1"/>
          </p:cNvSpPr>
          <p:nvPr>
            <p:ph type="title" hasCustomPrompt="1"/>
          </p:nvPr>
        </p:nvSpPr>
        <p:spPr>
          <a:xfrm>
            <a:off x="7658101" y="2766222"/>
            <a:ext cx="4114825" cy="1325563"/>
          </a:xfrm>
          <a:prstGeom prst="rect">
            <a:avLst/>
          </a:prstGeom>
        </p:spPr>
        <p:txBody>
          <a:bodyPr lIns="0" anchor="t"/>
          <a:lstStyle>
            <a:lvl1pPr marL="0" algn="l" defTabSz="457108" rtl="0" eaLnBrk="1" latinLnBrk="0" hangingPunct="1">
              <a:defRPr lang="en-IN" sz="3600" b="0" i="0" kern="1200" dirty="0">
                <a:solidFill>
                  <a:schemeClr val="tx1"/>
                </a:solidFill>
                <a:latin typeface="PP Telegraf" pitchFamily="2" charset="77"/>
                <a:ea typeface="+mn-ea"/>
                <a:cs typeface="+mn-cs"/>
              </a:defRPr>
            </a:lvl1pPr>
          </a:lstStyle>
          <a:p>
            <a:r>
              <a:rPr lang="en-US"/>
              <a:t>CLICK TO EDIT MASTER TITLE STYLE</a:t>
            </a:r>
            <a:endParaRPr lang="en-IN"/>
          </a:p>
        </p:txBody>
      </p:sp>
      <p:sp>
        <p:nvSpPr>
          <p:cNvPr id="5" name="TextBox 4">
            <a:extLst>
              <a:ext uri="{FF2B5EF4-FFF2-40B4-BE49-F238E27FC236}">
                <a16:creationId xmlns:a16="http://schemas.microsoft.com/office/drawing/2014/main" id="{D55879EF-705A-BE8C-C842-8CB62CD9FA6B}"/>
              </a:ext>
            </a:extLst>
          </p:cNvPr>
          <p:cNvSpPr txBox="1"/>
          <p:nvPr userDrawn="1"/>
        </p:nvSpPr>
        <p:spPr>
          <a:xfrm>
            <a:off x="10414134" y="6506882"/>
            <a:ext cx="1173193" cy="144911"/>
          </a:xfrm>
          <a:prstGeom prst="rect">
            <a:avLst/>
          </a:prstGeom>
          <a:noFill/>
        </p:spPr>
        <p:txBody>
          <a:bodyPr wrap="square" lIns="0" tIns="0" rIns="0" bIns="0" rtlCol="0">
            <a:spAutoFit/>
          </a:bodyPr>
          <a:lstStyle/>
          <a:p>
            <a:pPr algn="r">
              <a:lnSpc>
                <a:spcPct val="150000"/>
              </a:lnSpc>
            </a:pPr>
            <a:r>
              <a:rPr lang="en-US" sz="700">
                <a:solidFill>
                  <a:schemeClr val="tx1"/>
                </a:solidFill>
                <a:latin typeface="PP Telegraf" pitchFamily="2" charset="77"/>
              </a:rPr>
              <a:t>Private and Confidential</a:t>
            </a:r>
          </a:p>
        </p:txBody>
      </p:sp>
    </p:spTree>
    <p:extLst>
      <p:ext uri="{BB962C8B-B14F-4D97-AF65-F5344CB8AC3E}">
        <p14:creationId xmlns:p14="http://schemas.microsoft.com/office/powerpoint/2010/main" val="40495032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nk Layout_7">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200" y="1382610"/>
            <a:ext cx="10517188" cy="3657599"/>
          </a:xfrm>
          <a:prstGeom prst="rect">
            <a:avLst/>
          </a:prstGeom>
        </p:spPr>
        <p:txBody>
          <a:bodyPr lIns="0" tIns="0" rIns="0" bIns="0"/>
          <a:lstStyle>
            <a:lvl1pPr marL="0" indent="0">
              <a:lnSpc>
                <a:spcPct val="100000"/>
              </a:lnSpc>
              <a:buClr>
                <a:schemeClr val="accent1"/>
              </a:buClr>
              <a:buSzPct val="100000"/>
              <a:buFont typeface="Arial" panose="020B0604020202020204" pitchFamily="34" charset="0"/>
              <a:buNone/>
              <a:defRPr sz="2400" b="0" i="0">
                <a:solidFill>
                  <a:schemeClr val="tx1"/>
                </a:solidFill>
                <a:latin typeface="PP Telegraf" pitchFamily="2" charset="77"/>
              </a:defRPr>
            </a:lvl1pPr>
            <a:lvl2pPr marL="456939" indent="0">
              <a:lnSpc>
                <a:spcPct val="100000"/>
              </a:lnSpc>
              <a:buClr>
                <a:schemeClr val="accent1"/>
              </a:buClr>
              <a:buSzPct val="100000"/>
              <a:buNone/>
              <a:defRPr sz="2000" b="0" i="0">
                <a:solidFill>
                  <a:schemeClr val="tx1"/>
                </a:solidFill>
                <a:latin typeface="PP Telegraf" pitchFamily="2" charset="77"/>
              </a:defRPr>
            </a:lvl2pPr>
            <a:lvl3pPr marL="913896" indent="0">
              <a:lnSpc>
                <a:spcPct val="100000"/>
              </a:lnSpc>
              <a:buClr>
                <a:schemeClr val="accent1"/>
              </a:buClr>
              <a:buSzPct val="100000"/>
              <a:buNone/>
              <a:defRPr sz="1800" b="0" i="0">
                <a:solidFill>
                  <a:schemeClr val="tx1"/>
                </a:solidFill>
                <a:latin typeface="PP Telegraf" pitchFamily="2" charset="77"/>
              </a:defRPr>
            </a:lvl3pPr>
            <a:lvl4pPr marL="1370849" indent="0">
              <a:lnSpc>
                <a:spcPct val="100000"/>
              </a:lnSpc>
              <a:buClr>
                <a:schemeClr val="accent1"/>
              </a:buClr>
              <a:buSzPct val="100000"/>
              <a:buNone/>
              <a:defRPr sz="1600" b="0" i="0">
                <a:solidFill>
                  <a:schemeClr val="tx1"/>
                </a:solidFill>
                <a:latin typeface="PP Telegraf" pitchFamily="2" charset="77"/>
              </a:defRPr>
            </a:lvl4pPr>
            <a:lvl5pPr marL="1827789"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3">
            <a:extLst>
              <a:ext uri="{FF2B5EF4-FFF2-40B4-BE49-F238E27FC236}">
                <a16:creationId xmlns:a16="http://schemas.microsoft.com/office/drawing/2014/main" id="{3AEF94F3-67EE-91C0-1CB3-08E46FAE0772}"/>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1148474792"/>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lank Layout_8">
    <p:bg>
      <p:bgRef idx="1001">
        <a:schemeClr val="bg2"/>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07662EE3-7CB8-BBDC-ECB6-9FE08D21A2D0}"/>
              </a:ext>
            </a:extLst>
          </p:cNvPr>
          <p:cNvSpPr>
            <a:spLocks noGrp="1"/>
          </p:cNvSpPr>
          <p:nvPr>
            <p:ph type="body" sz="quarter" idx="13"/>
          </p:nvPr>
        </p:nvSpPr>
        <p:spPr>
          <a:xfrm>
            <a:off x="838200" y="1382610"/>
            <a:ext cx="10517188" cy="3657599"/>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PP Telegraf" pitchFamily="2" charset="77"/>
              </a:defRPr>
            </a:lvl1pPr>
            <a:lvl2pPr marL="456939" indent="0">
              <a:lnSpc>
                <a:spcPct val="100000"/>
              </a:lnSpc>
              <a:buClr>
                <a:schemeClr val="accent1"/>
              </a:buClr>
              <a:buSzPct val="100000"/>
              <a:buNone/>
              <a:defRPr sz="2000" b="0" i="0">
                <a:solidFill>
                  <a:schemeClr val="tx1"/>
                </a:solidFill>
                <a:latin typeface="PP Telegraf" pitchFamily="2" charset="77"/>
              </a:defRPr>
            </a:lvl2pPr>
            <a:lvl3pPr marL="913896" indent="0">
              <a:lnSpc>
                <a:spcPct val="100000"/>
              </a:lnSpc>
              <a:buClr>
                <a:schemeClr val="accent1"/>
              </a:buClr>
              <a:buSzPct val="100000"/>
              <a:buNone/>
              <a:defRPr sz="1800" b="0" i="0">
                <a:solidFill>
                  <a:schemeClr val="tx1"/>
                </a:solidFill>
                <a:latin typeface="PP Telegraf" pitchFamily="2" charset="77"/>
              </a:defRPr>
            </a:lvl3pPr>
            <a:lvl4pPr marL="1370849" indent="0">
              <a:lnSpc>
                <a:spcPct val="100000"/>
              </a:lnSpc>
              <a:buClr>
                <a:schemeClr val="accent1"/>
              </a:buClr>
              <a:buSzPct val="100000"/>
              <a:buNone/>
              <a:defRPr sz="1600" b="0" i="0">
                <a:solidFill>
                  <a:schemeClr val="tx1"/>
                </a:solidFill>
                <a:latin typeface="PP Telegraf" pitchFamily="2" charset="77"/>
              </a:defRPr>
            </a:lvl4pPr>
            <a:lvl5pPr marL="1827789"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3">
            <a:extLst>
              <a:ext uri="{FF2B5EF4-FFF2-40B4-BE49-F238E27FC236}">
                <a16:creationId xmlns:a16="http://schemas.microsoft.com/office/drawing/2014/main" id="{6D00042D-8F9E-2958-3C90-BE8FA3149F99}"/>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41027670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_Blank Layout">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9933-F453-0C82-C606-09A3114CC726}"/>
              </a:ext>
            </a:extLst>
          </p:cNvPr>
          <p:cNvSpPr/>
          <p:nvPr userDrawn="1"/>
        </p:nvSpPr>
        <p:spPr>
          <a:xfrm>
            <a:off x="0" y="0"/>
            <a:ext cx="121935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3" name="Slide Number Placeholder 13">
            <a:extLst>
              <a:ext uri="{FF2B5EF4-FFF2-40B4-BE49-F238E27FC236}">
                <a16:creationId xmlns:a16="http://schemas.microsoft.com/office/drawing/2014/main" id="{3AE1ECED-F9E4-E824-8B72-7BDEF8562183}"/>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sp>
        <p:nvSpPr>
          <p:cNvPr id="9" name="Text Placeholder 6">
            <a:extLst>
              <a:ext uri="{FF2B5EF4-FFF2-40B4-BE49-F238E27FC236}">
                <a16:creationId xmlns:a16="http://schemas.microsoft.com/office/drawing/2014/main" id="{A13AE27B-0E2B-E05F-3090-336E59BFE0B1}"/>
              </a:ext>
            </a:extLst>
          </p:cNvPr>
          <p:cNvSpPr>
            <a:spLocks noGrp="1"/>
          </p:cNvSpPr>
          <p:nvPr>
            <p:ph type="body" sz="quarter" idx="13"/>
          </p:nvPr>
        </p:nvSpPr>
        <p:spPr>
          <a:xfrm>
            <a:off x="838200" y="1382610"/>
            <a:ext cx="10517188" cy="3657599"/>
          </a:xfrm>
          <a:prstGeom prst="rect">
            <a:avLst/>
          </a:prstGeom>
        </p:spPr>
        <p:txBody>
          <a:bodyPr lIns="0" tIns="0" rIns="0" bIns="0"/>
          <a:lstStyle>
            <a:lvl1pPr marL="0" indent="0">
              <a:lnSpc>
                <a:spcPct val="100000"/>
              </a:lnSpc>
              <a:buClr>
                <a:schemeClr val="accent2"/>
              </a:buClr>
              <a:buSzPct val="100000"/>
              <a:buNone/>
              <a:defRPr sz="2400" b="0" i="0">
                <a:solidFill>
                  <a:schemeClr val="tx1"/>
                </a:solidFill>
                <a:latin typeface="PP Telegraf" pitchFamily="2" charset="77"/>
              </a:defRPr>
            </a:lvl1pPr>
            <a:lvl2pPr marL="456939" indent="0">
              <a:lnSpc>
                <a:spcPct val="100000"/>
              </a:lnSpc>
              <a:buClr>
                <a:schemeClr val="accent2"/>
              </a:buClr>
              <a:buSzPct val="100000"/>
              <a:buNone/>
              <a:defRPr sz="2000" b="0" i="0">
                <a:solidFill>
                  <a:schemeClr val="tx1"/>
                </a:solidFill>
                <a:latin typeface="PP Telegraf" pitchFamily="2" charset="77"/>
              </a:defRPr>
            </a:lvl2pPr>
            <a:lvl3pPr marL="913896" indent="0">
              <a:lnSpc>
                <a:spcPct val="100000"/>
              </a:lnSpc>
              <a:buClr>
                <a:schemeClr val="accent2"/>
              </a:buClr>
              <a:buSzPct val="100000"/>
              <a:buNone/>
              <a:defRPr sz="1800" b="0" i="0">
                <a:solidFill>
                  <a:schemeClr val="tx1"/>
                </a:solidFill>
                <a:latin typeface="PP Telegraf" pitchFamily="2" charset="77"/>
              </a:defRPr>
            </a:lvl3pPr>
            <a:lvl4pPr marL="1370849" indent="0">
              <a:lnSpc>
                <a:spcPct val="100000"/>
              </a:lnSpc>
              <a:buClr>
                <a:schemeClr val="accent2"/>
              </a:buClr>
              <a:buSzPct val="100000"/>
              <a:buNone/>
              <a:defRPr sz="1600" b="0" i="0">
                <a:solidFill>
                  <a:schemeClr val="tx1"/>
                </a:solidFill>
                <a:latin typeface="PP Telegraf" pitchFamily="2" charset="77"/>
              </a:defRPr>
            </a:lvl4pPr>
            <a:lvl5pPr marL="1827789" indent="0">
              <a:lnSpc>
                <a:spcPct val="100000"/>
              </a:lnSpc>
              <a:buClr>
                <a:schemeClr val="accent2"/>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3">
            <a:extLst>
              <a:ext uri="{FF2B5EF4-FFF2-40B4-BE49-F238E27FC236}">
                <a16:creationId xmlns:a16="http://schemas.microsoft.com/office/drawing/2014/main" id="{DE8A9899-51B4-C13F-5E79-4BD4BF69F121}"/>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pic>
        <p:nvPicPr>
          <p:cNvPr id="8" name="Graphic 7">
            <a:extLst>
              <a:ext uri="{FF2B5EF4-FFF2-40B4-BE49-F238E27FC236}">
                <a16:creationId xmlns:a16="http://schemas.microsoft.com/office/drawing/2014/main" id="{EF50E5E0-B6F3-B2B2-84F6-CACF38A7EFD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2822364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7_Blank Layout">
    <p:bg>
      <p:bgRef idx="1001">
        <a:schemeClr val="bg2"/>
      </p:bgRef>
    </p:bg>
    <p:spTree>
      <p:nvGrpSpPr>
        <p:cNvPr id="1" name=""/>
        <p:cNvGrpSpPr/>
        <p:nvPr/>
      </p:nvGrpSpPr>
      <p:grpSpPr>
        <a:xfrm>
          <a:off x="0" y="0"/>
          <a:ext cx="0" cy="0"/>
          <a:chOff x="0" y="0"/>
          <a:chExt cx="0" cy="0"/>
        </a:xfrm>
      </p:grpSpPr>
      <p:sp>
        <p:nvSpPr>
          <p:cNvPr id="2" name="Slide Number Placeholder 13">
            <a:extLst>
              <a:ext uri="{FF2B5EF4-FFF2-40B4-BE49-F238E27FC236}">
                <a16:creationId xmlns:a16="http://schemas.microsoft.com/office/drawing/2014/main" id="{5EEDBAF6-7460-8DA3-1B9F-4C1472B31C5B}"/>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sp>
        <p:nvSpPr>
          <p:cNvPr id="8" name="Text Placeholder 6">
            <a:extLst>
              <a:ext uri="{FF2B5EF4-FFF2-40B4-BE49-F238E27FC236}">
                <a16:creationId xmlns:a16="http://schemas.microsoft.com/office/drawing/2014/main" id="{3E4932BD-A63B-FA8F-753D-E0508670E1A7}"/>
              </a:ext>
            </a:extLst>
          </p:cNvPr>
          <p:cNvSpPr>
            <a:spLocks noGrp="1"/>
          </p:cNvSpPr>
          <p:nvPr>
            <p:ph type="body" sz="quarter" idx="13"/>
          </p:nvPr>
        </p:nvSpPr>
        <p:spPr>
          <a:xfrm>
            <a:off x="838200" y="1382610"/>
            <a:ext cx="10517188" cy="3657599"/>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PP Telegraf" pitchFamily="2" charset="77"/>
              </a:defRPr>
            </a:lvl1pPr>
            <a:lvl2pPr marL="456939" indent="0">
              <a:lnSpc>
                <a:spcPct val="100000"/>
              </a:lnSpc>
              <a:buClr>
                <a:schemeClr val="accent1"/>
              </a:buClr>
              <a:buSzPct val="100000"/>
              <a:buNone/>
              <a:defRPr sz="2000" b="0" i="0">
                <a:solidFill>
                  <a:schemeClr val="tx1"/>
                </a:solidFill>
                <a:latin typeface="PP Telegraf" pitchFamily="2" charset="77"/>
              </a:defRPr>
            </a:lvl2pPr>
            <a:lvl3pPr marL="913896" indent="0">
              <a:lnSpc>
                <a:spcPct val="100000"/>
              </a:lnSpc>
              <a:buClr>
                <a:schemeClr val="accent1"/>
              </a:buClr>
              <a:buSzPct val="100000"/>
              <a:buNone/>
              <a:defRPr sz="1800" b="0" i="0">
                <a:solidFill>
                  <a:schemeClr val="tx1"/>
                </a:solidFill>
                <a:latin typeface="PP Telegraf" pitchFamily="2" charset="77"/>
              </a:defRPr>
            </a:lvl3pPr>
            <a:lvl4pPr marL="1370849" indent="0">
              <a:lnSpc>
                <a:spcPct val="100000"/>
              </a:lnSpc>
              <a:buClr>
                <a:schemeClr val="accent1"/>
              </a:buClr>
              <a:buSzPct val="100000"/>
              <a:buNone/>
              <a:defRPr sz="1600" b="0" i="0">
                <a:solidFill>
                  <a:schemeClr val="tx1"/>
                </a:solidFill>
                <a:latin typeface="PP Telegraf" pitchFamily="2" charset="77"/>
              </a:defRPr>
            </a:lvl4pPr>
            <a:lvl5pPr marL="1827789"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3">
            <a:extLst>
              <a:ext uri="{FF2B5EF4-FFF2-40B4-BE49-F238E27FC236}">
                <a16:creationId xmlns:a16="http://schemas.microsoft.com/office/drawing/2014/main" id="{AEBF8F58-BCD9-4A93-73F8-B094485F49F8}"/>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D4FE3A5B-8580-ECD7-6D39-32E70E510D0C}"/>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23650870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Layout_2">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CFB228A3-FA47-210E-8CF4-D8707FB13B4E}"/>
              </a:ext>
            </a:extLst>
          </p:cNvPr>
          <p:cNvSpPr>
            <a:spLocks noGrp="1"/>
          </p:cNvSpPr>
          <p:nvPr>
            <p:ph type="body" sz="quarter" idx="14"/>
          </p:nvPr>
        </p:nvSpPr>
        <p:spPr>
          <a:xfrm>
            <a:off x="5248816" y="351979"/>
            <a:ext cx="6160549" cy="6117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5691978"/>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Blank Layout_2">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2049E1-DB35-E074-DC2D-8FE89067D653}"/>
              </a:ext>
            </a:extLst>
          </p:cNvPr>
          <p:cNvSpPr>
            <a:spLocks noGrp="1"/>
          </p:cNvSpPr>
          <p:nvPr>
            <p:ph type="body" sz="quarter" idx="14"/>
          </p:nvPr>
        </p:nvSpPr>
        <p:spPr>
          <a:xfrm>
            <a:off x="5248816" y="351979"/>
            <a:ext cx="6160549" cy="6117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3">
            <a:extLst>
              <a:ext uri="{FF2B5EF4-FFF2-40B4-BE49-F238E27FC236}">
                <a16:creationId xmlns:a16="http://schemas.microsoft.com/office/drawing/2014/main" id="{5F1184A3-A8C8-FEB8-4D16-6241A07172DC}"/>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27175176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Layout_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FAD583-5260-EAE8-CC09-7DAB1395BC12}"/>
              </a:ext>
            </a:extLst>
          </p:cNvPr>
          <p:cNvSpPr/>
          <p:nvPr userDrawn="1"/>
        </p:nvSpPr>
        <p:spPr>
          <a:xfrm>
            <a:off x="0" y="0"/>
            <a:ext cx="121935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4" name="Text Placeholder 2">
            <a:extLst>
              <a:ext uri="{FF2B5EF4-FFF2-40B4-BE49-F238E27FC236}">
                <a16:creationId xmlns:a16="http://schemas.microsoft.com/office/drawing/2014/main" id="{F90AC4B0-BAEF-5B72-F139-9CC9578A0AB3}"/>
              </a:ext>
            </a:extLst>
          </p:cNvPr>
          <p:cNvSpPr>
            <a:spLocks noGrp="1"/>
          </p:cNvSpPr>
          <p:nvPr>
            <p:ph type="body" sz="quarter" idx="14"/>
          </p:nvPr>
        </p:nvSpPr>
        <p:spPr>
          <a:xfrm>
            <a:off x="5248816" y="351979"/>
            <a:ext cx="6160549" cy="611783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13">
            <a:extLst>
              <a:ext uri="{FF2B5EF4-FFF2-40B4-BE49-F238E27FC236}">
                <a16:creationId xmlns:a16="http://schemas.microsoft.com/office/drawing/2014/main" id="{6929EF70-4361-2F69-14C1-FA174DD49345}"/>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a:extLst>
              <a:ext uri="{FF2B5EF4-FFF2-40B4-BE49-F238E27FC236}">
                <a16:creationId xmlns:a16="http://schemas.microsoft.com/office/drawing/2014/main" id="{2FB7A7A5-1FFF-25A9-65A7-C7D31DEF62A3}"/>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bg1"/>
                </a:solidFill>
                <a:latin typeface="PP Telegraf" pitchFamily="2" charset="77"/>
              </a:rPr>
              <a:pPr/>
              <a:t>‹#›</a:t>
            </a:fld>
            <a:endParaRPr lang="en-US" sz="800" b="0" i="0">
              <a:solidFill>
                <a:schemeClr val="bg1"/>
              </a:solidFill>
              <a:latin typeface="PP Telegraf" pitchFamily="2" charset="77"/>
            </a:endParaRPr>
          </a:p>
        </p:txBody>
      </p:sp>
      <p:sp>
        <p:nvSpPr>
          <p:cNvPr id="10" name="Title 3">
            <a:extLst>
              <a:ext uri="{FF2B5EF4-FFF2-40B4-BE49-F238E27FC236}">
                <a16:creationId xmlns:a16="http://schemas.microsoft.com/office/drawing/2014/main" id="{1FE75FE2-7397-9A94-F6EB-C779718754A3}"/>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a:p>
        </p:txBody>
      </p:sp>
      <p:pic>
        <p:nvPicPr>
          <p:cNvPr id="5" name="Graphic 4">
            <a:extLst>
              <a:ext uri="{FF2B5EF4-FFF2-40B4-BE49-F238E27FC236}">
                <a16:creationId xmlns:a16="http://schemas.microsoft.com/office/drawing/2014/main" id="{B38B5972-8407-EE19-1D66-4716C9F26E5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308067374"/>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Layout_4">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3352799" y="3362329"/>
            <a:ext cx="9001126" cy="2600325"/>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4488921" y="895354"/>
            <a:ext cx="7187024" cy="1150145"/>
          </a:xfrm>
          <a:prstGeom prst="rect">
            <a:avLst/>
          </a:prstGeom>
        </p:spPr>
        <p:txBody>
          <a:bodyPr/>
          <a:lstStyle>
            <a:lvl1pPr>
              <a:lnSpc>
                <a:spcPct val="100000"/>
              </a:lnSpc>
              <a:defRPr sz="1600" b="0" i="0">
                <a:solidFill>
                  <a:schemeClr val="tx1"/>
                </a:solidFill>
                <a:latin typeface="PP Telegraf" pitchFamily="2" charset="77"/>
              </a:defRPr>
            </a:lvl1pPr>
            <a:lvl2pPr>
              <a:lnSpc>
                <a:spcPct val="100000"/>
              </a:lnSpc>
              <a:defRPr sz="1600" b="0" i="0">
                <a:solidFill>
                  <a:schemeClr val="tx1"/>
                </a:solidFill>
                <a:latin typeface="PP Telegraf" pitchFamily="2" charset="77"/>
              </a:defRPr>
            </a:lvl2pPr>
            <a:lvl3pPr>
              <a:lnSpc>
                <a:spcPct val="100000"/>
              </a:lnSpc>
              <a:defRPr sz="1600" b="0" i="0">
                <a:solidFill>
                  <a:schemeClr val="tx1"/>
                </a:solidFill>
                <a:latin typeface="PP Telegraf" pitchFamily="2" charset="77"/>
              </a:defRPr>
            </a:lvl3pPr>
            <a:lvl4pPr>
              <a:lnSpc>
                <a:spcPct val="100000"/>
              </a:lnSpc>
              <a:defRPr sz="1600" b="0" i="0">
                <a:solidFill>
                  <a:schemeClr val="tx1"/>
                </a:solidFill>
                <a:latin typeface="PP Telegraf" pitchFamily="2" charset="77"/>
              </a:defRPr>
            </a:lvl4pPr>
            <a:lvl5pPr>
              <a:lnSpc>
                <a:spcPct val="100000"/>
              </a:lnSpc>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3">
            <a:extLst>
              <a:ext uri="{FF2B5EF4-FFF2-40B4-BE49-F238E27FC236}">
                <a16:creationId xmlns:a16="http://schemas.microsoft.com/office/drawing/2014/main" id="{18CC1181-F43A-5A97-3BCB-65F4BA66ECB7}"/>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403286142"/>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Layout_6">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1078568" y="1779425"/>
            <a:ext cx="2274233"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4" name="Picture Placeholder 11">
            <a:extLst>
              <a:ext uri="{FF2B5EF4-FFF2-40B4-BE49-F238E27FC236}">
                <a16:creationId xmlns:a16="http://schemas.microsoft.com/office/drawing/2014/main" id="{81293F22-E7A0-D44C-B6E5-3DDBBB3C6C9C}"/>
              </a:ext>
            </a:extLst>
          </p:cNvPr>
          <p:cNvSpPr>
            <a:spLocks noGrp="1"/>
          </p:cNvSpPr>
          <p:nvPr>
            <p:ph type="pic" sz="quarter" idx="14"/>
          </p:nvPr>
        </p:nvSpPr>
        <p:spPr>
          <a:xfrm>
            <a:off x="3645462" y="1779425"/>
            <a:ext cx="2274233"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5" name="Picture Placeholder 11">
            <a:extLst>
              <a:ext uri="{FF2B5EF4-FFF2-40B4-BE49-F238E27FC236}">
                <a16:creationId xmlns:a16="http://schemas.microsoft.com/office/drawing/2014/main" id="{97C33B61-D963-3138-3B5A-395AC441BEFB}"/>
              </a:ext>
            </a:extLst>
          </p:cNvPr>
          <p:cNvSpPr>
            <a:spLocks noGrp="1"/>
          </p:cNvSpPr>
          <p:nvPr>
            <p:ph type="pic" sz="quarter" idx="15"/>
          </p:nvPr>
        </p:nvSpPr>
        <p:spPr>
          <a:xfrm>
            <a:off x="6212356" y="1779425"/>
            <a:ext cx="2274233"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6" name="Picture Placeholder 11">
            <a:extLst>
              <a:ext uri="{FF2B5EF4-FFF2-40B4-BE49-F238E27FC236}">
                <a16:creationId xmlns:a16="http://schemas.microsoft.com/office/drawing/2014/main" id="{2CC3BD00-E21D-0356-43EE-B41968FDBEFB}"/>
              </a:ext>
            </a:extLst>
          </p:cNvPr>
          <p:cNvSpPr>
            <a:spLocks noGrp="1"/>
          </p:cNvSpPr>
          <p:nvPr>
            <p:ph type="pic" sz="quarter" idx="16"/>
          </p:nvPr>
        </p:nvSpPr>
        <p:spPr>
          <a:xfrm>
            <a:off x="8779251" y="1779425"/>
            <a:ext cx="2274233"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2" name="Content Placeholder 13">
            <a:extLst>
              <a:ext uri="{FF2B5EF4-FFF2-40B4-BE49-F238E27FC236}">
                <a16:creationId xmlns:a16="http://schemas.microsoft.com/office/drawing/2014/main" id="{9C67FCF5-4103-5693-463C-09166782630B}"/>
              </a:ext>
            </a:extLst>
          </p:cNvPr>
          <p:cNvSpPr>
            <a:spLocks noGrp="1"/>
          </p:cNvSpPr>
          <p:nvPr>
            <p:ph sz="quarter" idx="20"/>
          </p:nvPr>
        </p:nvSpPr>
        <p:spPr>
          <a:xfrm>
            <a:off x="1078568" y="4636504"/>
            <a:ext cx="2274233"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3" name="Content Placeholder 13">
            <a:extLst>
              <a:ext uri="{FF2B5EF4-FFF2-40B4-BE49-F238E27FC236}">
                <a16:creationId xmlns:a16="http://schemas.microsoft.com/office/drawing/2014/main" id="{364829E0-6856-6C1F-AFD0-F085A5C6268C}"/>
              </a:ext>
            </a:extLst>
          </p:cNvPr>
          <p:cNvSpPr>
            <a:spLocks noGrp="1"/>
          </p:cNvSpPr>
          <p:nvPr>
            <p:ph sz="quarter" idx="21"/>
          </p:nvPr>
        </p:nvSpPr>
        <p:spPr>
          <a:xfrm>
            <a:off x="3645461" y="4636504"/>
            <a:ext cx="2274233"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13" name="Content Placeholder 13">
            <a:extLst>
              <a:ext uri="{FF2B5EF4-FFF2-40B4-BE49-F238E27FC236}">
                <a16:creationId xmlns:a16="http://schemas.microsoft.com/office/drawing/2014/main" id="{F571D124-816C-CB5E-88E4-D656C77ED0F2}"/>
              </a:ext>
            </a:extLst>
          </p:cNvPr>
          <p:cNvSpPr>
            <a:spLocks noGrp="1"/>
          </p:cNvSpPr>
          <p:nvPr>
            <p:ph sz="quarter" idx="22"/>
          </p:nvPr>
        </p:nvSpPr>
        <p:spPr>
          <a:xfrm>
            <a:off x="6212354" y="4636504"/>
            <a:ext cx="2274233"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15" name="Content Placeholder 13">
            <a:extLst>
              <a:ext uri="{FF2B5EF4-FFF2-40B4-BE49-F238E27FC236}">
                <a16:creationId xmlns:a16="http://schemas.microsoft.com/office/drawing/2014/main" id="{CCA51DB4-3037-8EC6-28BF-2BA2DD297951}"/>
              </a:ext>
            </a:extLst>
          </p:cNvPr>
          <p:cNvSpPr>
            <a:spLocks noGrp="1"/>
          </p:cNvSpPr>
          <p:nvPr>
            <p:ph sz="quarter" idx="23"/>
          </p:nvPr>
        </p:nvSpPr>
        <p:spPr>
          <a:xfrm>
            <a:off x="8779247" y="4636504"/>
            <a:ext cx="2274233"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14" name="Title 3">
            <a:extLst>
              <a:ext uri="{FF2B5EF4-FFF2-40B4-BE49-F238E27FC236}">
                <a16:creationId xmlns:a16="http://schemas.microsoft.com/office/drawing/2014/main" id="{DBFBED04-64AB-6659-AEA9-9D1FE67BAC0D}"/>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4002110877"/>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lank Layout_9">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5248814" y="200028"/>
            <a:ext cx="6122916" cy="6457951"/>
          </a:xfrm>
          <a:prstGeom prst="roundRect">
            <a:avLst>
              <a:gd name="adj" fmla="val 1796"/>
            </a:avLst>
          </a:prstGeom>
        </p:spPr>
        <p:txBody>
          <a:bodyPr/>
          <a:lstStyle>
            <a:lvl1pPr>
              <a:defRPr b="0" i="0">
                <a:solidFill>
                  <a:schemeClr val="tx1"/>
                </a:solidFill>
                <a:latin typeface="PP Telegraf" pitchFamily="2" charset="77"/>
              </a:defRPr>
            </a:lvl1pPr>
          </a:lstStyle>
          <a:p>
            <a:r>
              <a:rPr lang="en-US"/>
              <a:t>Click icon to add picture</a:t>
            </a:r>
          </a:p>
        </p:txBody>
      </p:sp>
      <p:sp>
        <p:nvSpPr>
          <p:cNvPr id="4" name="Content Placeholder 13">
            <a:extLst>
              <a:ext uri="{FF2B5EF4-FFF2-40B4-BE49-F238E27FC236}">
                <a16:creationId xmlns:a16="http://schemas.microsoft.com/office/drawing/2014/main" id="{939F6240-FF2D-96D0-CB38-6F2B0D31E188}"/>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3">
            <a:extLst>
              <a:ext uri="{FF2B5EF4-FFF2-40B4-BE49-F238E27FC236}">
                <a16:creationId xmlns:a16="http://schemas.microsoft.com/office/drawing/2014/main" id="{9BC6EA3C-407C-349B-FEE8-F8CF94FE4228}"/>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766913571"/>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Layout_10">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tx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8222" y="947738"/>
            <a:ext cx="5037137" cy="5029200"/>
          </a:xfrm>
          <a:prstGeom prst="rect">
            <a:avLst/>
          </a:prstGeom>
        </p:spPr>
        <p:txBody>
          <a:bodyPr lIns="0" tIns="0" rIns="0" bIns="0"/>
          <a:lstStyle>
            <a:lvl1pPr>
              <a:lnSpc>
                <a:spcPct val="100000"/>
              </a:lnSpc>
              <a:buClr>
                <a:schemeClr val="accent1"/>
              </a:buClr>
              <a:defRPr b="0" i="0">
                <a:solidFill>
                  <a:schemeClr val="tx1"/>
                </a:solidFill>
                <a:latin typeface="PP Telegraf" pitchFamily="2" charset="77"/>
              </a:defRPr>
            </a:lvl1pPr>
            <a:lvl2pPr>
              <a:lnSpc>
                <a:spcPct val="100000"/>
              </a:lnSpc>
              <a:buClr>
                <a:schemeClr val="accent1"/>
              </a:buClr>
              <a:defRPr b="0" i="0">
                <a:solidFill>
                  <a:schemeClr val="tx1"/>
                </a:solidFill>
                <a:latin typeface="PP Telegraf" pitchFamily="2" charset="77"/>
              </a:defRPr>
            </a:lvl2pPr>
            <a:lvl3pPr>
              <a:lnSpc>
                <a:spcPct val="100000"/>
              </a:lnSpc>
              <a:buClr>
                <a:schemeClr val="accent1"/>
              </a:buClr>
              <a:defRPr b="0" i="0">
                <a:solidFill>
                  <a:schemeClr val="tx1"/>
                </a:solidFill>
                <a:latin typeface="PP Telegraf" pitchFamily="2" charset="77"/>
              </a:defRPr>
            </a:lvl3pPr>
            <a:lvl4pPr>
              <a:lnSpc>
                <a:spcPct val="100000"/>
              </a:lnSpc>
              <a:buClr>
                <a:schemeClr val="accent1"/>
              </a:buClr>
              <a:defRPr b="0" i="0">
                <a:solidFill>
                  <a:schemeClr val="tx1"/>
                </a:solidFill>
                <a:latin typeface="PP Telegraf" pitchFamily="2" charset="77"/>
              </a:defRPr>
            </a:lvl4pPr>
            <a:lvl5pPr>
              <a:lnSpc>
                <a:spcPct val="100000"/>
              </a:lnSpc>
              <a:buClr>
                <a:schemeClr val="accent1"/>
              </a:buClr>
              <a:defRPr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C9547E7-B2BC-0451-1377-D8E099707DC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
        <p:nvSpPr>
          <p:cNvPr id="7" name="Content Placeholder 13">
            <a:extLst>
              <a:ext uri="{FF2B5EF4-FFF2-40B4-BE49-F238E27FC236}">
                <a16:creationId xmlns:a16="http://schemas.microsoft.com/office/drawing/2014/main" id="{B6F53A60-A5D5-9E22-C3AE-8F81EEA84620}"/>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3">
            <a:extLst>
              <a:ext uri="{FF2B5EF4-FFF2-40B4-BE49-F238E27FC236}">
                <a16:creationId xmlns:a16="http://schemas.microsoft.com/office/drawing/2014/main" id="{A0F61612-5A33-DF3F-6FC6-E7A5945154F9}"/>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3800499368"/>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Layout_11">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flipH="1">
            <a:off x="7741326" y="0"/>
            <a:ext cx="445226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tx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7741330" y="947738"/>
            <a:ext cx="4200260" cy="5029200"/>
          </a:xfrm>
          <a:prstGeom prst="rect">
            <a:avLst/>
          </a:prstGeom>
        </p:spPr>
        <p:txBody>
          <a:bodyPr lIns="0" tIns="0" rIns="0" bIns="0"/>
          <a:lstStyle>
            <a:lvl1pPr>
              <a:lnSpc>
                <a:spcPct val="100000"/>
              </a:lnSpc>
              <a:buClr>
                <a:schemeClr val="accent1"/>
              </a:buClr>
              <a:defRPr b="0" i="0">
                <a:solidFill>
                  <a:schemeClr val="tx1"/>
                </a:solidFill>
                <a:latin typeface="PP Telegraf" pitchFamily="2" charset="77"/>
              </a:defRPr>
            </a:lvl1pPr>
            <a:lvl2pPr>
              <a:lnSpc>
                <a:spcPct val="100000"/>
              </a:lnSpc>
              <a:buClr>
                <a:schemeClr val="accent1"/>
              </a:buClr>
              <a:defRPr b="0" i="0">
                <a:solidFill>
                  <a:schemeClr val="tx1"/>
                </a:solidFill>
                <a:latin typeface="PP Telegraf" pitchFamily="2" charset="77"/>
              </a:defRPr>
            </a:lvl2pPr>
            <a:lvl3pPr>
              <a:lnSpc>
                <a:spcPct val="100000"/>
              </a:lnSpc>
              <a:buClr>
                <a:schemeClr val="accent1"/>
              </a:buClr>
              <a:defRPr b="0" i="0">
                <a:solidFill>
                  <a:schemeClr val="tx1"/>
                </a:solidFill>
                <a:latin typeface="PP Telegraf" pitchFamily="2" charset="77"/>
              </a:defRPr>
            </a:lvl3pPr>
            <a:lvl4pPr>
              <a:lnSpc>
                <a:spcPct val="100000"/>
              </a:lnSpc>
              <a:buClr>
                <a:schemeClr val="accent1"/>
              </a:buClr>
              <a:defRPr b="0" i="0">
                <a:solidFill>
                  <a:schemeClr val="tx1"/>
                </a:solidFill>
                <a:latin typeface="PP Telegraf" pitchFamily="2" charset="77"/>
              </a:defRPr>
            </a:lvl4pPr>
            <a:lvl5pPr>
              <a:lnSpc>
                <a:spcPct val="100000"/>
              </a:lnSpc>
              <a:buClr>
                <a:schemeClr val="accent1"/>
              </a:buClr>
              <a:defRPr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3">
            <a:extLst>
              <a:ext uri="{FF2B5EF4-FFF2-40B4-BE49-F238E27FC236}">
                <a16:creationId xmlns:a16="http://schemas.microsoft.com/office/drawing/2014/main" id="{7081F5E3-1F58-446B-8862-B4DF8469DA56}"/>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sp>
        <p:nvSpPr>
          <p:cNvPr id="7" name="Content Placeholder 13">
            <a:extLst>
              <a:ext uri="{FF2B5EF4-FFF2-40B4-BE49-F238E27FC236}">
                <a16:creationId xmlns:a16="http://schemas.microsoft.com/office/drawing/2014/main" id="{9BFBEC65-9028-5D70-3BB3-4B39562B3B25}"/>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3">
            <a:extLst>
              <a:ext uri="{FF2B5EF4-FFF2-40B4-BE49-F238E27FC236}">
                <a16:creationId xmlns:a16="http://schemas.microsoft.com/office/drawing/2014/main" id="{E3EA9485-7A32-68D6-15FA-BF285EBCBDF9}"/>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775080443"/>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Layout_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B7B20A-1A53-3DE8-8760-E757AA9FB13C}"/>
              </a:ext>
            </a:extLst>
          </p:cNvPr>
          <p:cNvSpPr/>
          <p:nvPr userDrawn="1"/>
        </p:nvSpPr>
        <p:spPr>
          <a:xfrm>
            <a:off x="0" y="2464235"/>
            <a:ext cx="12193588" cy="43937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200" y="2931463"/>
            <a:ext cx="10517188" cy="2505561"/>
          </a:xfrm>
          <a:prstGeom prst="rect">
            <a:avLst/>
          </a:prstGeom>
        </p:spPr>
        <p:txBody>
          <a:bodyPr lIns="0" tIns="0" rIns="0" bIns="0"/>
          <a:lstStyle>
            <a:lvl1pPr>
              <a:lnSpc>
                <a:spcPct val="100000"/>
              </a:lnSpc>
              <a:buClr>
                <a:schemeClr val="accent1"/>
              </a:buClr>
              <a:buSzPct val="100000"/>
              <a:defRPr sz="2400" b="0" i="0">
                <a:solidFill>
                  <a:schemeClr val="bg1"/>
                </a:solidFill>
                <a:latin typeface="PP Telegraf" pitchFamily="2" charset="77"/>
              </a:defRPr>
            </a:lvl1pPr>
            <a:lvl2pPr>
              <a:lnSpc>
                <a:spcPct val="100000"/>
              </a:lnSpc>
              <a:buClr>
                <a:schemeClr val="accent1"/>
              </a:buClr>
              <a:buSzPct val="100000"/>
              <a:defRPr sz="2000" b="0" i="0">
                <a:solidFill>
                  <a:schemeClr val="bg1"/>
                </a:solidFill>
                <a:latin typeface="PP Telegraf" pitchFamily="2" charset="77"/>
              </a:defRPr>
            </a:lvl2pPr>
            <a:lvl3pPr>
              <a:lnSpc>
                <a:spcPct val="100000"/>
              </a:lnSpc>
              <a:buClr>
                <a:schemeClr val="accent1"/>
              </a:buClr>
              <a:buSzPct val="100000"/>
              <a:defRPr sz="1800" b="0" i="0">
                <a:solidFill>
                  <a:schemeClr val="bg1"/>
                </a:solidFill>
                <a:latin typeface="PP Telegraf" pitchFamily="2" charset="77"/>
              </a:defRPr>
            </a:lvl3pPr>
            <a:lvl4pPr>
              <a:lnSpc>
                <a:spcPct val="100000"/>
              </a:lnSpc>
              <a:buClr>
                <a:schemeClr val="accent1"/>
              </a:buClr>
              <a:buSzPct val="100000"/>
              <a:defRPr sz="1600" b="0" i="0">
                <a:solidFill>
                  <a:schemeClr val="bg1"/>
                </a:solidFill>
                <a:latin typeface="PP Telegraf" pitchFamily="2" charset="77"/>
              </a:defRPr>
            </a:lvl4pPr>
            <a:lvl5pPr>
              <a:lnSpc>
                <a:spcPct val="100000"/>
              </a:lnSpc>
              <a:buClr>
                <a:schemeClr val="accent1"/>
              </a:buClr>
              <a:buSzPct val="100000"/>
              <a:defRPr sz="16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Slide Number Placeholder 13">
            <a:extLst>
              <a:ext uri="{FF2B5EF4-FFF2-40B4-BE49-F238E27FC236}">
                <a16:creationId xmlns:a16="http://schemas.microsoft.com/office/drawing/2014/main" id="{A6C91B81-B013-DB09-7CD7-E329AB6F9A04}"/>
              </a:ext>
            </a:extLst>
          </p:cNvPr>
          <p:cNvSpPr txBox="1">
            <a:spLocks/>
          </p:cNvSpPr>
          <p:nvPr userDrawn="1"/>
        </p:nvSpPr>
        <p:spPr>
          <a:xfrm>
            <a:off x="11429954" y="6411770"/>
            <a:ext cx="342971" cy="365125"/>
          </a:xfrm>
          <a:prstGeom prst="rect">
            <a:avLst/>
          </a:prstGeom>
          <a:noFill/>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bg2"/>
                </a:solidFill>
                <a:latin typeface="PP Telegraf" pitchFamily="2" charset="77"/>
              </a:rPr>
              <a:pPr/>
              <a:t>‹#›</a:t>
            </a:fld>
            <a:endParaRPr lang="en-US" sz="800" b="0" i="0">
              <a:solidFill>
                <a:schemeClr val="bg2"/>
              </a:solidFill>
              <a:latin typeface="PP Telegraf" pitchFamily="2" charset="77"/>
            </a:endParaRPr>
          </a:p>
        </p:txBody>
      </p:sp>
      <p:sp>
        <p:nvSpPr>
          <p:cNvPr id="11" name="Title 3">
            <a:extLst>
              <a:ext uri="{FF2B5EF4-FFF2-40B4-BE49-F238E27FC236}">
                <a16:creationId xmlns:a16="http://schemas.microsoft.com/office/drawing/2014/main" id="{1AEA6E03-5B00-C52D-9BDA-443742FA3F5A}"/>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pic>
        <p:nvPicPr>
          <p:cNvPr id="5" name="Graphic 4">
            <a:extLst>
              <a:ext uri="{FF2B5EF4-FFF2-40B4-BE49-F238E27FC236}">
                <a16:creationId xmlns:a16="http://schemas.microsoft.com/office/drawing/2014/main" id="{B1F220DC-8818-00E1-A067-D222FCBEDE7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2777969196"/>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5_Blank Layout">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2" y="0"/>
            <a:ext cx="50371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8222" y="947738"/>
            <a:ext cx="5037137" cy="5029200"/>
          </a:xfrm>
          <a:prstGeom prst="rect">
            <a:avLst/>
          </a:prstGeom>
        </p:spPr>
        <p:txBody>
          <a:bodyPr lIns="0" tIns="0" rIns="0" bIns="0"/>
          <a:lstStyle>
            <a:lvl1pPr>
              <a:lnSpc>
                <a:spcPct val="100000"/>
              </a:lnSpc>
              <a:buClr>
                <a:schemeClr val="accent1"/>
              </a:buClr>
              <a:defRPr b="0" i="0">
                <a:solidFill>
                  <a:schemeClr val="accent4"/>
                </a:solidFill>
                <a:latin typeface="PP Telegraf" pitchFamily="2" charset="77"/>
              </a:defRPr>
            </a:lvl1pPr>
            <a:lvl2pPr>
              <a:lnSpc>
                <a:spcPct val="100000"/>
              </a:lnSpc>
              <a:buClr>
                <a:schemeClr val="accent1"/>
              </a:buClr>
              <a:defRPr b="0" i="0">
                <a:solidFill>
                  <a:schemeClr val="accent4"/>
                </a:solidFill>
                <a:latin typeface="PP Telegraf" pitchFamily="2" charset="77"/>
              </a:defRPr>
            </a:lvl2pPr>
            <a:lvl3pPr>
              <a:lnSpc>
                <a:spcPct val="100000"/>
              </a:lnSpc>
              <a:buClr>
                <a:schemeClr val="accent1"/>
              </a:buClr>
              <a:defRPr b="0" i="0">
                <a:solidFill>
                  <a:schemeClr val="accent4"/>
                </a:solidFill>
                <a:latin typeface="PP Telegraf" pitchFamily="2" charset="77"/>
              </a:defRPr>
            </a:lvl3pPr>
            <a:lvl4pPr>
              <a:lnSpc>
                <a:spcPct val="100000"/>
              </a:lnSpc>
              <a:buClr>
                <a:schemeClr val="accent1"/>
              </a:buClr>
              <a:defRPr b="0" i="0">
                <a:solidFill>
                  <a:schemeClr val="accent4"/>
                </a:solidFill>
                <a:latin typeface="PP Telegraf" pitchFamily="2" charset="77"/>
              </a:defRPr>
            </a:lvl4pPr>
            <a:lvl5pPr>
              <a:lnSpc>
                <a:spcPct val="100000"/>
              </a:lnSpc>
              <a:buClr>
                <a:schemeClr val="accent1"/>
              </a:buClr>
              <a:defRPr b="0" i="0">
                <a:solidFill>
                  <a:schemeClr val="accent4"/>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a:extLst>
              <a:ext uri="{FF2B5EF4-FFF2-40B4-BE49-F238E27FC236}">
                <a16:creationId xmlns:a16="http://schemas.microsoft.com/office/drawing/2014/main" id="{A2F57524-CAFC-6BA1-EC47-C02B61F012EC}"/>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2"/>
                </a:solidFill>
                <a:latin typeface="PP Telegraf" pitchFamily="2" charset="77"/>
              </a:rPr>
              <a:pPr/>
              <a:t>‹#›</a:t>
            </a:fld>
            <a:endParaRPr lang="en-US" sz="800" b="0" i="0">
              <a:solidFill>
                <a:schemeClr val="tx2"/>
              </a:solidFill>
              <a:latin typeface="PP Telegraf" pitchFamily="2" charset="77"/>
            </a:endParaRPr>
          </a:p>
        </p:txBody>
      </p:sp>
      <p:sp>
        <p:nvSpPr>
          <p:cNvPr id="8" name="Content Placeholder 13">
            <a:extLst>
              <a:ext uri="{FF2B5EF4-FFF2-40B4-BE49-F238E27FC236}">
                <a16:creationId xmlns:a16="http://schemas.microsoft.com/office/drawing/2014/main" id="{776DA249-FD85-ADE5-9AD0-E4969171AA35}"/>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3">
            <a:extLst>
              <a:ext uri="{FF2B5EF4-FFF2-40B4-BE49-F238E27FC236}">
                <a16:creationId xmlns:a16="http://schemas.microsoft.com/office/drawing/2014/main" id="{71A14E8C-14AA-F5CF-B152-49E89A75D6F4}"/>
              </a:ext>
            </a:extLst>
          </p:cNvPr>
          <p:cNvSpPr>
            <a:spLocks noGrp="1"/>
          </p:cNvSpPr>
          <p:nvPr>
            <p:ph type="title"/>
          </p:nvPr>
        </p:nvSpPr>
        <p:spPr>
          <a:xfrm>
            <a:off x="252001" y="351980"/>
            <a:ext cx="3951699"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a:p>
        </p:txBody>
      </p:sp>
      <p:pic>
        <p:nvPicPr>
          <p:cNvPr id="2" name="Graphic 1">
            <a:extLst>
              <a:ext uri="{FF2B5EF4-FFF2-40B4-BE49-F238E27FC236}">
                <a16:creationId xmlns:a16="http://schemas.microsoft.com/office/drawing/2014/main" id="{FC10C5E2-04C3-5334-3F46-062062303C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1209591527"/>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 Layout_1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2" y="0"/>
            <a:ext cx="5037137"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5669547" y="914400"/>
            <a:ext cx="5970005" cy="5029200"/>
          </a:xfrm>
          <a:prstGeom prst="rect">
            <a:avLst/>
          </a:prstGeom>
        </p:spPr>
        <p:txBody>
          <a:bodyPr lIns="0" tIns="0" rIns="0" bIns="0"/>
          <a:lstStyle>
            <a:lvl1pPr>
              <a:lnSpc>
                <a:spcPct val="100000"/>
              </a:lnSpc>
              <a:buClr>
                <a:schemeClr val="accent1"/>
              </a:buClr>
              <a:defRPr b="0" i="0">
                <a:solidFill>
                  <a:schemeClr val="tx1"/>
                </a:solidFill>
                <a:latin typeface="PP Telegraf" pitchFamily="2" charset="77"/>
              </a:defRPr>
            </a:lvl1pPr>
            <a:lvl2pPr>
              <a:lnSpc>
                <a:spcPct val="100000"/>
              </a:lnSpc>
              <a:buClr>
                <a:schemeClr val="accent1"/>
              </a:buClr>
              <a:defRPr b="0" i="0">
                <a:solidFill>
                  <a:schemeClr val="tx1"/>
                </a:solidFill>
                <a:latin typeface="PP Telegraf" pitchFamily="2" charset="77"/>
              </a:defRPr>
            </a:lvl2pPr>
            <a:lvl3pPr>
              <a:lnSpc>
                <a:spcPct val="100000"/>
              </a:lnSpc>
              <a:buClr>
                <a:schemeClr val="accent1"/>
              </a:buClr>
              <a:defRPr b="0" i="0">
                <a:solidFill>
                  <a:schemeClr val="tx1"/>
                </a:solidFill>
                <a:latin typeface="PP Telegraf" pitchFamily="2" charset="77"/>
              </a:defRPr>
            </a:lvl3pPr>
            <a:lvl4pPr>
              <a:lnSpc>
                <a:spcPct val="100000"/>
              </a:lnSpc>
              <a:buClr>
                <a:schemeClr val="accent1"/>
              </a:buClr>
              <a:defRPr b="0" i="0">
                <a:solidFill>
                  <a:schemeClr val="tx1"/>
                </a:solidFill>
                <a:latin typeface="PP Telegraf" pitchFamily="2" charset="77"/>
              </a:defRPr>
            </a:lvl4pPr>
            <a:lvl5pPr>
              <a:lnSpc>
                <a:spcPct val="100000"/>
              </a:lnSpc>
              <a:buClr>
                <a:schemeClr val="accent1"/>
              </a:buClr>
              <a:defRPr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3">
            <a:extLst>
              <a:ext uri="{FF2B5EF4-FFF2-40B4-BE49-F238E27FC236}">
                <a16:creationId xmlns:a16="http://schemas.microsoft.com/office/drawing/2014/main" id="{198C89F0-72DF-C406-7744-7EB4B24464C1}"/>
              </a:ext>
            </a:extLst>
          </p:cNvPr>
          <p:cNvSpPr>
            <a:spLocks noGrp="1"/>
          </p:cNvSpPr>
          <p:nvPr>
            <p:ph sz="quarter" idx="13"/>
          </p:nvPr>
        </p:nvSpPr>
        <p:spPr>
          <a:xfrm>
            <a:off x="252002" y="3419479"/>
            <a:ext cx="3951699"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3">
            <a:extLst>
              <a:ext uri="{FF2B5EF4-FFF2-40B4-BE49-F238E27FC236}">
                <a16:creationId xmlns:a16="http://schemas.microsoft.com/office/drawing/2014/main" id="{198DAA62-DFE5-7CF3-8532-31B2D5F3FB97}"/>
              </a:ext>
            </a:extLst>
          </p:cNvPr>
          <p:cNvSpPr>
            <a:spLocks noGrp="1"/>
          </p:cNvSpPr>
          <p:nvPr>
            <p:ph type="title"/>
          </p:nvPr>
        </p:nvSpPr>
        <p:spPr>
          <a:xfrm>
            <a:off x="252000" y="351980"/>
            <a:ext cx="3951700" cy="1107996"/>
          </a:xfrm>
          <a:prstGeom prst="rect">
            <a:avLst/>
          </a:prstGeom>
        </p:spPr>
        <p:txBody>
          <a:bodyPr wrap="square" lIns="0" tIns="0" rIns="0" bIns="0" anchor="t">
            <a:spAutoFit/>
          </a:bodyPr>
          <a:lstStyle>
            <a:lvl1pPr marL="0" algn="l" defTabSz="913883"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a:p>
        </p:txBody>
      </p:sp>
      <p:pic>
        <p:nvPicPr>
          <p:cNvPr id="2" name="Graphic 1">
            <a:extLst>
              <a:ext uri="{FF2B5EF4-FFF2-40B4-BE49-F238E27FC236}">
                <a16:creationId xmlns:a16="http://schemas.microsoft.com/office/drawing/2014/main" id="{CC068C9D-8367-2A37-F170-1B1F02F7947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739208704"/>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8_Blank Layout">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2002" y="3121227"/>
            <a:ext cx="11689589" cy="615553"/>
          </a:xfrm>
          <a:prstGeom prst="rect">
            <a:avLst/>
          </a:prstGeom>
        </p:spPr>
        <p:txBody>
          <a:bodyPr wrap="square" lIns="0" tIns="0" rIns="0" bIns="0" anchor="ctr">
            <a:spAutoFit/>
          </a:bodyPr>
          <a:lstStyle>
            <a:lvl1pPr marL="0" algn="ctr" defTabSz="913883" rtl="0" eaLnBrk="1" latinLnBrk="0" hangingPunct="1">
              <a:lnSpc>
                <a:spcPct val="10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2212837589"/>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1_Blank Lay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4B3F1B-BE6A-60F9-5637-18326BD2397E}"/>
              </a:ext>
            </a:extLst>
          </p:cNvPr>
          <p:cNvSpPr/>
          <p:nvPr userDrawn="1"/>
        </p:nvSpPr>
        <p:spPr>
          <a:xfrm>
            <a:off x="0" y="0"/>
            <a:ext cx="121935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2002" y="3121227"/>
            <a:ext cx="11689589" cy="615553"/>
          </a:xfrm>
          <a:prstGeom prst="rect">
            <a:avLst/>
          </a:prstGeom>
        </p:spPr>
        <p:txBody>
          <a:bodyPr wrap="square" lIns="0" tIns="0" rIns="0" bIns="0" anchor="ctr">
            <a:spAutoFit/>
          </a:bodyPr>
          <a:lstStyle>
            <a:lvl1pPr marL="0" algn="ctr" defTabSz="913883" rtl="0" eaLnBrk="1" latinLnBrk="0" hangingPunct="1">
              <a:lnSpc>
                <a:spcPct val="10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
        <p:nvSpPr>
          <p:cNvPr id="3" name="Slide Number Placeholder 13">
            <a:extLst>
              <a:ext uri="{FF2B5EF4-FFF2-40B4-BE49-F238E27FC236}">
                <a16:creationId xmlns:a16="http://schemas.microsoft.com/office/drawing/2014/main" id="{719BE751-2390-17A3-7C0A-1E9DB231D5DC}"/>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pic>
        <p:nvPicPr>
          <p:cNvPr id="4" name="Graphic 3">
            <a:extLst>
              <a:ext uri="{FF2B5EF4-FFF2-40B4-BE49-F238E27FC236}">
                <a16:creationId xmlns:a16="http://schemas.microsoft.com/office/drawing/2014/main" id="{F61A2D1B-4FE1-3E0D-3D44-8926DD23E334}"/>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3632424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22_Blank Layout">
    <p:bg>
      <p:bgRef idx="1001">
        <a:schemeClr val="bg2"/>
      </p:bgRef>
    </p:bg>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2002" y="3121227"/>
            <a:ext cx="11689589" cy="615553"/>
          </a:xfrm>
          <a:prstGeom prst="rect">
            <a:avLst/>
          </a:prstGeom>
        </p:spPr>
        <p:txBody>
          <a:bodyPr wrap="square" lIns="0" tIns="0" rIns="0" bIns="0" anchor="ctr">
            <a:spAutoFit/>
          </a:bodyPr>
          <a:lstStyle>
            <a:lvl1pPr marL="0" algn="ctr" defTabSz="913883" rtl="0" eaLnBrk="1" latinLnBrk="0" hangingPunct="1">
              <a:lnSpc>
                <a:spcPct val="10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
        <p:nvSpPr>
          <p:cNvPr id="2" name="Slide Number Placeholder 13">
            <a:extLst>
              <a:ext uri="{FF2B5EF4-FFF2-40B4-BE49-F238E27FC236}">
                <a16:creationId xmlns:a16="http://schemas.microsoft.com/office/drawing/2014/main" id="{8E809088-6F9E-B311-7C14-0B50C9254587}"/>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a:solidFill>
                <a:schemeClr val="tx1"/>
              </a:solidFill>
              <a:latin typeface="PP Telegraf" pitchFamily="2" charset="77"/>
            </a:endParaRPr>
          </a:p>
        </p:txBody>
      </p:sp>
      <p:pic>
        <p:nvPicPr>
          <p:cNvPr id="4" name="Graphic 3">
            <a:extLst>
              <a:ext uri="{FF2B5EF4-FFF2-40B4-BE49-F238E27FC236}">
                <a16:creationId xmlns:a16="http://schemas.microsoft.com/office/drawing/2014/main" id="{CAB4EC75-F310-6896-93FD-91EF244AC87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1" y="6434682"/>
            <a:ext cx="427653" cy="288290"/>
          </a:xfrm>
          <a:prstGeom prst="rect">
            <a:avLst/>
          </a:prstGeom>
        </p:spPr>
      </p:pic>
    </p:spTree>
    <p:extLst>
      <p:ext uri="{BB962C8B-B14F-4D97-AF65-F5344CB8AC3E}">
        <p14:creationId xmlns:p14="http://schemas.microsoft.com/office/powerpoint/2010/main" val="1906588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End Pag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nvGrpSpPr>
          <p:cNvPr id="6" name="Group 5">
            <a:extLst>
              <a:ext uri="{FF2B5EF4-FFF2-40B4-BE49-F238E27FC236}">
                <a16:creationId xmlns:a16="http://schemas.microsoft.com/office/drawing/2014/main" id="{74D0BE6C-D15C-0E29-2E63-0C24E71DA44D}"/>
              </a:ext>
            </a:extLst>
          </p:cNvPr>
          <p:cNvGrpSpPr/>
          <p:nvPr userDrawn="1"/>
        </p:nvGrpSpPr>
        <p:grpSpPr>
          <a:xfrm>
            <a:off x="1225266" y="2497976"/>
            <a:ext cx="9743058" cy="1862048"/>
            <a:chOff x="1044167" y="2228228"/>
            <a:chExt cx="9743058" cy="1862048"/>
          </a:xfrm>
        </p:grpSpPr>
        <p:sp>
          <p:nvSpPr>
            <p:cNvPr id="5" name="TextBox 4">
              <a:extLst>
                <a:ext uri="{FF2B5EF4-FFF2-40B4-BE49-F238E27FC236}">
                  <a16:creationId xmlns:a16="http://schemas.microsoft.com/office/drawing/2014/main" id="{41E6EE4B-0811-69DE-2A0E-45AD15613919}"/>
                </a:ext>
              </a:extLst>
            </p:cNvPr>
            <p:cNvSpPr txBox="1"/>
            <p:nvPr userDrawn="1"/>
          </p:nvSpPr>
          <p:spPr>
            <a:xfrm>
              <a:off x="1044167" y="2228228"/>
              <a:ext cx="4448072" cy="1862048"/>
            </a:xfrm>
            <a:prstGeom prst="rect">
              <a:avLst/>
            </a:prstGeom>
            <a:noFill/>
          </p:spPr>
          <p:txBody>
            <a:bodyPr wrap="square" lIns="91440" tIns="45720" rIns="91440" bIns="45720" rtlCol="0" anchor="t">
              <a:spAutoFit/>
            </a:bodyPr>
            <a:lstStyle/>
            <a:p>
              <a:r>
                <a:rPr lang="en-GB" sz="11498" b="0" i="0">
                  <a:solidFill>
                    <a:schemeClr val="accent2"/>
                  </a:solidFill>
                  <a:latin typeface="PP Telegraf" pitchFamily="2" charset="77"/>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998894" y="2228228"/>
              <a:ext cx="2788331" cy="1862048"/>
            </a:xfrm>
            <a:prstGeom prst="rect">
              <a:avLst/>
            </a:prstGeom>
            <a:noFill/>
          </p:spPr>
          <p:txBody>
            <a:bodyPr wrap="square" lIns="91440" tIns="45720" rIns="91440" bIns="45720" rtlCol="0" anchor="t">
              <a:spAutoFit/>
            </a:bodyPr>
            <a:lstStyle/>
            <a:p>
              <a:pPr algn="r"/>
              <a:r>
                <a:rPr lang="en-GB" sz="11498" b="0" i="0">
                  <a:solidFill>
                    <a:schemeClr val="accent2"/>
                  </a:solidFill>
                  <a:latin typeface="PP Telegraf" pitchFamily="2" charset="77"/>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2239" y="2314358"/>
              <a:ext cx="2506655" cy="1689789"/>
            </a:xfrm>
            <a:prstGeom prst="rect">
              <a:avLst/>
            </a:prstGeom>
          </p:spPr>
        </p:pic>
      </p:grpSp>
      <p:sp>
        <p:nvSpPr>
          <p:cNvPr id="19" name="TextBox 18">
            <a:extLst>
              <a:ext uri="{FF2B5EF4-FFF2-40B4-BE49-F238E27FC236}">
                <a16:creationId xmlns:a16="http://schemas.microsoft.com/office/drawing/2014/main" id="{B81CCAE7-826D-055A-5C67-5849F3242D0E}"/>
              </a:ext>
            </a:extLst>
          </p:cNvPr>
          <p:cNvSpPr txBox="1"/>
          <p:nvPr userDrawn="1"/>
        </p:nvSpPr>
        <p:spPr>
          <a:xfrm>
            <a:off x="10546627" y="275358"/>
            <a:ext cx="1290418" cy="217304"/>
          </a:xfrm>
          <a:prstGeom prst="rect">
            <a:avLst/>
          </a:prstGeom>
          <a:noFill/>
        </p:spPr>
        <p:txBody>
          <a:bodyPr wrap="none" lIns="0" tIns="0" rIns="0" bIns="0" rtlCol="0">
            <a:spAutoFit/>
          </a:bodyPr>
          <a:lstStyle/>
          <a:p>
            <a:pPr algn="r">
              <a:lnSpc>
                <a:spcPct val="150000"/>
              </a:lnSpc>
            </a:pPr>
            <a:r>
              <a:rPr lang="en-IN" sz="1050" b="0" i="0" spc="0" baseline="0">
                <a:ln/>
                <a:solidFill>
                  <a:schemeClr val="accent2"/>
                </a:solidFill>
                <a:latin typeface="PP Telegraf" pitchFamily="2" charset="77"/>
                <a:sym typeface="ProximaNova-Regular"/>
                <a:rtl val="0"/>
              </a:rPr>
              <a:t>www.blend360.com</a:t>
            </a:r>
          </a:p>
        </p:txBody>
      </p:sp>
    </p:spTree>
    <p:extLst>
      <p:ext uri="{BB962C8B-B14F-4D97-AF65-F5344CB8AC3E}">
        <p14:creationId xmlns:p14="http://schemas.microsoft.com/office/powerpoint/2010/main" val="2318366463"/>
      </p:ext>
    </p:extLst>
  </p:cSld>
  <p:clrMapOvr>
    <a:overrideClrMapping bg1="dk1" tx1="lt1" bg2="dk2" tx2="lt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Four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786992" y="2365265"/>
            <a:ext cx="1829038" cy="1828800"/>
          </a:xfrm>
          <a:prstGeom prst="rect">
            <a:avLst/>
          </a:prstGeom>
          <a:solidFill>
            <a:schemeClr val="bg1">
              <a:lumMod val="65000"/>
            </a:schemeClr>
          </a:solidFill>
        </p:spPr>
        <p:txBody>
          <a:bodyPr/>
          <a:lstStyle>
            <a:lvl1pPr marL="0" indent="0">
              <a:buNone/>
              <a:defRPr sz="1000">
                <a:solidFill>
                  <a:schemeClr val="bg1"/>
                </a:solidFill>
                <a:latin typeface="Montserrat" panose="00000500000000000000" pitchFamily="2" charset="0"/>
              </a:defRPr>
            </a:lvl1pPr>
          </a:lstStyle>
          <a:p>
            <a:endParaRPr lang="en-US"/>
          </a:p>
        </p:txBody>
      </p:sp>
      <p:sp>
        <p:nvSpPr>
          <p:cNvPr id="9" name="Picture Placeholder 7"/>
          <p:cNvSpPr>
            <a:spLocks noGrp="1"/>
          </p:cNvSpPr>
          <p:nvPr>
            <p:ph type="pic" sz="quarter" idx="11"/>
          </p:nvPr>
        </p:nvSpPr>
        <p:spPr>
          <a:xfrm>
            <a:off x="4036499" y="2365265"/>
            <a:ext cx="1829038" cy="1828800"/>
          </a:xfrm>
          <a:prstGeom prst="rect">
            <a:avLst/>
          </a:prstGeom>
          <a:solidFill>
            <a:schemeClr val="bg1">
              <a:lumMod val="65000"/>
            </a:schemeClr>
          </a:solidFill>
        </p:spPr>
        <p:txBody>
          <a:bodyPr/>
          <a:lstStyle>
            <a:lvl1pPr marL="0" indent="0">
              <a:buNone/>
              <a:defRPr sz="1000">
                <a:solidFill>
                  <a:schemeClr val="bg1"/>
                </a:solidFill>
                <a:latin typeface="Montserrat" panose="00000500000000000000" pitchFamily="2" charset="0"/>
              </a:defRPr>
            </a:lvl1pPr>
          </a:lstStyle>
          <a:p>
            <a:endParaRPr lang="en-US"/>
          </a:p>
        </p:txBody>
      </p:sp>
      <p:sp>
        <p:nvSpPr>
          <p:cNvPr id="10" name="Picture Placeholder 7"/>
          <p:cNvSpPr>
            <a:spLocks noGrp="1"/>
          </p:cNvSpPr>
          <p:nvPr>
            <p:ph type="pic" sz="quarter" idx="12"/>
          </p:nvPr>
        </p:nvSpPr>
        <p:spPr>
          <a:xfrm>
            <a:off x="6286006" y="2365265"/>
            <a:ext cx="1829038" cy="1828800"/>
          </a:xfrm>
          <a:prstGeom prst="rect">
            <a:avLst/>
          </a:prstGeom>
          <a:solidFill>
            <a:schemeClr val="bg1">
              <a:lumMod val="65000"/>
            </a:schemeClr>
          </a:solidFill>
        </p:spPr>
        <p:txBody>
          <a:bodyPr/>
          <a:lstStyle>
            <a:lvl1pPr marL="0" indent="0">
              <a:buNone/>
              <a:defRPr sz="1000">
                <a:solidFill>
                  <a:schemeClr val="bg1"/>
                </a:solidFill>
                <a:latin typeface="Montserrat" panose="00000500000000000000" pitchFamily="2" charset="0"/>
              </a:defRPr>
            </a:lvl1pPr>
          </a:lstStyle>
          <a:p>
            <a:endParaRPr lang="en-US"/>
          </a:p>
        </p:txBody>
      </p:sp>
      <p:sp>
        <p:nvSpPr>
          <p:cNvPr id="11" name="Picture Placeholder 7"/>
          <p:cNvSpPr>
            <a:spLocks noGrp="1"/>
          </p:cNvSpPr>
          <p:nvPr>
            <p:ph type="pic" sz="quarter" idx="13"/>
          </p:nvPr>
        </p:nvSpPr>
        <p:spPr>
          <a:xfrm>
            <a:off x="8535513" y="2365265"/>
            <a:ext cx="1829038" cy="1828800"/>
          </a:xfrm>
          <a:prstGeom prst="rect">
            <a:avLst/>
          </a:prstGeom>
          <a:solidFill>
            <a:schemeClr val="bg1">
              <a:lumMod val="65000"/>
            </a:schemeClr>
          </a:solidFill>
        </p:spPr>
        <p:txBody>
          <a:bodyPr/>
          <a:lstStyle>
            <a:lvl1pPr marL="0" indent="0">
              <a:buNone/>
              <a:defRPr sz="1000">
                <a:solidFill>
                  <a:schemeClr val="bg1"/>
                </a:solidFill>
                <a:latin typeface="Montserrat" panose="00000500000000000000" pitchFamily="2" charset="0"/>
              </a:defRPr>
            </a:lvl1pPr>
          </a:lstStyle>
          <a:p>
            <a:endParaRPr lang="en-US"/>
          </a:p>
        </p:txBody>
      </p:sp>
    </p:spTree>
    <p:extLst>
      <p:ext uri="{BB962C8B-B14F-4D97-AF65-F5344CB8AC3E}">
        <p14:creationId xmlns:p14="http://schemas.microsoft.com/office/powerpoint/2010/main" val="186055182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_1Content Dia Blu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A41FE8-AFE8-DDD3-1D54-49AE0CAE3B96}"/>
              </a:ext>
            </a:extLst>
          </p:cNvPr>
          <p:cNvSpPr/>
          <p:nvPr userDrawn="1"/>
        </p:nvSpPr>
        <p:spPr>
          <a:xfrm>
            <a:off x="1" y="124290"/>
            <a:ext cx="9598011" cy="14914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7" name="Tijdelijke aanduiding voor inhoud 2">
            <a:extLst>
              <a:ext uri="{FF2B5EF4-FFF2-40B4-BE49-F238E27FC236}">
                <a16:creationId xmlns:a16="http://schemas.microsoft.com/office/drawing/2014/main" id="{8B4E2C70-755F-CB4A-AD70-9D909F254591}"/>
              </a:ext>
            </a:extLst>
          </p:cNvPr>
          <p:cNvSpPr>
            <a:spLocks noGrp="1"/>
          </p:cNvSpPr>
          <p:nvPr>
            <p:ph idx="1"/>
          </p:nvPr>
        </p:nvSpPr>
        <p:spPr>
          <a:xfrm>
            <a:off x="597323" y="1725378"/>
            <a:ext cx="9178146" cy="4823705"/>
          </a:xfrm>
        </p:spPr>
        <p:txBody>
          <a:bodyPr>
            <a:normAutofit/>
          </a:bodyPr>
          <a:lstStyle>
            <a:lvl1pPr marL="0" indent="0">
              <a:buNone/>
              <a:defRPr sz="2400">
                <a:solidFill>
                  <a:srgbClr val="012169"/>
                </a:solidFill>
                <a:latin typeface="Arial Rounded MT Bold" panose="020F0704030504030204" pitchFamily="34" charset="77"/>
              </a:defRPr>
            </a:lvl1pPr>
          </a:lstStyle>
          <a:p>
            <a:r>
              <a:rPr lang="nl-NL"/>
              <a:t>Tekststijl van het model bewerken</a:t>
            </a:r>
          </a:p>
        </p:txBody>
      </p:sp>
      <p:sp>
        <p:nvSpPr>
          <p:cNvPr id="8" name="Titel 1">
            <a:extLst>
              <a:ext uri="{FF2B5EF4-FFF2-40B4-BE49-F238E27FC236}">
                <a16:creationId xmlns:a16="http://schemas.microsoft.com/office/drawing/2014/main" id="{6BAF9A40-CFE6-FA4C-A5EA-34EF647E80A2}"/>
              </a:ext>
            </a:extLst>
          </p:cNvPr>
          <p:cNvSpPr>
            <a:spLocks noGrp="1"/>
          </p:cNvSpPr>
          <p:nvPr>
            <p:ph type="ctrTitle" hasCustomPrompt="1"/>
          </p:nvPr>
        </p:nvSpPr>
        <p:spPr>
          <a:xfrm>
            <a:off x="597325" y="467455"/>
            <a:ext cx="7703695" cy="923330"/>
          </a:xfrm>
        </p:spPr>
        <p:txBody>
          <a:bodyPr anchor="t" anchorCtr="0">
            <a:normAutofit/>
          </a:bodyPr>
          <a:lstStyle>
            <a:lvl1pPr algn="l">
              <a:defRPr lang="nl-NL" sz="2400" kern="1200" dirty="0">
                <a:solidFill>
                  <a:srgbClr val="012169"/>
                </a:solidFill>
                <a:latin typeface="Arial Rounded MT Bold" panose="020F0704030504030204" pitchFamily="34" charset="77"/>
                <a:ea typeface="+mn-ea"/>
                <a:cs typeface="+mn-cs"/>
              </a:defRPr>
            </a:lvl1pPr>
          </a:lstStyle>
          <a:p>
            <a:r>
              <a:rPr lang="nl-NL"/>
              <a:t>Klik om stijl te bewerken</a:t>
            </a:r>
          </a:p>
        </p:txBody>
      </p:sp>
    </p:spTree>
    <p:extLst>
      <p:ext uri="{BB962C8B-B14F-4D97-AF65-F5344CB8AC3E}">
        <p14:creationId xmlns:p14="http://schemas.microsoft.com/office/powerpoint/2010/main" val="291389075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3_Blank Layou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4CD36B6-E08E-2579-D22E-EF7AEBBF050F}"/>
              </a:ext>
            </a:extLst>
          </p:cNvPr>
          <p:cNvGraphicFramePr>
            <a:graphicFrameLocks noChangeAspect="1"/>
          </p:cNvGraphicFramePr>
          <p:nvPr userDrawn="1">
            <p:custDataLst>
              <p:tags r:id="rId1"/>
            </p:custDataLst>
            <p:extLst>
              <p:ext uri="{D42A27DB-BD31-4B8C-83A1-F6EECF244321}">
                <p14:modId xmlns:p14="http://schemas.microsoft.com/office/powerpoint/2010/main" val="50887654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Object 9" hidden="1">
                        <a:extLst>
                          <a:ext uri="{FF2B5EF4-FFF2-40B4-BE49-F238E27FC236}">
                            <a16:creationId xmlns:a16="http://schemas.microsoft.com/office/drawing/2014/main" id="{84CD36B6-E08E-2579-D22E-EF7AEBBF050F}"/>
                          </a:ext>
                        </a:extLst>
                      </p:cNvPr>
                      <p:cNvPicPr/>
                      <p:nvPr/>
                    </p:nvPicPr>
                    <p:blipFill>
                      <a:blip r:embed="rId4"/>
                      <a:stretch>
                        <a:fillRect/>
                      </a:stretch>
                    </p:blipFill>
                    <p:spPr>
                      <a:xfrm>
                        <a:off x="1589" y="1588"/>
                        <a:ext cx="1227"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D1EB3EB-47E5-11EF-C0E2-F148217DC3B3}"/>
              </a:ext>
            </a:extLst>
          </p:cNvPr>
          <p:cNvSpPr/>
          <p:nvPr userDrawn="1"/>
        </p:nvSpPr>
        <p:spPr>
          <a:xfrm>
            <a:off x="2" y="-1"/>
            <a:ext cx="5902035" cy="6858001"/>
          </a:xfrm>
          <a:prstGeom prst="rect">
            <a:avLst/>
          </a:prstGeom>
          <a:solidFill>
            <a:schemeClr val="accent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US" sz="1800">
              <a:solidFill>
                <a:srgbClr val="FFFFFF"/>
              </a:solidFill>
              <a:latin typeface="Montserrat" panose="00000500000000000000" pitchFamily="2" charset="0"/>
            </a:endParaRPr>
          </a:p>
        </p:txBody>
      </p:sp>
      <p:pic>
        <p:nvPicPr>
          <p:cNvPr id="2" name="Graphic 1">
            <a:extLst>
              <a:ext uri="{FF2B5EF4-FFF2-40B4-BE49-F238E27FC236}">
                <a16:creationId xmlns:a16="http://schemas.microsoft.com/office/drawing/2014/main" id="{70DC0BEA-984E-D93C-D877-E2A90CDA909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39181" y="6473341"/>
            <a:ext cx="617985" cy="206891"/>
          </a:xfrm>
          <a:prstGeom prst="rect">
            <a:avLst/>
          </a:prstGeom>
        </p:spPr>
      </p:pic>
      <p:sp>
        <p:nvSpPr>
          <p:cNvPr id="3" name="TextBox 2">
            <a:extLst>
              <a:ext uri="{FF2B5EF4-FFF2-40B4-BE49-F238E27FC236}">
                <a16:creationId xmlns:a16="http://schemas.microsoft.com/office/drawing/2014/main" id="{A8588147-F459-A76A-DA01-07C2C82EC887}"/>
              </a:ext>
            </a:extLst>
          </p:cNvPr>
          <p:cNvSpPr txBox="1"/>
          <p:nvPr userDrawn="1"/>
        </p:nvSpPr>
        <p:spPr>
          <a:xfrm>
            <a:off x="10557166" y="6477899"/>
            <a:ext cx="1414703" cy="202333"/>
          </a:xfrm>
          <a:prstGeom prst="rect">
            <a:avLst/>
          </a:prstGeom>
          <a:noFill/>
        </p:spPr>
        <p:txBody>
          <a:bodyPr wrap="square">
            <a:spAutoFit/>
          </a:bodyPr>
          <a:lstStyle/>
          <a:p>
            <a:r>
              <a:rPr lang="en-US" sz="700" b="0" i="0">
                <a:solidFill>
                  <a:schemeClr val="accent6"/>
                </a:solidFill>
                <a:effectLst/>
                <a:latin typeface="+mn-lt"/>
              </a:rPr>
              <a:t>Copyright 2023 Blend360.</a:t>
            </a:r>
            <a:endParaRPr lang="en-IN" sz="700">
              <a:solidFill>
                <a:schemeClr val="accent6"/>
              </a:solidFill>
              <a:latin typeface="+mn-lt"/>
            </a:endParaRPr>
          </a:p>
        </p:txBody>
      </p:sp>
      <p:sp>
        <p:nvSpPr>
          <p:cNvPr id="8" name="Rectangle 7">
            <a:extLst>
              <a:ext uri="{FF2B5EF4-FFF2-40B4-BE49-F238E27FC236}">
                <a16:creationId xmlns:a16="http://schemas.microsoft.com/office/drawing/2014/main" id="{4D16BDBA-67F7-228C-456D-9D23F4BDF07F}"/>
              </a:ext>
            </a:extLst>
          </p:cNvPr>
          <p:cNvSpPr/>
          <p:nvPr userDrawn="1"/>
        </p:nvSpPr>
        <p:spPr>
          <a:xfrm flipV="1">
            <a:off x="1090502" y="1159433"/>
            <a:ext cx="452581" cy="50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9" name="Title 5">
            <a:extLst>
              <a:ext uri="{FF2B5EF4-FFF2-40B4-BE49-F238E27FC236}">
                <a16:creationId xmlns:a16="http://schemas.microsoft.com/office/drawing/2014/main" id="{ABD6D036-0303-92E3-0B0C-543A35F510F0}"/>
              </a:ext>
            </a:extLst>
          </p:cNvPr>
          <p:cNvSpPr>
            <a:spLocks noGrp="1"/>
          </p:cNvSpPr>
          <p:nvPr>
            <p:ph type="title"/>
          </p:nvPr>
        </p:nvSpPr>
        <p:spPr>
          <a:xfrm>
            <a:off x="838200" y="1333846"/>
            <a:ext cx="3860549" cy="1325563"/>
          </a:xfrm>
          <a:prstGeom prst="rect">
            <a:avLst/>
          </a:prstGeom>
        </p:spPr>
        <p:txBody>
          <a:bodyPr vert="horz"/>
          <a:lstStyle>
            <a:lvl1pPr>
              <a:defRPr sz="3200"/>
            </a:lvl1pPr>
          </a:lstStyle>
          <a:p>
            <a:r>
              <a:rPr lang="en-US"/>
              <a:t>Click to edit Master title style</a:t>
            </a:r>
            <a:endParaRPr lang="en-IN"/>
          </a:p>
        </p:txBody>
      </p:sp>
      <p:sp>
        <p:nvSpPr>
          <p:cNvPr id="5" name="Text Placeholder 4">
            <a:extLst>
              <a:ext uri="{FF2B5EF4-FFF2-40B4-BE49-F238E27FC236}">
                <a16:creationId xmlns:a16="http://schemas.microsoft.com/office/drawing/2014/main" id="{BD8E038F-917B-4F06-657C-44C35DC5EF33}"/>
              </a:ext>
            </a:extLst>
          </p:cNvPr>
          <p:cNvSpPr>
            <a:spLocks noGrp="1"/>
          </p:cNvSpPr>
          <p:nvPr>
            <p:ph type="body" sz="quarter" idx="10"/>
          </p:nvPr>
        </p:nvSpPr>
        <p:spPr>
          <a:xfrm>
            <a:off x="6500815" y="947738"/>
            <a:ext cx="5037137" cy="5029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66754320"/>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6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5" name="Freeform 4">
            <a:extLst>
              <a:ext uri="{FF2B5EF4-FFF2-40B4-BE49-F238E27FC236}">
                <a16:creationId xmlns:a16="http://schemas.microsoft.com/office/drawing/2014/main" id="{9824B4D0-3F04-527C-43B1-68125C8FEC97}"/>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rgbClr val="F4F3F0"/>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7" name="Graphic 6">
            <a:extLst>
              <a:ext uri="{FF2B5EF4-FFF2-40B4-BE49-F238E27FC236}">
                <a16:creationId xmlns:a16="http://schemas.microsoft.com/office/drawing/2014/main" id="{F4813871-4B64-2E2B-1726-57D9E85038EB}"/>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pic>
        <p:nvPicPr>
          <p:cNvPr id="20" name="Graphic 19">
            <a:extLst>
              <a:ext uri="{FF2B5EF4-FFF2-40B4-BE49-F238E27FC236}">
                <a16:creationId xmlns:a16="http://schemas.microsoft.com/office/drawing/2014/main" id="{ADDC5D70-8B52-7642-4FF8-A49BF00C7F0C}"/>
              </a:ext>
            </a:extLst>
          </p:cNvPr>
          <p:cNvPicPr>
            <a:picLocks noChangeAspect="1"/>
          </p:cNvPicPr>
          <p:nvPr userDrawn="1"/>
        </p:nvPicPr>
        <p:blipFill>
          <a:blip r:embed="rId3">
            <a:extLst>
              <a:ext uri="{96DAC541-7B7A-43D3-8B79-37D633B846F1}">
                <asvg:svgBlip xmlns:asvg="http://schemas.microsoft.com/office/drawing/2016/SVG/main" r:embed="rId5"/>
              </a:ext>
            </a:extLst>
          </a:blip>
          <a:srcRect t="27759" r="85778" b="22482"/>
          <a:stretch>
            <a:fillRect/>
          </a:stretch>
        </p:blipFill>
        <p:spPr>
          <a:xfrm>
            <a:off x="-1713139" y="1875410"/>
            <a:ext cx="1116713" cy="3475849"/>
          </a:xfrm>
          <a:custGeom>
            <a:avLst/>
            <a:gdLst>
              <a:gd name="connsiteX0" fmla="*/ 0 w 1116568"/>
              <a:gd name="connsiteY0" fmla="*/ 0 h 3475849"/>
              <a:gd name="connsiteX1" fmla="*/ 1116568 w 1116568"/>
              <a:gd name="connsiteY1" fmla="*/ 0 h 3475849"/>
              <a:gd name="connsiteX2" fmla="*/ 1116568 w 1116568"/>
              <a:gd name="connsiteY2" fmla="*/ 3475849 h 3475849"/>
              <a:gd name="connsiteX3" fmla="*/ 0 w 1116568"/>
              <a:gd name="connsiteY3" fmla="*/ 3475849 h 3475849"/>
              <a:gd name="connsiteX4" fmla="*/ 0 w 1116568"/>
              <a:gd name="connsiteY4" fmla="*/ 0 h 3475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68" h="3475849">
                <a:moveTo>
                  <a:pt x="0" y="0"/>
                </a:moveTo>
                <a:lnTo>
                  <a:pt x="1116568" y="0"/>
                </a:lnTo>
                <a:lnTo>
                  <a:pt x="1116568" y="3475849"/>
                </a:lnTo>
                <a:lnTo>
                  <a:pt x="0" y="3475849"/>
                </a:lnTo>
                <a:lnTo>
                  <a:pt x="0" y="0"/>
                </a:lnTo>
                <a:close/>
              </a:path>
            </a:pathLst>
          </a:custGeom>
        </p:spPr>
      </p:pic>
      <p:sp>
        <p:nvSpPr>
          <p:cNvPr id="13" name="Rectangle 12">
            <a:extLst>
              <a:ext uri="{FF2B5EF4-FFF2-40B4-BE49-F238E27FC236}">
                <a16:creationId xmlns:a16="http://schemas.microsoft.com/office/drawing/2014/main" id="{945A8390-3C53-AD0A-5BF0-0037A2F28F61}"/>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bg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AF0CC83D-63AE-2502-5128-2F717942A24C}"/>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1"/>
                </a:solidFill>
                <a:latin typeface="+mj-lt"/>
              </a:defRPr>
            </a:lvl1pPr>
          </a:lstStyle>
          <a:p>
            <a:r>
              <a:rPr lang="en-US"/>
              <a:t>Click to </a:t>
            </a:r>
            <a:br>
              <a:rPr lang="en-US"/>
            </a:br>
            <a:r>
              <a:rPr lang="en-US"/>
              <a:t>Add Title</a:t>
            </a:r>
          </a:p>
        </p:txBody>
      </p:sp>
      <p:sp>
        <p:nvSpPr>
          <p:cNvPr id="10" name="Text Placeholder 26">
            <a:extLst>
              <a:ext uri="{FF2B5EF4-FFF2-40B4-BE49-F238E27FC236}">
                <a16:creationId xmlns:a16="http://schemas.microsoft.com/office/drawing/2014/main" id="{1FFE1526-E410-439E-E218-F6B43F9975C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1"/>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14" name="Picture Placeholder 1">
            <a:extLst>
              <a:ext uri="{FF2B5EF4-FFF2-40B4-BE49-F238E27FC236}">
                <a16:creationId xmlns:a16="http://schemas.microsoft.com/office/drawing/2014/main" id="{F8A4B0EB-F0B3-9B89-8AE7-CC98DCEE6AD4}"/>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tx1">
              <a:alpha val="50000"/>
            </a:schemeClr>
          </a:solidFill>
        </p:spPr>
        <p:txBody>
          <a:bodyPr wrap="square" tIns="182880" rIns="274320">
            <a:noAutofit/>
          </a:bodyPr>
          <a:lstStyle>
            <a:lvl1pPr marL="0" indent="0" algn="r">
              <a:buNone/>
              <a:defRPr>
                <a:solidFill>
                  <a:schemeClr val="accent1"/>
                </a:solidFill>
              </a:defRPr>
            </a:lvl1pPr>
          </a:lstStyle>
          <a:p>
            <a:r>
              <a:rPr lang="en-US"/>
              <a:t>Click Icon to Change Image</a:t>
            </a:r>
          </a:p>
        </p:txBody>
      </p:sp>
    </p:spTree>
    <p:extLst>
      <p:ext uri="{BB962C8B-B14F-4D97-AF65-F5344CB8AC3E}">
        <p14:creationId xmlns:p14="http://schemas.microsoft.com/office/powerpoint/2010/main" val="24324707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7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4F0ECEDF-D9DE-7592-0B71-357D70E3A878}"/>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1"/>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2DF8C957-9870-23A2-6547-7A2EF8BBBD34}"/>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10" name="Rectangle 9">
            <a:extLst>
              <a:ext uri="{FF2B5EF4-FFF2-40B4-BE49-F238E27FC236}">
                <a16:creationId xmlns:a16="http://schemas.microsoft.com/office/drawing/2014/main" id="{00E27D6B-61FE-5F68-1547-0B40A6BC1C37}"/>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13" name="Title 5">
            <a:extLst>
              <a:ext uri="{FF2B5EF4-FFF2-40B4-BE49-F238E27FC236}">
                <a16:creationId xmlns:a16="http://schemas.microsoft.com/office/drawing/2014/main" id="{942BD3F2-20FE-A752-BB0F-C3D3EE77ABCE}"/>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4" name="Text Placeholder 26">
            <a:extLst>
              <a:ext uri="{FF2B5EF4-FFF2-40B4-BE49-F238E27FC236}">
                <a16:creationId xmlns:a16="http://schemas.microsoft.com/office/drawing/2014/main" id="{393A01BC-161A-DC05-237F-91FE8D6F1B27}"/>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6" name="Picture Placeholder 1">
            <a:extLst>
              <a:ext uri="{FF2B5EF4-FFF2-40B4-BE49-F238E27FC236}">
                <a16:creationId xmlns:a16="http://schemas.microsoft.com/office/drawing/2014/main" id="{A40F679D-95A9-C697-E711-F2455CB627A1}"/>
              </a:ext>
            </a:extLst>
          </p:cNvPr>
          <p:cNvSpPr>
            <a:spLocks noGrp="1"/>
          </p:cNvSpPr>
          <p:nvPr>
            <p:ph type="pic" sz="quarter" idx="11" hasCustomPrompt="1"/>
          </p:nvPr>
        </p:nvSpPr>
        <p:spPr>
          <a:xfrm>
            <a:off x="2409654" y="-2871"/>
            <a:ext cx="9783934"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1">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22941648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2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8" y="1282"/>
            <a:ext cx="12191980" cy="6856718"/>
          </a:xfrm>
          <a:prstGeom prst="rect">
            <a:avLst/>
          </a:prstGeom>
        </p:spPr>
      </p:pic>
      <p:sp>
        <p:nvSpPr>
          <p:cNvPr id="7" name="Freeform 6">
            <a:extLst>
              <a:ext uri="{FF2B5EF4-FFF2-40B4-BE49-F238E27FC236}">
                <a16:creationId xmlns:a16="http://schemas.microsoft.com/office/drawing/2014/main" id="{CAC9F694-333A-C16E-CF57-6D7A716C8CB3}"/>
              </a:ext>
            </a:extLst>
          </p:cNvPr>
          <p:cNvSpPr/>
          <p:nvPr userDrawn="1"/>
        </p:nvSpPr>
        <p:spPr>
          <a:xfrm>
            <a:off x="1" y="-2871"/>
            <a:ext cx="5705858"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4"/>
          </a:solidFill>
          <a:ln w="18551" cap="flat">
            <a:noFill/>
            <a:prstDash val="solid"/>
            <a:miter/>
          </a:ln>
        </p:spPr>
        <p:txBody>
          <a:bodyPr wrap="square" rtlCol="0" anchor="ctr">
            <a:noAutofit/>
          </a:bodyPr>
          <a:lstStyle/>
          <a:p>
            <a:endParaRPr lang="en-US" sz="1800">
              <a:latin typeface="Montserrat" panose="00000500000000000000" pitchFamily="2" charset="0"/>
            </a:endParaRPr>
          </a:p>
        </p:txBody>
      </p:sp>
      <p:pic>
        <p:nvPicPr>
          <p:cNvPr id="8" name="Graphic 7">
            <a:extLst>
              <a:ext uri="{FF2B5EF4-FFF2-40B4-BE49-F238E27FC236}">
                <a16:creationId xmlns:a16="http://schemas.microsoft.com/office/drawing/2014/main" id="{94DC2324-9991-A207-6E60-CF2B3506C527}"/>
              </a:ext>
            </a:extLst>
          </p:cNvPr>
          <p:cNvPicPr>
            <a:picLocks noChangeAspect="1"/>
          </p:cNvPicPr>
          <p:nvPr userDrawn="1"/>
        </p:nvPicPr>
        <p:blipFill>
          <a:blip r:embed="rId3">
            <a:alphaModFix/>
            <a:extLst>
              <a:ext uri="{96DAC541-7B7A-43D3-8B79-37D633B846F1}">
                <asvg:svgBlip xmlns:asvg="http://schemas.microsoft.com/office/drawing/2016/SVG/main" r:embed="rId4"/>
              </a:ext>
            </a:extLst>
          </a:blip>
          <a:srcRect/>
          <a:stretch>
            <a:fillRect/>
          </a:stretch>
        </p:blipFill>
        <p:spPr>
          <a:xfrm>
            <a:off x="-2404156" y="-63667"/>
            <a:ext cx="7851745"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20" name="Rectangle 19">
            <a:extLst>
              <a:ext uri="{FF2B5EF4-FFF2-40B4-BE49-F238E27FC236}">
                <a16:creationId xmlns:a16="http://schemas.microsoft.com/office/drawing/2014/main" id="{76800973-7376-3714-5B15-81DFB3BB791D}"/>
              </a:ext>
            </a:extLst>
          </p:cNvPr>
          <p:cNvSpPr/>
          <p:nvPr userDrawn="1"/>
        </p:nvSpPr>
        <p:spPr>
          <a:xfrm>
            <a:off x="804237" y="5972429"/>
            <a:ext cx="1522733"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anose="00000500000000000000" pitchFamily="2" charset="0"/>
                <a:cs typeface="Calibri"/>
              </a:rPr>
              <a:t>Blend360.com</a:t>
            </a:r>
          </a:p>
        </p:txBody>
      </p:sp>
      <p:sp>
        <p:nvSpPr>
          <p:cNvPr id="9" name="Title 5">
            <a:extLst>
              <a:ext uri="{FF2B5EF4-FFF2-40B4-BE49-F238E27FC236}">
                <a16:creationId xmlns:a16="http://schemas.microsoft.com/office/drawing/2014/main" id="{89E49884-BEA7-81F4-EF24-446EB02A8C66}"/>
              </a:ext>
            </a:extLst>
          </p:cNvPr>
          <p:cNvSpPr>
            <a:spLocks noGrp="1"/>
          </p:cNvSpPr>
          <p:nvPr>
            <p:ph type="title" hasCustomPrompt="1"/>
          </p:nvPr>
        </p:nvSpPr>
        <p:spPr>
          <a:xfrm>
            <a:off x="689874" y="2591532"/>
            <a:ext cx="3893012"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1" name="Text Placeholder 26">
            <a:extLst>
              <a:ext uri="{FF2B5EF4-FFF2-40B4-BE49-F238E27FC236}">
                <a16:creationId xmlns:a16="http://schemas.microsoft.com/office/drawing/2014/main" id="{9DC3F139-E3F5-F8D8-514D-D7634CA97525}"/>
              </a:ext>
            </a:extLst>
          </p:cNvPr>
          <p:cNvSpPr>
            <a:spLocks noGrp="1"/>
          </p:cNvSpPr>
          <p:nvPr>
            <p:ph type="body" sz="quarter" idx="10" hasCustomPrompt="1"/>
          </p:nvPr>
        </p:nvSpPr>
        <p:spPr>
          <a:xfrm>
            <a:off x="690564" y="4069626"/>
            <a:ext cx="3893087" cy="712787"/>
          </a:xfrm>
        </p:spPr>
        <p:txBody>
          <a:bodyPr>
            <a:noAutofit/>
          </a:bodyPr>
          <a:lstStyle>
            <a:lvl1pPr marL="0" indent="0">
              <a:buNone/>
              <a:defRPr sz="1600" b="0" i="0">
                <a:solidFill>
                  <a:schemeClr val="accent2"/>
                </a:solidFill>
                <a:latin typeface="Montserrat" panose="00000500000000000000" pitchFamily="2" charset="0"/>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2" name="Picture Placeholder 1">
            <a:extLst>
              <a:ext uri="{FF2B5EF4-FFF2-40B4-BE49-F238E27FC236}">
                <a16:creationId xmlns:a16="http://schemas.microsoft.com/office/drawing/2014/main" id="{FADA5E31-D0C1-D5C6-9294-ECAE05D04CD0}"/>
              </a:ext>
            </a:extLst>
          </p:cNvPr>
          <p:cNvSpPr>
            <a:spLocks noGrp="1"/>
          </p:cNvSpPr>
          <p:nvPr>
            <p:ph type="pic" sz="quarter" idx="11" hasCustomPrompt="1"/>
          </p:nvPr>
        </p:nvSpPr>
        <p:spPr>
          <a:xfrm>
            <a:off x="2409654" y="-2871"/>
            <a:ext cx="9783934" cy="685799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4">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70037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3_Blank Layout">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
        <p:nvSpPr>
          <p:cNvPr id="2" name="Text Placeholder 26">
            <a:extLst>
              <a:ext uri="{FF2B5EF4-FFF2-40B4-BE49-F238E27FC236}">
                <a16:creationId xmlns:a16="http://schemas.microsoft.com/office/drawing/2014/main" id="{9462895C-8F85-60E4-AED6-8F7FEA1F5549}"/>
              </a:ext>
            </a:extLst>
          </p:cNvPr>
          <p:cNvSpPr>
            <a:spLocks noGrp="1"/>
          </p:cNvSpPr>
          <p:nvPr>
            <p:ph type="body" sz="quarter" idx="18" hasCustomPrompt="1"/>
          </p:nvPr>
        </p:nvSpPr>
        <p:spPr>
          <a:xfrm>
            <a:off x="1517870" y="4920709"/>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 name="Text Placeholder 26">
            <a:extLst>
              <a:ext uri="{FF2B5EF4-FFF2-40B4-BE49-F238E27FC236}">
                <a16:creationId xmlns:a16="http://schemas.microsoft.com/office/drawing/2014/main" id="{28D02379-698D-F0EE-C7BB-548758F4766F}"/>
              </a:ext>
            </a:extLst>
          </p:cNvPr>
          <p:cNvSpPr>
            <a:spLocks noGrp="1"/>
          </p:cNvSpPr>
          <p:nvPr>
            <p:ph type="body" sz="quarter" idx="19" hasCustomPrompt="1"/>
          </p:nvPr>
        </p:nvSpPr>
        <p:spPr>
          <a:xfrm>
            <a:off x="6154676" y="4920709"/>
            <a:ext cx="3851787" cy="764935"/>
          </a:xfrm>
        </p:spPr>
        <p:txBody>
          <a:bodyPr anchor="ctr">
            <a:noAutofit/>
          </a:bodyPr>
          <a:lstStyle>
            <a:lvl1pPr marL="0" indent="0">
              <a:buNone/>
              <a:defRPr sz="16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4" name="Text Placeholder 26">
            <a:extLst>
              <a:ext uri="{FF2B5EF4-FFF2-40B4-BE49-F238E27FC236}">
                <a16:creationId xmlns:a16="http://schemas.microsoft.com/office/drawing/2014/main" id="{F155F95C-3A34-00F2-8F4E-3457C5FB84DF}"/>
              </a:ext>
            </a:extLst>
          </p:cNvPr>
          <p:cNvSpPr>
            <a:spLocks noGrp="1"/>
          </p:cNvSpPr>
          <p:nvPr>
            <p:ph type="body" sz="quarter" idx="20" hasCustomPrompt="1"/>
          </p:nvPr>
        </p:nvSpPr>
        <p:spPr>
          <a:xfrm>
            <a:off x="5590307" y="4920709"/>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5" name="Text Placeholder 26">
            <a:extLst>
              <a:ext uri="{FF2B5EF4-FFF2-40B4-BE49-F238E27FC236}">
                <a16:creationId xmlns:a16="http://schemas.microsoft.com/office/drawing/2014/main" id="{371BF82D-75F0-C116-BEEB-D46DFAD7A7A2}"/>
              </a:ext>
            </a:extLst>
          </p:cNvPr>
          <p:cNvSpPr>
            <a:spLocks noGrp="1"/>
          </p:cNvSpPr>
          <p:nvPr>
            <p:ph type="body" sz="quarter" idx="21" hasCustomPrompt="1"/>
          </p:nvPr>
        </p:nvSpPr>
        <p:spPr>
          <a:xfrm>
            <a:off x="961295" y="4920709"/>
            <a:ext cx="506487" cy="764935"/>
          </a:xfrm>
        </p:spPr>
        <p:txBody>
          <a:bodyPr anchor="ctr">
            <a:noAutofit/>
          </a:bodyPr>
          <a:lstStyle>
            <a:lvl1pPr marL="0" indent="0">
              <a:buNone/>
              <a:defRPr sz="16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7670816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7_Blank Layout">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3D3C8C8-FECB-72DE-F578-BCF57C71F9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pic>
        <p:nvPicPr>
          <p:cNvPr id="6" name="Graphic 5">
            <a:extLst>
              <a:ext uri="{FF2B5EF4-FFF2-40B4-BE49-F238E27FC236}">
                <a16:creationId xmlns:a16="http://schemas.microsoft.com/office/drawing/2014/main" id="{4977049C-1A0C-EB44-9043-F0D0A48A9A9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7" name="Title 16">
            <a:extLst>
              <a:ext uri="{FF2B5EF4-FFF2-40B4-BE49-F238E27FC236}">
                <a16:creationId xmlns:a16="http://schemas.microsoft.com/office/drawing/2014/main" id="{9454C451-BC89-F5C8-9E09-0B8A282A2169}"/>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
        <p:nvSpPr>
          <p:cNvPr id="12" name="Slide Number Placeholder 13">
            <a:extLst>
              <a:ext uri="{FF2B5EF4-FFF2-40B4-BE49-F238E27FC236}">
                <a16:creationId xmlns:a16="http://schemas.microsoft.com/office/drawing/2014/main" id="{2E13FECC-BBAB-48EC-C0CD-5955A555E8E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13" name="TextBox 12">
            <a:extLst>
              <a:ext uri="{FF2B5EF4-FFF2-40B4-BE49-F238E27FC236}">
                <a16:creationId xmlns:a16="http://schemas.microsoft.com/office/drawing/2014/main" id="{21DC6328-B0EB-05CF-AE19-7852F17088C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14" name="Text Placeholder 26">
            <a:extLst>
              <a:ext uri="{FF2B5EF4-FFF2-40B4-BE49-F238E27FC236}">
                <a16:creationId xmlns:a16="http://schemas.microsoft.com/office/drawing/2014/main" id="{3717CAA2-F6E9-2944-FEF0-0AC5B78B52BB}"/>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5" name="Text Placeholder 26">
            <a:extLst>
              <a:ext uri="{FF2B5EF4-FFF2-40B4-BE49-F238E27FC236}">
                <a16:creationId xmlns:a16="http://schemas.microsoft.com/office/drawing/2014/main" id="{4B192409-E23E-38D9-7FF6-48CA9303DAD8}"/>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6" name="Text Placeholder 26">
            <a:extLst>
              <a:ext uri="{FF2B5EF4-FFF2-40B4-BE49-F238E27FC236}">
                <a16:creationId xmlns:a16="http://schemas.microsoft.com/office/drawing/2014/main" id="{35E92378-0A35-30F2-F088-98E510A9ABD4}"/>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7" name="Text Placeholder 26">
            <a:extLst>
              <a:ext uri="{FF2B5EF4-FFF2-40B4-BE49-F238E27FC236}">
                <a16:creationId xmlns:a16="http://schemas.microsoft.com/office/drawing/2014/main" id="{024AE8F5-DCAA-5558-5BB8-C9AB1D2638CD}"/>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01BA461-B168-1D28-B367-AFDF78BD56D1}"/>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28" name="Text Placeholder 26">
            <a:extLst>
              <a:ext uri="{FF2B5EF4-FFF2-40B4-BE49-F238E27FC236}">
                <a16:creationId xmlns:a16="http://schemas.microsoft.com/office/drawing/2014/main" id="{981D0613-DDB6-55E2-7F29-377A323B1B71}"/>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29" name="Text Placeholder 26">
            <a:extLst>
              <a:ext uri="{FF2B5EF4-FFF2-40B4-BE49-F238E27FC236}">
                <a16:creationId xmlns:a16="http://schemas.microsoft.com/office/drawing/2014/main" id="{6A52C8DF-3903-4D37-1043-B46F2171C78B}"/>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0" name="Text Placeholder 26">
            <a:extLst>
              <a:ext uri="{FF2B5EF4-FFF2-40B4-BE49-F238E27FC236}">
                <a16:creationId xmlns:a16="http://schemas.microsoft.com/office/drawing/2014/main" id="{D96C6EA5-BD3A-40B9-E370-25C066EAB07B}"/>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15431130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75_Blank Layout">
    <p:bg>
      <p:bgPr>
        <a:solidFill>
          <a:schemeClr val="accent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5860EC-EBD5-1284-5AD1-779762250C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82486" y="-387514"/>
            <a:ext cx="4349963" cy="7648285"/>
          </a:xfrm>
          <a:prstGeom prst="rect">
            <a:avLst/>
          </a:prstGeom>
        </p:spPr>
      </p:pic>
      <p:sp>
        <p:nvSpPr>
          <p:cNvPr id="37" name="Title 16">
            <a:extLst>
              <a:ext uri="{FF2B5EF4-FFF2-40B4-BE49-F238E27FC236}">
                <a16:creationId xmlns:a16="http://schemas.microsoft.com/office/drawing/2014/main" id="{9E3AD48C-57BF-0EF6-D32F-A560B6D73FEA}"/>
              </a:ext>
            </a:extLst>
          </p:cNvPr>
          <p:cNvSpPr>
            <a:spLocks noGrp="1"/>
          </p:cNvSpPr>
          <p:nvPr>
            <p:ph type="title" hasCustomPrompt="1"/>
          </p:nvPr>
        </p:nvSpPr>
        <p:spPr>
          <a:xfrm>
            <a:off x="961295" y="1709878"/>
            <a:ext cx="9045168"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pic>
        <p:nvPicPr>
          <p:cNvPr id="9" name="Graphic 8">
            <a:extLst>
              <a:ext uri="{FF2B5EF4-FFF2-40B4-BE49-F238E27FC236}">
                <a16:creationId xmlns:a16="http://schemas.microsoft.com/office/drawing/2014/main" id="{AF7118C1-7699-267F-B078-51E1BB4BEDD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3" name="Slide Number Placeholder 13">
            <a:extLst>
              <a:ext uri="{FF2B5EF4-FFF2-40B4-BE49-F238E27FC236}">
                <a16:creationId xmlns:a16="http://schemas.microsoft.com/office/drawing/2014/main" id="{5B0C2EDA-8A2B-FFDF-090C-18B85505521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5" name="TextBox 4">
            <a:extLst>
              <a:ext uri="{FF2B5EF4-FFF2-40B4-BE49-F238E27FC236}">
                <a16:creationId xmlns:a16="http://schemas.microsoft.com/office/drawing/2014/main" id="{53892686-74AE-215C-78FD-D667A2DDF257}"/>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6" name="Text Placeholder 26">
            <a:extLst>
              <a:ext uri="{FF2B5EF4-FFF2-40B4-BE49-F238E27FC236}">
                <a16:creationId xmlns:a16="http://schemas.microsoft.com/office/drawing/2014/main" id="{E1319FC9-9B94-7A4C-A90C-4901B76F360E}"/>
              </a:ext>
            </a:extLst>
          </p:cNvPr>
          <p:cNvSpPr>
            <a:spLocks noGrp="1"/>
          </p:cNvSpPr>
          <p:nvPr>
            <p:ph type="body" sz="quarter" idx="10" hasCustomPrompt="1"/>
          </p:nvPr>
        </p:nvSpPr>
        <p:spPr>
          <a:xfrm>
            <a:off x="1517870"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7" name="Text Placeholder 26">
            <a:extLst>
              <a:ext uri="{FF2B5EF4-FFF2-40B4-BE49-F238E27FC236}">
                <a16:creationId xmlns:a16="http://schemas.microsoft.com/office/drawing/2014/main" id="{36990E72-146E-061F-DECA-E864D245F3D5}"/>
              </a:ext>
            </a:extLst>
          </p:cNvPr>
          <p:cNvSpPr>
            <a:spLocks noGrp="1"/>
          </p:cNvSpPr>
          <p:nvPr>
            <p:ph type="body" sz="quarter" idx="11" hasCustomPrompt="1"/>
          </p:nvPr>
        </p:nvSpPr>
        <p:spPr>
          <a:xfrm>
            <a:off x="6154676" y="2789243"/>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8" name="Text Placeholder 26">
            <a:extLst>
              <a:ext uri="{FF2B5EF4-FFF2-40B4-BE49-F238E27FC236}">
                <a16:creationId xmlns:a16="http://schemas.microsoft.com/office/drawing/2014/main" id="{33EB482E-038E-4A46-5F2E-5AFD8821A756}"/>
              </a:ext>
            </a:extLst>
          </p:cNvPr>
          <p:cNvSpPr>
            <a:spLocks noGrp="1"/>
          </p:cNvSpPr>
          <p:nvPr>
            <p:ph type="body" sz="quarter" idx="12" hasCustomPrompt="1"/>
          </p:nvPr>
        </p:nvSpPr>
        <p:spPr>
          <a:xfrm>
            <a:off x="1517870"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0" name="Text Placeholder 26">
            <a:extLst>
              <a:ext uri="{FF2B5EF4-FFF2-40B4-BE49-F238E27FC236}">
                <a16:creationId xmlns:a16="http://schemas.microsoft.com/office/drawing/2014/main" id="{E8B7BE48-D402-FA6D-B9C7-85F6AA7CC378}"/>
              </a:ext>
            </a:extLst>
          </p:cNvPr>
          <p:cNvSpPr>
            <a:spLocks noGrp="1"/>
          </p:cNvSpPr>
          <p:nvPr>
            <p:ph type="body" sz="quarter" idx="13" hasCustomPrompt="1"/>
          </p:nvPr>
        </p:nvSpPr>
        <p:spPr>
          <a:xfrm>
            <a:off x="6154676" y="3854976"/>
            <a:ext cx="3851787" cy="764935"/>
          </a:xfrm>
        </p:spPr>
        <p:txBody>
          <a:bodyPr anchor="ctr">
            <a:noAutofit/>
          </a:bodyPr>
          <a:lstStyle>
            <a:lvl1pPr marL="0" indent="0">
              <a:buNone/>
              <a:defRPr sz="16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1" name="Text Placeholder 26">
            <a:extLst>
              <a:ext uri="{FF2B5EF4-FFF2-40B4-BE49-F238E27FC236}">
                <a16:creationId xmlns:a16="http://schemas.microsoft.com/office/drawing/2014/main" id="{772E9D82-C44F-F1EA-8EDD-F9535228AB44}"/>
              </a:ext>
            </a:extLst>
          </p:cNvPr>
          <p:cNvSpPr>
            <a:spLocks noGrp="1"/>
          </p:cNvSpPr>
          <p:nvPr>
            <p:ph type="body" sz="quarter" idx="14" hasCustomPrompt="1"/>
          </p:nvPr>
        </p:nvSpPr>
        <p:spPr>
          <a:xfrm>
            <a:off x="5590308"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12" name="Text Placeholder 26">
            <a:extLst>
              <a:ext uri="{FF2B5EF4-FFF2-40B4-BE49-F238E27FC236}">
                <a16:creationId xmlns:a16="http://schemas.microsoft.com/office/drawing/2014/main" id="{D7CB2A0E-1176-0C27-A8D9-3CBFF25740A4}"/>
              </a:ext>
            </a:extLst>
          </p:cNvPr>
          <p:cNvSpPr>
            <a:spLocks noGrp="1"/>
          </p:cNvSpPr>
          <p:nvPr>
            <p:ph type="body" sz="quarter" idx="15" hasCustomPrompt="1"/>
          </p:nvPr>
        </p:nvSpPr>
        <p:spPr>
          <a:xfrm>
            <a:off x="5590307"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13" name="Text Placeholder 26">
            <a:extLst>
              <a:ext uri="{FF2B5EF4-FFF2-40B4-BE49-F238E27FC236}">
                <a16:creationId xmlns:a16="http://schemas.microsoft.com/office/drawing/2014/main" id="{5A007A47-92DC-2854-A61A-9CB5A57BB166}"/>
              </a:ext>
            </a:extLst>
          </p:cNvPr>
          <p:cNvSpPr>
            <a:spLocks noGrp="1"/>
          </p:cNvSpPr>
          <p:nvPr>
            <p:ph type="body" sz="quarter" idx="16" hasCustomPrompt="1"/>
          </p:nvPr>
        </p:nvSpPr>
        <p:spPr>
          <a:xfrm>
            <a:off x="961296" y="2789243"/>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14" name="Text Placeholder 26">
            <a:extLst>
              <a:ext uri="{FF2B5EF4-FFF2-40B4-BE49-F238E27FC236}">
                <a16:creationId xmlns:a16="http://schemas.microsoft.com/office/drawing/2014/main" id="{ABE79067-AFC0-01F6-700C-E96DCAECD4DD}"/>
              </a:ext>
            </a:extLst>
          </p:cNvPr>
          <p:cNvSpPr>
            <a:spLocks noGrp="1"/>
          </p:cNvSpPr>
          <p:nvPr>
            <p:ph type="body" sz="quarter" idx="17" hasCustomPrompt="1"/>
          </p:nvPr>
        </p:nvSpPr>
        <p:spPr>
          <a:xfrm>
            <a:off x="961295" y="3854976"/>
            <a:ext cx="506487" cy="764935"/>
          </a:xfrm>
        </p:spPr>
        <p:txBody>
          <a:bodyPr anchor="ctr">
            <a:noAutofit/>
          </a:bodyPr>
          <a:lstStyle>
            <a:lvl1pPr marL="0" indent="0">
              <a:buNone/>
              <a:defRPr sz="16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36863356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40_Blank Layout">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50F09B-A494-5D08-27B1-32290FA0966D}"/>
              </a:ext>
            </a:extLst>
          </p:cNvPr>
          <p:cNvPicPr>
            <a:picLocks noChangeAspect="1"/>
          </p:cNvPicPr>
          <p:nvPr userDrawn="1"/>
        </p:nvPicPr>
        <p:blipFill>
          <a:blip r:embed="rId2"/>
          <a:stretch>
            <a:fillRect/>
          </a:stretch>
        </p:blipFill>
        <p:spPr>
          <a:xfrm>
            <a:off x="127195" y="168672"/>
            <a:ext cx="6092659" cy="6520656"/>
          </a:xfrm>
          <a:prstGeom prst="rect">
            <a:avLst/>
          </a:prstGeom>
        </p:spPr>
      </p:pic>
      <p:sp>
        <p:nvSpPr>
          <p:cNvPr id="15" name="Picture Placeholder 6">
            <a:extLst>
              <a:ext uri="{FF2B5EF4-FFF2-40B4-BE49-F238E27FC236}">
                <a16:creationId xmlns:a16="http://schemas.microsoft.com/office/drawing/2014/main" id="{33978187-75CD-0F5C-BE91-98349E736F23}"/>
              </a:ext>
            </a:extLst>
          </p:cNvPr>
          <p:cNvSpPr>
            <a:spLocks noGrp="1"/>
          </p:cNvSpPr>
          <p:nvPr>
            <p:ph type="pic" idx="1" hasCustomPrompt="1"/>
          </p:nvPr>
        </p:nvSpPr>
        <p:spPr>
          <a:xfrm>
            <a:off x="127194" y="168672"/>
            <a:ext cx="6092660" cy="6520656"/>
          </a:xfrm>
          <a:solidFill>
            <a:srgbClr val="F4F3F0">
              <a:alpha val="68000"/>
            </a:srgbClr>
          </a:solidFill>
        </p:spPr>
        <p:txBody>
          <a:bodyPr lIns="91440" tIns="182880"/>
          <a:lstStyle>
            <a:lvl1pPr marL="0" indent="0">
              <a:buNone/>
              <a:defRPr>
                <a:solidFill>
                  <a:srgbClr val="003059"/>
                </a:solidFill>
                <a:latin typeface="Montserrat" panose="000005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8" name="Freeform 7">
            <a:extLst>
              <a:ext uri="{FF2B5EF4-FFF2-40B4-BE49-F238E27FC236}">
                <a16:creationId xmlns:a16="http://schemas.microsoft.com/office/drawing/2014/main" id="{1E03995F-B8EA-233A-3299-941489AC32DC}"/>
              </a:ext>
            </a:extLst>
          </p:cNvPr>
          <p:cNvSpPr>
            <a:spLocks/>
          </p:cNvSpPr>
          <p:nvPr userDrawn="1"/>
        </p:nvSpPr>
        <p:spPr>
          <a:xfrm rot="10800000">
            <a:off x="7726147" y="7124"/>
            <a:ext cx="4467442"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alpha val="3705"/>
            </a:schemeClr>
          </a:solidFill>
          <a:ln w="17383" cap="flat">
            <a:noFill/>
            <a:prstDash val="solid"/>
            <a:miter/>
          </a:ln>
        </p:spPr>
        <p:txBody>
          <a:bodyPr rtlCol="0" anchor="ctr"/>
          <a:lstStyle/>
          <a:p>
            <a:endParaRPr lang="en-US" sz="1800">
              <a:latin typeface="Montserrat" panose="00000500000000000000" pitchFamily="2" charset="0"/>
            </a:endParaRPr>
          </a:p>
        </p:txBody>
      </p:sp>
      <p:sp>
        <p:nvSpPr>
          <p:cNvPr id="18" name="Text Placeholder 26">
            <a:extLst>
              <a:ext uri="{FF2B5EF4-FFF2-40B4-BE49-F238E27FC236}">
                <a16:creationId xmlns:a16="http://schemas.microsoft.com/office/drawing/2014/main" id="{809E5147-7114-32A7-E76B-DC0C029381DB}"/>
              </a:ext>
            </a:extLst>
          </p:cNvPr>
          <p:cNvSpPr>
            <a:spLocks noGrp="1"/>
          </p:cNvSpPr>
          <p:nvPr>
            <p:ph type="body" sz="quarter" idx="14" hasCustomPrompt="1"/>
          </p:nvPr>
        </p:nvSpPr>
        <p:spPr>
          <a:xfrm>
            <a:off x="7379826" y="2760306"/>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2083857D-063A-51AB-1DAC-53F353773323}"/>
              </a:ext>
            </a:extLst>
          </p:cNvPr>
          <p:cNvSpPr>
            <a:spLocks noGrp="1"/>
          </p:cNvSpPr>
          <p:nvPr>
            <p:ph type="body" sz="quarter" idx="15" hasCustomPrompt="1"/>
          </p:nvPr>
        </p:nvSpPr>
        <p:spPr>
          <a:xfrm>
            <a:off x="7379826" y="3371029"/>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1033C3E3-1C3A-AAED-089D-31669AE118B7}"/>
              </a:ext>
            </a:extLst>
          </p:cNvPr>
          <p:cNvSpPr>
            <a:spLocks noGrp="1"/>
          </p:cNvSpPr>
          <p:nvPr>
            <p:ph type="body" sz="quarter" idx="16" hasCustomPrompt="1"/>
          </p:nvPr>
        </p:nvSpPr>
        <p:spPr>
          <a:xfrm>
            <a:off x="7379826" y="3994847"/>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DF75C3C5-66BB-5BA0-BBAE-6CFE191B272B}"/>
              </a:ext>
            </a:extLst>
          </p:cNvPr>
          <p:cNvSpPr>
            <a:spLocks noGrp="1"/>
          </p:cNvSpPr>
          <p:nvPr>
            <p:ph type="body" sz="quarter" idx="17" hasCustomPrompt="1"/>
          </p:nvPr>
        </p:nvSpPr>
        <p:spPr>
          <a:xfrm>
            <a:off x="7379826" y="4616934"/>
            <a:ext cx="4467442" cy="489559"/>
          </a:xfrm>
        </p:spPr>
        <p:txBody>
          <a:bodyPr anchor="ctr">
            <a:noAutofit/>
          </a:bodyPr>
          <a:lstStyle>
            <a:lvl1pPr marL="0" indent="0">
              <a:buNone/>
              <a:defRPr sz="2400" b="0"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0AAB1FBD-35A4-6DF0-48E2-2610EC1DADD2}"/>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28" name="TextBox 27">
            <a:extLst>
              <a:ext uri="{FF2B5EF4-FFF2-40B4-BE49-F238E27FC236}">
                <a16:creationId xmlns:a16="http://schemas.microsoft.com/office/drawing/2014/main" id="{95EFD18D-ECA8-9CF6-038D-87FF4B8D1841}"/>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30" name="Text Placeholder 26">
            <a:extLst>
              <a:ext uri="{FF2B5EF4-FFF2-40B4-BE49-F238E27FC236}">
                <a16:creationId xmlns:a16="http://schemas.microsoft.com/office/drawing/2014/main" id="{56DFAD5E-A376-FB77-64E3-4BAC295AE893}"/>
              </a:ext>
            </a:extLst>
          </p:cNvPr>
          <p:cNvSpPr>
            <a:spLocks noGrp="1"/>
          </p:cNvSpPr>
          <p:nvPr>
            <p:ph type="body" sz="quarter" idx="18" hasCustomPrompt="1"/>
          </p:nvPr>
        </p:nvSpPr>
        <p:spPr>
          <a:xfrm>
            <a:off x="6769468" y="2760306"/>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B0567ED5-0739-05AE-9CA6-BF952E09DB4E}"/>
              </a:ext>
            </a:extLst>
          </p:cNvPr>
          <p:cNvSpPr>
            <a:spLocks noGrp="1"/>
          </p:cNvSpPr>
          <p:nvPr>
            <p:ph type="body" sz="quarter" idx="19" hasCustomPrompt="1"/>
          </p:nvPr>
        </p:nvSpPr>
        <p:spPr>
          <a:xfrm>
            <a:off x="6769468" y="3367351"/>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9C8D3BBF-E8ED-593E-E06C-6BBF4F5C4639}"/>
              </a:ext>
            </a:extLst>
          </p:cNvPr>
          <p:cNvSpPr>
            <a:spLocks noGrp="1"/>
          </p:cNvSpPr>
          <p:nvPr>
            <p:ph type="body" sz="quarter" idx="20" hasCustomPrompt="1"/>
          </p:nvPr>
        </p:nvSpPr>
        <p:spPr>
          <a:xfrm>
            <a:off x="6769468" y="3999219"/>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5CAB813A-4D03-3113-CCC0-08067FDE23E4}"/>
              </a:ext>
            </a:extLst>
          </p:cNvPr>
          <p:cNvSpPr>
            <a:spLocks noGrp="1"/>
          </p:cNvSpPr>
          <p:nvPr>
            <p:ph type="body" sz="quarter" idx="21" hasCustomPrompt="1"/>
          </p:nvPr>
        </p:nvSpPr>
        <p:spPr>
          <a:xfrm>
            <a:off x="6769468" y="4616934"/>
            <a:ext cx="490972"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sp>
        <p:nvSpPr>
          <p:cNvPr id="2" name="Title 16">
            <a:extLst>
              <a:ext uri="{FF2B5EF4-FFF2-40B4-BE49-F238E27FC236}">
                <a16:creationId xmlns:a16="http://schemas.microsoft.com/office/drawing/2014/main" id="{2658496D-C8C9-75B2-3F0D-56168CC41653}"/>
              </a:ext>
            </a:extLst>
          </p:cNvPr>
          <p:cNvSpPr>
            <a:spLocks noGrp="1"/>
          </p:cNvSpPr>
          <p:nvPr>
            <p:ph type="title" hasCustomPrompt="1"/>
          </p:nvPr>
        </p:nvSpPr>
        <p:spPr>
          <a:xfrm>
            <a:off x="6704612" y="1813414"/>
            <a:ext cx="5142657" cy="662998"/>
          </a:xfrm>
        </p:spPr>
        <p:txBody>
          <a:bodyPr>
            <a:normAutofit/>
          </a:bodyPr>
          <a:lstStyle>
            <a:lvl1pPr>
              <a:defRPr sz="3600" b="0" i="0">
                <a:solidFill>
                  <a:schemeClr val="accent1"/>
                </a:solidFill>
                <a:latin typeface="Montserrat" panose="00000500000000000000" pitchFamily="2" charset="0"/>
              </a:defRPr>
            </a:lvl1pPr>
          </a:lstStyle>
          <a:p>
            <a:r>
              <a:rPr lang="en-US"/>
              <a:t>Click to Add Title</a:t>
            </a:r>
          </a:p>
        </p:txBody>
      </p:sp>
    </p:spTree>
    <p:extLst>
      <p:ext uri="{BB962C8B-B14F-4D97-AF65-F5344CB8AC3E}">
        <p14:creationId xmlns:p14="http://schemas.microsoft.com/office/powerpoint/2010/main" val="14815323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79_Blank Layout">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6147" y="7124"/>
            <a:ext cx="4467442"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lumMod val="90000"/>
              <a:lumOff val="10000"/>
              <a:alpha val="15000"/>
            </a:schemeClr>
          </a:solidFill>
          <a:ln w="17383" cap="flat">
            <a:noFill/>
            <a:prstDash val="solid"/>
            <a:miter/>
          </a:ln>
        </p:spPr>
        <p:txBody>
          <a:bodyPr rtlCol="0" anchor="ctr"/>
          <a:lstStyle/>
          <a:p>
            <a:endParaRPr lang="en-US" sz="1800">
              <a:latin typeface="Montserrat" panose="00000500000000000000" pitchFamily="2" charset="0"/>
            </a:endParaRPr>
          </a:p>
        </p:txBody>
      </p:sp>
      <p:sp>
        <p:nvSpPr>
          <p:cNvPr id="21" name="Text Placeholder 26">
            <a:extLst>
              <a:ext uri="{FF2B5EF4-FFF2-40B4-BE49-F238E27FC236}">
                <a16:creationId xmlns:a16="http://schemas.microsoft.com/office/drawing/2014/main" id="{4AC8179B-6035-CED6-9315-991C86DB5805}"/>
              </a:ext>
            </a:extLst>
          </p:cNvPr>
          <p:cNvSpPr>
            <a:spLocks noGrp="1"/>
          </p:cNvSpPr>
          <p:nvPr>
            <p:ph type="body" sz="quarter" idx="14" hasCustomPrompt="1"/>
          </p:nvPr>
        </p:nvSpPr>
        <p:spPr>
          <a:xfrm>
            <a:off x="7379826" y="2760306"/>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59D4AA04-E647-FAB3-6813-007F335BD71B}"/>
              </a:ext>
            </a:extLst>
          </p:cNvPr>
          <p:cNvSpPr>
            <a:spLocks noGrp="1"/>
          </p:cNvSpPr>
          <p:nvPr>
            <p:ph type="body" sz="quarter" idx="15" hasCustomPrompt="1"/>
          </p:nvPr>
        </p:nvSpPr>
        <p:spPr>
          <a:xfrm>
            <a:off x="7379826" y="3371029"/>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4E66A4E-16B2-46D0-AE06-1B09BC4D6870}"/>
              </a:ext>
            </a:extLst>
          </p:cNvPr>
          <p:cNvSpPr>
            <a:spLocks noGrp="1"/>
          </p:cNvSpPr>
          <p:nvPr>
            <p:ph type="body" sz="quarter" idx="16" hasCustomPrompt="1"/>
          </p:nvPr>
        </p:nvSpPr>
        <p:spPr>
          <a:xfrm>
            <a:off x="7379826" y="3994847"/>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A20A81C-CB69-430D-69B0-4E694B1C8BB1}"/>
              </a:ext>
            </a:extLst>
          </p:cNvPr>
          <p:cNvSpPr>
            <a:spLocks noGrp="1"/>
          </p:cNvSpPr>
          <p:nvPr>
            <p:ph type="body" sz="quarter" idx="17" hasCustomPrompt="1"/>
          </p:nvPr>
        </p:nvSpPr>
        <p:spPr>
          <a:xfrm>
            <a:off x="7379826" y="4616934"/>
            <a:ext cx="4467442" cy="489559"/>
          </a:xfrm>
        </p:spPr>
        <p:txBody>
          <a:bodyPr anchor="ctr">
            <a:noAutofit/>
          </a:bodyPr>
          <a:lstStyle>
            <a:lvl1pPr marL="0" indent="0">
              <a:buNone/>
              <a:defRPr sz="2400" b="0"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8" name="Slide Number Placeholder 13">
            <a:extLst>
              <a:ext uri="{FF2B5EF4-FFF2-40B4-BE49-F238E27FC236}">
                <a16:creationId xmlns:a16="http://schemas.microsoft.com/office/drawing/2014/main" id="{C8EB8AAE-384F-B000-A155-2910EE6FFC98}"/>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29" name="TextBox 28">
            <a:extLst>
              <a:ext uri="{FF2B5EF4-FFF2-40B4-BE49-F238E27FC236}">
                <a16:creationId xmlns:a16="http://schemas.microsoft.com/office/drawing/2014/main" id="{99A56ECF-595C-D0C5-2A6F-641F07A59E1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31" name="Text Placeholder 26">
            <a:extLst>
              <a:ext uri="{FF2B5EF4-FFF2-40B4-BE49-F238E27FC236}">
                <a16:creationId xmlns:a16="http://schemas.microsoft.com/office/drawing/2014/main" id="{3C5CEA4C-2714-4E06-5DFA-C0E113EB0DD6}"/>
              </a:ext>
            </a:extLst>
          </p:cNvPr>
          <p:cNvSpPr>
            <a:spLocks noGrp="1"/>
          </p:cNvSpPr>
          <p:nvPr>
            <p:ph type="body" sz="quarter" idx="18" hasCustomPrompt="1"/>
          </p:nvPr>
        </p:nvSpPr>
        <p:spPr>
          <a:xfrm>
            <a:off x="6769468" y="2760306"/>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928166E6-D4E3-8BCA-88CF-E46685AAF085}"/>
              </a:ext>
            </a:extLst>
          </p:cNvPr>
          <p:cNvSpPr>
            <a:spLocks noGrp="1"/>
          </p:cNvSpPr>
          <p:nvPr>
            <p:ph type="body" sz="quarter" idx="19" hasCustomPrompt="1"/>
          </p:nvPr>
        </p:nvSpPr>
        <p:spPr>
          <a:xfrm>
            <a:off x="6769468" y="3367351"/>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B9932AD9-1EB0-58D8-1A8F-2E97B6F09354}"/>
              </a:ext>
            </a:extLst>
          </p:cNvPr>
          <p:cNvSpPr>
            <a:spLocks noGrp="1"/>
          </p:cNvSpPr>
          <p:nvPr>
            <p:ph type="body" sz="quarter" idx="20" hasCustomPrompt="1"/>
          </p:nvPr>
        </p:nvSpPr>
        <p:spPr>
          <a:xfrm>
            <a:off x="6769468" y="3999219"/>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E7086644-79D2-BA7E-0EA5-4B00BB788922}"/>
              </a:ext>
            </a:extLst>
          </p:cNvPr>
          <p:cNvSpPr>
            <a:spLocks noGrp="1"/>
          </p:cNvSpPr>
          <p:nvPr>
            <p:ph type="body" sz="quarter" idx="21" hasCustomPrompt="1"/>
          </p:nvPr>
        </p:nvSpPr>
        <p:spPr>
          <a:xfrm>
            <a:off x="6769468" y="4616934"/>
            <a:ext cx="490972"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5" name="Picture 4">
            <a:extLst>
              <a:ext uri="{FF2B5EF4-FFF2-40B4-BE49-F238E27FC236}">
                <a16:creationId xmlns:a16="http://schemas.microsoft.com/office/drawing/2014/main" id="{D706B484-F545-91E1-575E-1B68B4B57EBA}"/>
              </a:ext>
            </a:extLst>
          </p:cNvPr>
          <p:cNvPicPr>
            <a:picLocks noChangeAspect="1"/>
          </p:cNvPicPr>
          <p:nvPr userDrawn="1"/>
        </p:nvPicPr>
        <p:blipFill>
          <a:blip r:embed="rId2"/>
          <a:stretch>
            <a:fillRect/>
          </a:stretch>
        </p:blipFill>
        <p:spPr>
          <a:xfrm>
            <a:off x="127195" y="168672"/>
            <a:ext cx="6092659" cy="6520656"/>
          </a:xfrm>
          <a:prstGeom prst="rect">
            <a:avLst/>
          </a:prstGeom>
        </p:spPr>
      </p:pic>
      <p:sp>
        <p:nvSpPr>
          <p:cNvPr id="7" name="Picture Placeholder 6">
            <a:extLst>
              <a:ext uri="{FF2B5EF4-FFF2-40B4-BE49-F238E27FC236}">
                <a16:creationId xmlns:a16="http://schemas.microsoft.com/office/drawing/2014/main" id="{38367485-BA9F-34C9-BD92-DB9A71331A5E}"/>
              </a:ext>
            </a:extLst>
          </p:cNvPr>
          <p:cNvSpPr>
            <a:spLocks noGrp="1"/>
          </p:cNvSpPr>
          <p:nvPr>
            <p:ph type="pic" idx="1" hasCustomPrompt="1"/>
          </p:nvPr>
        </p:nvSpPr>
        <p:spPr>
          <a:xfrm>
            <a:off x="127194" y="168672"/>
            <a:ext cx="6092660" cy="6520656"/>
          </a:xfrm>
          <a:solidFill>
            <a:schemeClr val="accent1">
              <a:alpha val="49401"/>
            </a:schemeClr>
          </a:solidFill>
        </p:spPr>
        <p:txBody>
          <a:bodyPr lIns="91440" tIns="182880"/>
          <a:lstStyle>
            <a:lvl1pPr marL="0" indent="0">
              <a:buNone/>
              <a:defRPr>
                <a:solidFill>
                  <a:srgbClr val="003059"/>
                </a:solidFill>
                <a:latin typeface="Montserrat" panose="000005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7F1D18E8-28B5-56DF-4729-3945629146AF}"/>
              </a:ext>
            </a:extLst>
          </p:cNvPr>
          <p:cNvSpPr>
            <a:spLocks noGrp="1"/>
          </p:cNvSpPr>
          <p:nvPr>
            <p:ph type="title" hasCustomPrompt="1"/>
          </p:nvPr>
        </p:nvSpPr>
        <p:spPr>
          <a:xfrm>
            <a:off x="6704612" y="1813414"/>
            <a:ext cx="5142657"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Tree>
    <p:extLst>
      <p:ext uri="{BB962C8B-B14F-4D97-AF65-F5344CB8AC3E}">
        <p14:creationId xmlns:p14="http://schemas.microsoft.com/office/powerpoint/2010/main" val="39916071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80_Blank Layout">
    <p:bg>
      <p:bgPr>
        <a:solidFill>
          <a:schemeClr val="accent4"/>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6147" y="7124"/>
            <a:ext cx="4467442"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527488">
              <a:alpha val="15000"/>
            </a:srgbClr>
          </a:solidFill>
          <a:ln w="17383" cap="flat">
            <a:noFill/>
            <a:prstDash val="solid"/>
            <a:miter/>
          </a:ln>
        </p:spPr>
        <p:txBody>
          <a:bodyPr rtlCol="0" anchor="ctr"/>
          <a:lstStyle/>
          <a:p>
            <a:endParaRPr lang="en-US" sz="1800">
              <a:latin typeface="Montserrat" panose="00000500000000000000" pitchFamily="2" charset="0"/>
            </a:endParaRPr>
          </a:p>
        </p:txBody>
      </p:sp>
      <p:sp>
        <p:nvSpPr>
          <p:cNvPr id="18" name="Text Placeholder 26">
            <a:extLst>
              <a:ext uri="{FF2B5EF4-FFF2-40B4-BE49-F238E27FC236}">
                <a16:creationId xmlns:a16="http://schemas.microsoft.com/office/drawing/2014/main" id="{A0CB40A6-AED5-7A82-0046-23AEC7B1EFA5}"/>
              </a:ext>
            </a:extLst>
          </p:cNvPr>
          <p:cNvSpPr>
            <a:spLocks noGrp="1"/>
          </p:cNvSpPr>
          <p:nvPr>
            <p:ph type="body" sz="quarter" idx="14" hasCustomPrompt="1"/>
          </p:nvPr>
        </p:nvSpPr>
        <p:spPr>
          <a:xfrm>
            <a:off x="7379826" y="2760306"/>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0A7730A9-7865-F1B5-06DB-EBDB3D5D6AFF}"/>
              </a:ext>
            </a:extLst>
          </p:cNvPr>
          <p:cNvSpPr>
            <a:spLocks noGrp="1"/>
          </p:cNvSpPr>
          <p:nvPr>
            <p:ph type="body" sz="quarter" idx="15" hasCustomPrompt="1"/>
          </p:nvPr>
        </p:nvSpPr>
        <p:spPr>
          <a:xfrm>
            <a:off x="7379826" y="3371029"/>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D8C1E6A2-3613-8C67-D582-28998B5CE586}"/>
              </a:ext>
            </a:extLst>
          </p:cNvPr>
          <p:cNvSpPr>
            <a:spLocks noGrp="1"/>
          </p:cNvSpPr>
          <p:nvPr>
            <p:ph type="body" sz="quarter" idx="16" hasCustomPrompt="1"/>
          </p:nvPr>
        </p:nvSpPr>
        <p:spPr>
          <a:xfrm>
            <a:off x="7379826" y="3994847"/>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11552A0-64AC-27B0-60F3-3B10E2D1D49F}"/>
              </a:ext>
            </a:extLst>
          </p:cNvPr>
          <p:cNvSpPr>
            <a:spLocks noGrp="1"/>
          </p:cNvSpPr>
          <p:nvPr>
            <p:ph type="body" sz="quarter" idx="17" hasCustomPrompt="1"/>
          </p:nvPr>
        </p:nvSpPr>
        <p:spPr>
          <a:xfrm>
            <a:off x="7379826" y="4616934"/>
            <a:ext cx="4467442" cy="489559"/>
          </a:xfrm>
        </p:spPr>
        <p:txBody>
          <a:bodyPr anchor="ctr">
            <a:noAutofit/>
          </a:bodyPr>
          <a:lstStyle>
            <a:lvl1pPr marL="0" indent="0">
              <a:buNone/>
              <a:defRPr sz="2400" b="0"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EADB5726-36FD-A7FC-895C-02CFE4A63EC5}"/>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28" name="TextBox 27">
            <a:extLst>
              <a:ext uri="{FF2B5EF4-FFF2-40B4-BE49-F238E27FC236}">
                <a16:creationId xmlns:a16="http://schemas.microsoft.com/office/drawing/2014/main" id="{31B5D1A6-BD95-57EB-96E4-B199DC5160E9}"/>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29" name="Text Placeholder 26">
            <a:extLst>
              <a:ext uri="{FF2B5EF4-FFF2-40B4-BE49-F238E27FC236}">
                <a16:creationId xmlns:a16="http://schemas.microsoft.com/office/drawing/2014/main" id="{E66667AA-EE85-714C-D7BA-A2048685964D}"/>
              </a:ext>
            </a:extLst>
          </p:cNvPr>
          <p:cNvSpPr>
            <a:spLocks noGrp="1"/>
          </p:cNvSpPr>
          <p:nvPr>
            <p:ph type="body" sz="quarter" idx="18" hasCustomPrompt="1"/>
          </p:nvPr>
        </p:nvSpPr>
        <p:spPr>
          <a:xfrm>
            <a:off x="6769468" y="2760306"/>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0" name="Text Placeholder 26">
            <a:extLst>
              <a:ext uri="{FF2B5EF4-FFF2-40B4-BE49-F238E27FC236}">
                <a16:creationId xmlns:a16="http://schemas.microsoft.com/office/drawing/2014/main" id="{9AFA2DF1-F4E9-33BF-12AC-5D2CB8C82C00}"/>
              </a:ext>
            </a:extLst>
          </p:cNvPr>
          <p:cNvSpPr>
            <a:spLocks noGrp="1"/>
          </p:cNvSpPr>
          <p:nvPr>
            <p:ph type="body" sz="quarter" idx="19" hasCustomPrompt="1"/>
          </p:nvPr>
        </p:nvSpPr>
        <p:spPr>
          <a:xfrm>
            <a:off x="6769468" y="3367351"/>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1" name="Text Placeholder 26">
            <a:extLst>
              <a:ext uri="{FF2B5EF4-FFF2-40B4-BE49-F238E27FC236}">
                <a16:creationId xmlns:a16="http://schemas.microsoft.com/office/drawing/2014/main" id="{4C6A6B89-E9ED-7803-2FA8-65F22F71C528}"/>
              </a:ext>
            </a:extLst>
          </p:cNvPr>
          <p:cNvSpPr>
            <a:spLocks noGrp="1"/>
          </p:cNvSpPr>
          <p:nvPr>
            <p:ph type="body" sz="quarter" idx="20" hasCustomPrompt="1"/>
          </p:nvPr>
        </p:nvSpPr>
        <p:spPr>
          <a:xfrm>
            <a:off x="6769468" y="3999219"/>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2" name="Text Placeholder 26">
            <a:extLst>
              <a:ext uri="{FF2B5EF4-FFF2-40B4-BE49-F238E27FC236}">
                <a16:creationId xmlns:a16="http://schemas.microsoft.com/office/drawing/2014/main" id="{20FC3E54-F227-429C-8529-FD0CBC4E2932}"/>
              </a:ext>
            </a:extLst>
          </p:cNvPr>
          <p:cNvSpPr>
            <a:spLocks noGrp="1"/>
          </p:cNvSpPr>
          <p:nvPr>
            <p:ph type="body" sz="quarter" idx="21" hasCustomPrompt="1"/>
          </p:nvPr>
        </p:nvSpPr>
        <p:spPr>
          <a:xfrm>
            <a:off x="6769468" y="4616934"/>
            <a:ext cx="490972"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anose="00000500000000000000" pitchFamily="2" charset="0"/>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9" name="Picture 8">
            <a:extLst>
              <a:ext uri="{FF2B5EF4-FFF2-40B4-BE49-F238E27FC236}">
                <a16:creationId xmlns:a16="http://schemas.microsoft.com/office/drawing/2014/main" id="{CE42E225-BEE5-39E0-ED1C-BA3E3C5565E9}"/>
              </a:ext>
            </a:extLst>
          </p:cNvPr>
          <p:cNvPicPr>
            <a:picLocks noChangeAspect="1"/>
          </p:cNvPicPr>
          <p:nvPr userDrawn="1"/>
        </p:nvPicPr>
        <p:blipFill>
          <a:blip r:embed="rId2"/>
          <a:stretch>
            <a:fillRect/>
          </a:stretch>
        </p:blipFill>
        <p:spPr>
          <a:xfrm>
            <a:off x="127195" y="168672"/>
            <a:ext cx="6092659" cy="6520656"/>
          </a:xfrm>
          <a:prstGeom prst="rect">
            <a:avLst/>
          </a:prstGeom>
        </p:spPr>
      </p:pic>
      <p:sp>
        <p:nvSpPr>
          <p:cNvPr id="10" name="Picture Placeholder 6">
            <a:extLst>
              <a:ext uri="{FF2B5EF4-FFF2-40B4-BE49-F238E27FC236}">
                <a16:creationId xmlns:a16="http://schemas.microsoft.com/office/drawing/2014/main" id="{3E1864D6-5654-1923-9E1C-E22E43D9DAC1}"/>
              </a:ext>
            </a:extLst>
          </p:cNvPr>
          <p:cNvSpPr>
            <a:spLocks noGrp="1"/>
          </p:cNvSpPr>
          <p:nvPr>
            <p:ph type="pic" idx="1" hasCustomPrompt="1"/>
          </p:nvPr>
        </p:nvSpPr>
        <p:spPr>
          <a:xfrm>
            <a:off x="127194" y="168672"/>
            <a:ext cx="6092660" cy="6520656"/>
          </a:xfrm>
          <a:solidFill>
            <a:schemeClr val="accent4">
              <a:alpha val="49401"/>
            </a:schemeClr>
          </a:solidFill>
        </p:spPr>
        <p:txBody>
          <a:bodyPr lIns="91440" tIns="182880"/>
          <a:lstStyle>
            <a:lvl1pPr marL="0" indent="0">
              <a:buNone/>
              <a:defRPr>
                <a:solidFill>
                  <a:schemeClr val="accent4"/>
                </a:solidFill>
                <a:latin typeface="Montserrat" panose="000005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FACEB4FC-7CED-2978-0830-5AAE2F00C969}"/>
              </a:ext>
            </a:extLst>
          </p:cNvPr>
          <p:cNvSpPr>
            <a:spLocks noGrp="1"/>
          </p:cNvSpPr>
          <p:nvPr>
            <p:ph type="title" hasCustomPrompt="1"/>
          </p:nvPr>
        </p:nvSpPr>
        <p:spPr>
          <a:xfrm>
            <a:off x="6704612" y="1813414"/>
            <a:ext cx="5142657" cy="662998"/>
          </a:xfrm>
        </p:spPr>
        <p:txBody>
          <a:bodyPr>
            <a:normAutofit/>
          </a:bodyPr>
          <a:lstStyle>
            <a:lvl1pPr>
              <a:defRPr sz="3600" b="0" i="0">
                <a:solidFill>
                  <a:schemeClr val="accent2"/>
                </a:solidFill>
                <a:latin typeface="Montserrat" panose="00000500000000000000" pitchFamily="2" charset="0"/>
              </a:defRPr>
            </a:lvl1pPr>
          </a:lstStyle>
          <a:p>
            <a:r>
              <a:rPr lang="en-US"/>
              <a:t>Click to Add Title</a:t>
            </a:r>
          </a:p>
        </p:txBody>
      </p:sp>
    </p:spTree>
    <p:extLst>
      <p:ext uri="{BB962C8B-B14F-4D97-AF65-F5344CB8AC3E}">
        <p14:creationId xmlns:p14="http://schemas.microsoft.com/office/powerpoint/2010/main" val="28773329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4_Blank Layou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37383046-FDF0-07F4-49BB-257AAA38830B}"/>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3" name="Graphic 2">
            <a:extLst>
              <a:ext uri="{FF2B5EF4-FFF2-40B4-BE49-F238E27FC236}">
                <a16:creationId xmlns:a16="http://schemas.microsoft.com/office/drawing/2014/main" id="{F42E0078-518F-0775-395B-44BB00E088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4" name="Slide Number Placeholder 13">
            <a:extLst>
              <a:ext uri="{FF2B5EF4-FFF2-40B4-BE49-F238E27FC236}">
                <a16:creationId xmlns:a16="http://schemas.microsoft.com/office/drawing/2014/main" id="{0B3CA4CB-00E8-E7C2-7117-5839F34D2015}"/>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8" name="TextBox 7">
            <a:extLst>
              <a:ext uri="{FF2B5EF4-FFF2-40B4-BE49-F238E27FC236}">
                <a16:creationId xmlns:a16="http://schemas.microsoft.com/office/drawing/2014/main" id="{8124E859-886D-2C3F-A009-2815A44F2A1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10245133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5_Blank Layout">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6FB1D025-9882-7DC0-721A-FF17CF362B86}"/>
              </a:ext>
            </a:extLst>
          </p:cNvPr>
          <p:cNvSpPr>
            <a:spLocks noGrp="1"/>
          </p:cNvSpPr>
          <p:nvPr>
            <p:ph type="title" hasCustomPrompt="1"/>
          </p:nvPr>
        </p:nvSpPr>
        <p:spPr>
          <a:xfrm>
            <a:off x="689874" y="2766221"/>
            <a:ext cx="5258982" cy="1325563"/>
          </a:xfrm>
        </p:spPr>
        <p:txBody>
          <a:bodyPr>
            <a:noAutofit/>
          </a:bodyPr>
          <a:lstStyle>
            <a:lvl1pPr>
              <a:defRPr sz="4400" b="0" i="0">
                <a:solidFill>
                  <a:schemeClr val="accent1"/>
                </a:solidFill>
                <a:latin typeface="+mj-lt"/>
              </a:defRPr>
            </a:lvl1pPr>
          </a:lstStyle>
          <a:p>
            <a:r>
              <a:rPr lang="en-US"/>
              <a:t>Click to Add Title</a:t>
            </a:r>
          </a:p>
        </p:txBody>
      </p:sp>
      <p:pic>
        <p:nvPicPr>
          <p:cNvPr id="7" name="Graphic 6">
            <a:extLst>
              <a:ext uri="{FF2B5EF4-FFF2-40B4-BE49-F238E27FC236}">
                <a16:creationId xmlns:a16="http://schemas.microsoft.com/office/drawing/2014/main" id="{6ABCB10E-8358-7290-8B97-911E27162AF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8A5A3719-3F72-2168-E169-A0B7AD5FDD2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A2F3F3"/>
                </a:solidFill>
                <a:latin typeface="Montserrat" panose="00000500000000000000" pitchFamily="2" charset="0"/>
              </a:rPr>
              <a:pPr/>
              <a:t>‹#›</a:t>
            </a:fld>
            <a:endParaRPr lang="en-US" sz="800">
              <a:solidFill>
                <a:srgbClr val="A2F3F3"/>
              </a:solidFill>
              <a:latin typeface="Montserrat" panose="00000500000000000000" pitchFamily="2" charset="0"/>
            </a:endParaRPr>
          </a:p>
        </p:txBody>
      </p:sp>
      <p:sp>
        <p:nvSpPr>
          <p:cNvPr id="10" name="TextBox 9">
            <a:extLst>
              <a:ext uri="{FF2B5EF4-FFF2-40B4-BE49-F238E27FC236}">
                <a16:creationId xmlns:a16="http://schemas.microsoft.com/office/drawing/2014/main" id="{0B81B56D-D149-DEF4-4E80-C007D4CD0A79}"/>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A2F3F3"/>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10692887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46_Blank Layout">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5183793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47_Blank Layout">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r:embed="rId2">
            <a:extLst>
              <a:ext uri="{96DAC541-7B7A-43D3-8B79-37D633B846F1}">
                <asvg:svgBlip xmlns:asvg="http://schemas.microsoft.com/office/drawing/2016/SVG/main" r:embed="rId3"/>
              </a:ext>
            </a:extLst>
          </a:blip>
          <a:srcRect t="2935" r="49854" b="2935"/>
          <a:stretch>
            <a:fillRect/>
          </a:stretch>
        </p:blipFill>
        <p:spPr>
          <a:xfrm>
            <a:off x="6028337" y="0"/>
            <a:ext cx="6165251"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B3508764-3A47-53E0-B15A-D6B364F6D3A6}"/>
              </a:ext>
            </a:extLst>
          </p:cNvPr>
          <p:cNvSpPr>
            <a:spLocks noGrp="1"/>
          </p:cNvSpPr>
          <p:nvPr>
            <p:ph type="title" hasCustomPrompt="1"/>
          </p:nvPr>
        </p:nvSpPr>
        <p:spPr>
          <a:xfrm>
            <a:off x="689874" y="2766221"/>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8" name="Graphic 7">
            <a:extLst>
              <a:ext uri="{FF2B5EF4-FFF2-40B4-BE49-F238E27FC236}">
                <a16:creationId xmlns:a16="http://schemas.microsoft.com/office/drawing/2014/main" id="{8EFBF7C8-A378-FA84-9500-3136EB804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9306" y="6496842"/>
            <a:ext cx="365772" cy="194762"/>
          </a:xfrm>
          <a:prstGeom prst="rect">
            <a:avLst/>
          </a:prstGeom>
        </p:spPr>
      </p:pic>
      <p:sp>
        <p:nvSpPr>
          <p:cNvPr id="10" name="Slide Number Placeholder 13">
            <a:extLst>
              <a:ext uri="{FF2B5EF4-FFF2-40B4-BE49-F238E27FC236}">
                <a16:creationId xmlns:a16="http://schemas.microsoft.com/office/drawing/2014/main" id="{2508B8A1-ADF6-6962-C302-E634B45FACBA}"/>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314550"/>
                </a:solidFill>
                <a:latin typeface="Montserrat" panose="00000500000000000000" pitchFamily="2" charset="0"/>
              </a:rPr>
              <a:pPr/>
              <a:t>‹#›</a:t>
            </a:fld>
            <a:endParaRPr lang="en-US" sz="800">
              <a:solidFill>
                <a:srgbClr val="314550"/>
              </a:solidFill>
              <a:latin typeface="Montserrat" panose="00000500000000000000" pitchFamily="2" charset="0"/>
            </a:endParaRPr>
          </a:p>
        </p:txBody>
      </p:sp>
      <p:sp>
        <p:nvSpPr>
          <p:cNvPr id="11" name="TextBox 10">
            <a:extLst>
              <a:ext uri="{FF2B5EF4-FFF2-40B4-BE49-F238E27FC236}">
                <a16:creationId xmlns:a16="http://schemas.microsoft.com/office/drawing/2014/main" id="{5A905F13-C7C2-A209-FE53-8641D9E22971}"/>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314550"/>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39851201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51_Blank Layout">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around a table&#10;&#10;Description automatically generated">
            <a:extLst>
              <a:ext uri="{FF2B5EF4-FFF2-40B4-BE49-F238E27FC236}">
                <a16:creationId xmlns:a16="http://schemas.microsoft.com/office/drawing/2014/main" id="{5821DC15-D35E-1617-7D2E-52211B44D648}"/>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5746"/>
          <a:stretch/>
        </p:blipFill>
        <p:spPr>
          <a:xfrm flipH="1">
            <a:off x="20" y="1282"/>
            <a:ext cx="12191980" cy="6856718"/>
          </a:xfrm>
          <a:prstGeom prst="rect">
            <a:avLst/>
          </a:prstGeom>
        </p:spPr>
      </p:pic>
      <p:sp>
        <p:nvSpPr>
          <p:cNvPr id="9" name="Picture Placeholder 6">
            <a:extLst>
              <a:ext uri="{FF2B5EF4-FFF2-40B4-BE49-F238E27FC236}">
                <a16:creationId xmlns:a16="http://schemas.microsoft.com/office/drawing/2014/main" id="{34EB2FB5-65CD-5426-4E77-13DE92392510}"/>
              </a:ext>
            </a:extLst>
          </p:cNvPr>
          <p:cNvSpPr>
            <a:spLocks noGrp="1"/>
          </p:cNvSpPr>
          <p:nvPr>
            <p:ph type="pic" idx="1" hasCustomPrompt="1"/>
          </p:nvPr>
        </p:nvSpPr>
        <p:spPr>
          <a:xfrm>
            <a:off x="804" y="642"/>
            <a:ext cx="12191980" cy="6857359"/>
          </a:xfrm>
          <a:solidFill>
            <a:srgbClr val="354C58">
              <a:alpha val="55000"/>
            </a:srgbClr>
          </a:solidFill>
        </p:spPr>
        <p:txBody>
          <a:bodyPr lIns="91440" tIns="182880" rIns="182880"/>
          <a:lstStyle>
            <a:lvl1pPr marL="0" indent="0" algn="r">
              <a:buNone/>
              <a:defRPr b="0" cap="none" spc="0">
                <a:ln w="0"/>
                <a:solidFill>
                  <a:srgbClr val="F4F3F0"/>
                </a:solidFill>
                <a:effectLst/>
                <a:latin typeface="Montserrat "/>
              </a:defRPr>
            </a:lvl1pPr>
          </a:lstStyle>
          <a:p>
            <a:r>
              <a:rPr lang="en-US">
                <a:solidFill>
                  <a:srgbClr val="003059"/>
                </a:solidFill>
                <a:latin typeface="Montserrat" pitchFamily="2" charset="77"/>
              </a:rPr>
              <a:t>Click Icon to Change Image</a:t>
            </a:r>
          </a:p>
        </p:txBody>
      </p:sp>
      <p:sp>
        <p:nvSpPr>
          <p:cNvPr id="10" name="Title 5">
            <a:extLst>
              <a:ext uri="{FF2B5EF4-FFF2-40B4-BE49-F238E27FC236}">
                <a16:creationId xmlns:a16="http://schemas.microsoft.com/office/drawing/2014/main" id="{66A0AC46-D6C3-F3EC-280B-205EB9224D87}"/>
              </a:ext>
            </a:extLst>
          </p:cNvPr>
          <p:cNvSpPr>
            <a:spLocks noGrp="1"/>
          </p:cNvSpPr>
          <p:nvPr>
            <p:ph type="title" hasCustomPrompt="1"/>
          </p:nvPr>
        </p:nvSpPr>
        <p:spPr>
          <a:xfrm>
            <a:off x="247581" y="349590"/>
            <a:ext cx="5258982" cy="1325563"/>
          </a:xfrm>
        </p:spPr>
        <p:txBody>
          <a:bodyPr>
            <a:noAutofit/>
          </a:bodyPr>
          <a:lstStyle>
            <a:lvl1pPr>
              <a:defRPr sz="4400" b="0" i="0">
                <a:solidFill>
                  <a:schemeClr val="tx1"/>
                </a:solidFill>
                <a:latin typeface="+mj-lt"/>
              </a:defRPr>
            </a:lvl1pPr>
          </a:lstStyle>
          <a:p>
            <a:r>
              <a:rPr lang="en-US"/>
              <a:t>Click to Add Title</a:t>
            </a:r>
          </a:p>
        </p:txBody>
      </p:sp>
      <p:pic>
        <p:nvPicPr>
          <p:cNvPr id="11" name="Graphic 10">
            <a:extLst>
              <a:ext uri="{FF2B5EF4-FFF2-40B4-BE49-F238E27FC236}">
                <a16:creationId xmlns:a16="http://schemas.microsoft.com/office/drawing/2014/main" id="{F3CE833F-590E-E457-5307-48C170F86D0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07" y="5609959"/>
            <a:ext cx="2031380" cy="1081646"/>
          </a:xfrm>
          <a:prstGeom prst="rect">
            <a:avLst/>
          </a:prstGeom>
        </p:spPr>
      </p:pic>
      <p:sp>
        <p:nvSpPr>
          <p:cNvPr id="14" name="Slide Number Placeholder 13">
            <a:extLst>
              <a:ext uri="{FF2B5EF4-FFF2-40B4-BE49-F238E27FC236}">
                <a16:creationId xmlns:a16="http://schemas.microsoft.com/office/drawing/2014/main" id="{988BF45E-D89C-8AC1-5433-945AFBF85B1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15" name="TextBox 14">
            <a:extLst>
              <a:ext uri="{FF2B5EF4-FFF2-40B4-BE49-F238E27FC236}">
                <a16:creationId xmlns:a16="http://schemas.microsoft.com/office/drawing/2014/main" id="{4F8ACA2E-1095-998F-ED9A-60959689C7BE}"/>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Tree>
    <p:extLst>
      <p:ext uri="{BB962C8B-B14F-4D97-AF65-F5344CB8AC3E}">
        <p14:creationId xmlns:p14="http://schemas.microsoft.com/office/powerpoint/2010/main" val="3550460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7_Blank Layout">
    <p:bg>
      <p:bgPr>
        <a:solidFill>
          <a:schemeClr val="bg1"/>
        </a:solidFill>
        <a:effectLst/>
      </p:bgPr>
    </p:bg>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Picture Placeholder 6">
            <a:extLst>
              <a:ext uri="{FF2B5EF4-FFF2-40B4-BE49-F238E27FC236}">
                <a16:creationId xmlns:a16="http://schemas.microsoft.com/office/drawing/2014/main" id="{4B643D61-4E19-F932-F775-2196CE08F23F}"/>
              </a:ext>
            </a:extLst>
          </p:cNvPr>
          <p:cNvSpPr>
            <a:spLocks noGrp="1"/>
          </p:cNvSpPr>
          <p:nvPr>
            <p:ph type="pic" idx="1" hasCustomPrompt="1"/>
          </p:nvPr>
        </p:nvSpPr>
        <p:spPr>
          <a:xfrm>
            <a:off x="1415364"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14" name="Rounded Rectangle 13">
            <a:extLst>
              <a:ext uri="{FF2B5EF4-FFF2-40B4-BE49-F238E27FC236}">
                <a16:creationId xmlns:a16="http://schemas.microsoft.com/office/drawing/2014/main" id="{50AE0F57-D710-3C6D-A649-042A87886C8E}"/>
              </a:ext>
            </a:extLst>
          </p:cNvPr>
          <p:cNvSpPr/>
          <p:nvPr userDrawn="1"/>
        </p:nvSpPr>
        <p:spPr>
          <a:xfrm>
            <a:off x="1278186"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1" name="Picture Placeholder 6">
            <a:extLst>
              <a:ext uri="{FF2B5EF4-FFF2-40B4-BE49-F238E27FC236}">
                <a16:creationId xmlns:a16="http://schemas.microsoft.com/office/drawing/2014/main" id="{8EC69596-F447-3B71-2BBB-19094B8B5531}"/>
              </a:ext>
            </a:extLst>
          </p:cNvPr>
          <p:cNvSpPr>
            <a:spLocks noGrp="1"/>
          </p:cNvSpPr>
          <p:nvPr>
            <p:ph type="pic" idx="10" hasCustomPrompt="1"/>
          </p:nvPr>
        </p:nvSpPr>
        <p:spPr>
          <a:xfrm>
            <a:off x="3936658"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2" name="Rounded Rectangle 21">
            <a:extLst>
              <a:ext uri="{FF2B5EF4-FFF2-40B4-BE49-F238E27FC236}">
                <a16:creationId xmlns:a16="http://schemas.microsoft.com/office/drawing/2014/main" id="{C8CCABB2-6CDF-5EF4-D55D-B40617C2FC58}"/>
              </a:ext>
            </a:extLst>
          </p:cNvPr>
          <p:cNvSpPr/>
          <p:nvPr userDrawn="1"/>
        </p:nvSpPr>
        <p:spPr>
          <a:xfrm>
            <a:off x="3799480"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3" name="Picture Placeholder 6">
            <a:extLst>
              <a:ext uri="{FF2B5EF4-FFF2-40B4-BE49-F238E27FC236}">
                <a16:creationId xmlns:a16="http://schemas.microsoft.com/office/drawing/2014/main" id="{DD74B26B-2513-BF8E-CB98-1C1305627BF6}"/>
              </a:ext>
            </a:extLst>
          </p:cNvPr>
          <p:cNvSpPr>
            <a:spLocks noGrp="1"/>
          </p:cNvSpPr>
          <p:nvPr>
            <p:ph type="pic" idx="11" hasCustomPrompt="1"/>
          </p:nvPr>
        </p:nvSpPr>
        <p:spPr>
          <a:xfrm>
            <a:off x="6477004"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4" name="Rounded Rectangle 23">
            <a:extLst>
              <a:ext uri="{FF2B5EF4-FFF2-40B4-BE49-F238E27FC236}">
                <a16:creationId xmlns:a16="http://schemas.microsoft.com/office/drawing/2014/main" id="{A3DE25E0-378E-5DBB-684D-6ED646656594}"/>
              </a:ext>
            </a:extLst>
          </p:cNvPr>
          <p:cNvSpPr/>
          <p:nvPr userDrawn="1"/>
        </p:nvSpPr>
        <p:spPr>
          <a:xfrm>
            <a:off x="6339826"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5" name="Picture Placeholder 6">
            <a:extLst>
              <a:ext uri="{FF2B5EF4-FFF2-40B4-BE49-F238E27FC236}">
                <a16:creationId xmlns:a16="http://schemas.microsoft.com/office/drawing/2014/main" id="{C37C10C8-B44C-1406-1BB8-1224D217AA45}"/>
              </a:ext>
            </a:extLst>
          </p:cNvPr>
          <p:cNvSpPr>
            <a:spLocks noGrp="1"/>
          </p:cNvSpPr>
          <p:nvPr>
            <p:ph type="pic" idx="12" hasCustomPrompt="1"/>
          </p:nvPr>
        </p:nvSpPr>
        <p:spPr>
          <a:xfrm>
            <a:off x="8920593" y="1597328"/>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26" name="Rounded Rectangle 25">
            <a:extLst>
              <a:ext uri="{FF2B5EF4-FFF2-40B4-BE49-F238E27FC236}">
                <a16:creationId xmlns:a16="http://schemas.microsoft.com/office/drawing/2014/main" id="{CDE370D3-4B33-1790-CE74-89DB41E6F687}"/>
              </a:ext>
            </a:extLst>
          </p:cNvPr>
          <p:cNvSpPr/>
          <p:nvPr userDrawn="1"/>
        </p:nvSpPr>
        <p:spPr>
          <a:xfrm>
            <a:off x="8783415" y="1460168"/>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9" name="Picture Placeholder 6">
            <a:extLst>
              <a:ext uri="{FF2B5EF4-FFF2-40B4-BE49-F238E27FC236}">
                <a16:creationId xmlns:a16="http://schemas.microsoft.com/office/drawing/2014/main" id="{4EB2874C-0FB0-1D93-F210-ACB08AC58CBA}"/>
              </a:ext>
            </a:extLst>
          </p:cNvPr>
          <p:cNvSpPr>
            <a:spLocks noGrp="1"/>
          </p:cNvSpPr>
          <p:nvPr>
            <p:ph type="pic" idx="13" hasCustomPrompt="1"/>
          </p:nvPr>
        </p:nvSpPr>
        <p:spPr>
          <a:xfrm>
            <a:off x="1415364"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0" name="Rounded Rectangle 29">
            <a:extLst>
              <a:ext uri="{FF2B5EF4-FFF2-40B4-BE49-F238E27FC236}">
                <a16:creationId xmlns:a16="http://schemas.microsoft.com/office/drawing/2014/main" id="{654FD2BD-1D86-CC4E-8D25-A747A2FFA586}"/>
              </a:ext>
            </a:extLst>
          </p:cNvPr>
          <p:cNvSpPr/>
          <p:nvPr userDrawn="1"/>
        </p:nvSpPr>
        <p:spPr>
          <a:xfrm>
            <a:off x="1278186"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1" name="Picture Placeholder 6">
            <a:extLst>
              <a:ext uri="{FF2B5EF4-FFF2-40B4-BE49-F238E27FC236}">
                <a16:creationId xmlns:a16="http://schemas.microsoft.com/office/drawing/2014/main" id="{8FE14263-6A83-084D-470E-01A855392470}"/>
              </a:ext>
            </a:extLst>
          </p:cNvPr>
          <p:cNvSpPr>
            <a:spLocks noGrp="1"/>
          </p:cNvSpPr>
          <p:nvPr>
            <p:ph type="pic" idx="14" hasCustomPrompt="1"/>
          </p:nvPr>
        </p:nvSpPr>
        <p:spPr>
          <a:xfrm>
            <a:off x="3936658"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2" name="Rounded Rectangle 31">
            <a:extLst>
              <a:ext uri="{FF2B5EF4-FFF2-40B4-BE49-F238E27FC236}">
                <a16:creationId xmlns:a16="http://schemas.microsoft.com/office/drawing/2014/main" id="{A205D47D-FAAA-0C6F-296F-57F2F2AE7312}"/>
              </a:ext>
            </a:extLst>
          </p:cNvPr>
          <p:cNvSpPr/>
          <p:nvPr userDrawn="1"/>
        </p:nvSpPr>
        <p:spPr>
          <a:xfrm>
            <a:off x="3799480"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3" name="Picture Placeholder 6">
            <a:extLst>
              <a:ext uri="{FF2B5EF4-FFF2-40B4-BE49-F238E27FC236}">
                <a16:creationId xmlns:a16="http://schemas.microsoft.com/office/drawing/2014/main" id="{92B3E575-5A33-9011-519C-0F974AEEFBBB}"/>
              </a:ext>
            </a:extLst>
          </p:cNvPr>
          <p:cNvSpPr>
            <a:spLocks noGrp="1"/>
          </p:cNvSpPr>
          <p:nvPr>
            <p:ph type="pic" idx="15" hasCustomPrompt="1"/>
          </p:nvPr>
        </p:nvSpPr>
        <p:spPr>
          <a:xfrm>
            <a:off x="6477004"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4" name="Rounded Rectangle 33">
            <a:extLst>
              <a:ext uri="{FF2B5EF4-FFF2-40B4-BE49-F238E27FC236}">
                <a16:creationId xmlns:a16="http://schemas.microsoft.com/office/drawing/2014/main" id="{91F957EF-95C6-2D9D-5AE0-C8050042293D}"/>
              </a:ext>
            </a:extLst>
          </p:cNvPr>
          <p:cNvSpPr/>
          <p:nvPr userDrawn="1"/>
        </p:nvSpPr>
        <p:spPr>
          <a:xfrm>
            <a:off x="6339826"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35" name="Picture Placeholder 6">
            <a:extLst>
              <a:ext uri="{FF2B5EF4-FFF2-40B4-BE49-F238E27FC236}">
                <a16:creationId xmlns:a16="http://schemas.microsoft.com/office/drawing/2014/main" id="{D1C665FA-48ED-DD30-5B17-ADED93557A1D}"/>
              </a:ext>
            </a:extLst>
          </p:cNvPr>
          <p:cNvSpPr>
            <a:spLocks noGrp="1"/>
          </p:cNvSpPr>
          <p:nvPr>
            <p:ph type="pic" idx="16" hasCustomPrompt="1"/>
          </p:nvPr>
        </p:nvSpPr>
        <p:spPr>
          <a:xfrm>
            <a:off x="8920593" y="4109056"/>
            <a:ext cx="1829038" cy="1828800"/>
          </a:xfrm>
          <a:solidFill>
            <a:schemeClr val="bg2">
              <a:alpha val="68000"/>
            </a:schemeClr>
          </a:solidFill>
        </p:spPr>
        <p:txBody>
          <a:bodyPr>
            <a:normAutofit/>
          </a:bodyPr>
          <a:lstStyle>
            <a:lvl1pPr marL="0" indent="0">
              <a:buNone/>
              <a:defRPr sz="1400">
                <a:solidFill>
                  <a:schemeClr val="bg2"/>
                </a:solidFill>
                <a:latin typeface="Montserrat "/>
              </a:defRPr>
            </a:lvl1pPr>
          </a:lstStyle>
          <a:p>
            <a:r>
              <a:rPr lang="en-US">
                <a:solidFill>
                  <a:srgbClr val="003059"/>
                </a:solidFill>
                <a:latin typeface="Montserrat" pitchFamily="2" charset="77"/>
              </a:rPr>
              <a:t>Click Icon to Add Logo</a:t>
            </a:r>
          </a:p>
        </p:txBody>
      </p:sp>
      <p:sp>
        <p:nvSpPr>
          <p:cNvPr id="36" name="Rounded Rectangle 35">
            <a:extLst>
              <a:ext uri="{FF2B5EF4-FFF2-40B4-BE49-F238E27FC236}">
                <a16:creationId xmlns:a16="http://schemas.microsoft.com/office/drawing/2014/main" id="{9A9378B7-5ED8-33F9-37D1-06CD590810AB}"/>
              </a:ext>
            </a:extLst>
          </p:cNvPr>
          <p:cNvSpPr/>
          <p:nvPr userDrawn="1"/>
        </p:nvSpPr>
        <p:spPr>
          <a:xfrm>
            <a:off x="8783415" y="3971896"/>
            <a:ext cx="2103394" cy="2103120"/>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4842103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4189828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0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469091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31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anose="00000500000000000000" pitchFamily="2" charset="0"/>
              </a:rPr>
              <a:pPr/>
              <a:t>‹#›</a:t>
            </a:fld>
            <a:endParaRPr lang="en-US" sz="80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anose="00000500000000000000" pitchFamily="2" charset="0"/>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5492572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81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10859413"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F4F3F0"/>
                </a:solidFill>
                <a:latin typeface="Montserrat" panose="00000500000000000000" pitchFamily="2" charset="0"/>
              </a:rPr>
              <a:pPr/>
              <a:t>‹#›</a:t>
            </a:fld>
            <a:endParaRPr lang="en-US" sz="800">
              <a:solidFill>
                <a:srgbClr val="F4F3F0"/>
              </a:solidFill>
              <a:latin typeface="Montserrat" panose="00000500000000000000" pitchFamily="2" charset="0"/>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anose="00000500000000000000" pitchFamily="2" charset="0"/>
              </a:rPr>
              <a:t>Private and Confidential</a:t>
            </a:r>
          </a:p>
        </p:txBody>
      </p:sp>
      <p:sp>
        <p:nvSpPr>
          <p:cNvPr id="6" name="Title 3">
            <a:extLst>
              <a:ext uri="{FF2B5EF4-FFF2-40B4-BE49-F238E27FC236}">
                <a16:creationId xmlns:a16="http://schemas.microsoft.com/office/drawing/2014/main" id="{539CE9F0-0A2D-ADFE-B8C9-88E20368393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7" name="Graphic 6">
            <a:extLst>
              <a:ext uri="{FF2B5EF4-FFF2-40B4-BE49-F238E27FC236}">
                <a16:creationId xmlns:a16="http://schemas.microsoft.com/office/drawing/2014/main" id="{F67A8346-0540-B3AC-6CA8-558275243E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7968393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6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40726280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82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anose="00000500000000000000" pitchFamily="2" charset="0"/>
              </a:rPr>
              <a:pPr/>
              <a:t>‹#›</a:t>
            </a:fld>
            <a:endParaRPr lang="en-US" sz="800">
              <a:solidFill>
                <a:schemeClr val="bg2"/>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6769183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83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651099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84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540" y="1363288"/>
            <a:ext cx="5172220"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7734" y="1363288"/>
            <a:ext cx="5172219"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anose="00000500000000000000" pitchFamily="2" charset="0"/>
              </a:rPr>
              <a:pPr/>
              <a:t>‹#›</a:t>
            </a:fld>
            <a:endParaRPr lang="en-US" sz="800">
              <a:solidFill>
                <a:srgbClr val="EFEFEF"/>
              </a:solidFill>
              <a:latin typeface="Montserrat" panose="00000500000000000000" pitchFamily="2" charset="0"/>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anose="00000500000000000000" pitchFamily="2" charset="0"/>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540" y="453195"/>
            <a:ext cx="10859413"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ontserrat" panose="00000500000000000000" pitchFamily="2" charset="0"/>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1206938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27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6" name="Text Placeholder 6">
            <a:extLst>
              <a:ext uri="{FF2B5EF4-FFF2-40B4-BE49-F238E27FC236}">
                <a16:creationId xmlns:a16="http://schemas.microsoft.com/office/drawing/2014/main" id="{F6072F1D-F085-17B7-D2EB-41905CF2893C}"/>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9C155A48-3881-F727-7AAD-6C5541F570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056074816"/>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2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1671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ontserrat" panose="00000500000000000000" pitchFamily="2" charset="0"/>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2010950604"/>
      </p:ext>
    </p:extLst>
  </p:cSld>
  <p:clrMapOvr>
    <a:masterClrMapping/>
  </p:clrMapOvr>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85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20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06" y="6496842"/>
            <a:ext cx="365772"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76" y="535944"/>
            <a:ext cx="436879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ontserrat" panose="00000500000000000000" pitchFamily="2" charset="0"/>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92" y="2210357"/>
            <a:ext cx="4371382"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8220" y="535945"/>
            <a:ext cx="5117592"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3791118566"/>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86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15" name="Graphic 14">
            <a:extLst>
              <a:ext uri="{FF2B5EF4-FFF2-40B4-BE49-F238E27FC236}">
                <a16:creationId xmlns:a16="http://schemas.microsoft.com/office/drawing/2014/main" id="{4457594D-D0AE-0789-5EF6-A9901C89AF4B}"/>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1464423894"/>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89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3" name="Graphic 2">
            <a:extLst>
              <a:ext uri="{FF2B5EF4-FFF2-40B4-BE49-F238E27FC236}">
                <a16:creationId xmlns:a16="http://schemas.microsoft.com/office/drawing/2014/main" id="{13872BEF-0E86-6EB3-76CB-07BF9FCAA192}"/>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2087654819"/>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9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3432" y="6132226"/>
            <a:ext cx="980156"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77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307" y="535944"/>
            <a:ext cx="398333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ontserrat" panose="00000500000000000000" pitchFamily="2" charset="0"/>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4514" y="535945"/>
            <a:ext cx="6521298"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ontserrat" panose="00000500000000000000" pitchFamily="2" charset="0"/>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anose="00000500000000000000" pitchFamily="2" charset="0"/>
              </a:rPr>
              <a:pPr/>
              <a:t>‹#›</a:t>
            </a:fld>
            <a:endParaRPr lang="en-US" sz="800">
              <a:solidFill>
                <a:schemeClr val="tx2"/>
              </a:solidFill>
              <a:latin typeface="Montserrat" panose="00000500000000000000" pitchFamily="2" charset="0"/>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anose="00000500000000000000" pitchFamily="2" charset="0"/>
              </a:rPr>
              <a:t>Private and Confidential</a:t>
            </a:r>
          </a:p>
        </p:txBody>
      </p:sp>
      <p:pic>
        <p:nvPicPr>
          <p:cNvPr id="8" name="Graphic 7">
            <a:extLst>
              <a:ext uri="{FF2B5EF4-FFF2-40B4-BE49-F238E27FC236}">
                <a16:creationId xmlns:a16="http://schemas.microsoft.com/office/drawing/2014/main" id="{FE744D56-A27B-9A75-A311-8417919185C0}"/>
              </a:ext>
            </a:extLst>
          </p:cNvPr>
          <p:cNvPicPr>
            <a:picLocks noChangeAspect="1"/>
          </p:cNvPicPr>
          <p:nvPr userDrawn="1"/>
        </p:nvPicPr>
        <p:blipFill>
          <a:blip r:embed="rId2">
            <a:extLst>
              <a:ext uri="{96DAC541-7B7A-43D3-8B79-37D633B846F1}">
                <asvg:svgBlip xmlns:asvg="http://schemas.microsoft.com/office/drawing/2016/SVG/main" r:embed="rId3"/>
              </a:ext>
            </a:extLst>
          </a:blip>
          <a:srcRect l="35318" t="-13495" r="488" b="677"/>
          <a:stretch/>
        </p:blipFill>
        <p:spPr>
          <a:xfrm flipV="1">
            <a:off x="-1" y="2377440"/>
            <a:ext cx="4302035" cy="4480560"/>
          </a:xfrm>
          <a:prstGeom prst="rect">
            <a:avLst/>
          </a:prstGeom>
        </p:spPr>
      </p:pic>
    </p:spTree>
    <p:extLst>
      <p:ext uri="{BB962C8B-B14F-4D97-AF65-F5344CB8AC3E}">
        <p14:creationId xmlns:p14="http://schemas.microsoft.com/office/powerpoint/2010/main" val="1879016775"/>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3_Team Lineup-3">
    <p:bg>
      <p:bgPr>
        <a:solidFill>
          <a:schemeClr val="bg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540" y="453195"/>
            <a:ext cx="1101678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3059"/>
                </a:solidFill>
                <a:latin typeface="Montserrat" panose="00000500000000000000" pitchFamily="2" charset="0"/>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anose="00000500000000000000" pitchFamily="2" charset="0"/>
              </a:rPr>
              <a:t>Private and Confidential</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anose="00000500000000000000" pitchFamily="2" charset="0"/>
              </a:rPr>
              <a:pPr/>
              <a:t>‹#›</a:t>
            </a:fld>
            <a:endParaRPr lang="en-US" sz="800">
              <a:solidFill>
                <a:srgbClr val="003059"/>
              </a:solidFill>
              <a:latin typeface="Montserrat" panose="00000500000000000000" pitchFamily="2" charset="0"/>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9330" y="6496842"/>
            <a:ext cx="365820" cy="194762"/>
          </a:xfrm>
          <a:prstGeom prst="rect">
            <a:avLst/>
          </a:prstGeom>
        </p:spPr>
      </p:pic>
      <p:pic>
        <p:nvPicPr>
          <p:cNvPr id="4" name="Picture Placeholder 18" descr="A person in a suit and tie&#10;&#10;Description automatically generated">
            <a:extLst>
              <a:ext uri="{FF2B5EF4-FFF2-40B4-BE49-F238E27FC236}">
                <a16:creationId xmlns:a16="http://schemas.microsoft.com/office/drawing/2014/main" id="{C8F8D610-22BD-EEB8-CBC8-3E88E08FA620}"/>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3094" y="1453548"/>
            <a:ext cx="2090737" cy="2092325"/>
          </a:xfrm>
          <a:prstGeom prst="rect">
            <a:avLst/>
          </a:prstGeom>
        </p:spPr>
      </p:pic>
      <p:sp>
        <p:nvSpPr>
          <p:cNvPr id="5" name="Picture Placeholder 43">
            <a:extLst>
              <a:ext uri="{FF2B5EF4-FFF2-40B4-BE49-F238E27FC236}">
                <a16:creationId xmlns:a16="http://schemas.microsoft.com/office/drawing/2014/main" id="{0D54B9FD-3253-BFA6-7E97-D3B67AAA2893}"/>
              </a:ext>
            </a:extLst>
          </p:cNvPr>
          <p:cNvSpPr>
            <a:spLocks noGrp="1"/>
          </p:cNvSpPr>
          <p:nvPr>
            <p:ph type="pic" sz="quarter" idx="29" hasCustomPrompt="1"/>
          </p:nvPr>
        </p:nvSpPr>
        <p:spPr>
          <a:xfrm>
            <a:off x="1093094"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6" name="Rounded Rectangle 5">
            <a:extLst>
              <a:ext uri="{FF2B5EF4-FFF2-40B4-BE49-F238E27FC236}">
                <a16:creationId xmlns:a16="http://schemas.microsoft.com/office/drawing/2014/main" id="{0461314E-CEA0-1FD9-4530-A8704BC5427C}"/>
              </a:ext>
            </a:extLst>
          </p:cNvPr>
          <p:cNvSpPr/>
          <p:nvPr userDrawn="1"/>
        </p:nvSpPr>
        <p:spPr>
          <a:xfrm>
            <a:off x="994663" y="1355913"/>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7" name="Text Placeholder 63">
            <a:extLst>
              <a:ext uri="{FF2B5EF4-FFF2-40B4-BE49-F238E27FC236}">
                <a16:creationId xmlns:a16="http://schemas.microsoft.com/office/drawing/2014/main" id="{A796019E-5AC6-08E1-71EE-151A2C09D247}"/>
              </a:ext>
            </a:extLst>
          </p:cNvPr>
          <p:cNvSpPr>
            <a:spLocks noGrp="1"/>
          </p:cNvSpPr>
          <p:nvPr>
            <p:ph type="body" sz="quarter" idx="30" hasCustomPrompt="1"/>
          </p:nvPr>
        </p:nvSpPr>
        <p:spPr>
          <a:xfrm>
            <a:off x="3445369" y="1355913"/>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9" name="Text Placeholder 63">
            <a:extLst>
              <a:ext uri="{FF2B5EF4-FFF2-40B4-BE49-F238E27FC236}">
                <a16:creationId xmlns:a16="http://schemas.microsoft.com/office/drawing/2014/main" id="{FF59CD57-A90D-99B6-DDC7-E7D8532EB442}"/>
              </a:ext>
            </a:extLst>
          </p:cNvPr>
          <p:cNvSpPr>
            <a:spLocks noGrp="1"/>
          </p:cNvSpPr>
          <p:nvPr>
            <p:ph type="body" sz="quarter" idx="31" hasCustomPrompt="1"/>
          </p:nvPr>
        </p:nvSpPr>
        <p:spPr>
          <a:xfrm>
            <a:off x="3445369"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11" name="Text Placeholder 63">
            <a:extLst>
              <a:ext uri="{FF2B5EF4-FFF2-40B4-BE49-F238E27FC236}">
                <a16:creationId xmlns:a16="http://schemas.microsoft.com/office/drawing/2014/main" id="{10DCD4ED-59A7-2DE9-E3C2-F459FCFD32A8}"/>
              </a:ext>
            </a:extLst>
          </p:cNvPr>
          <p:cNvSpPr>
            <a:spLocks noGrp="1"/>
          </p:cNvSpPr>
          <p:nvPr>
            <p:ph type="body" sz="quarter" idx="32" hasCustomPrompt="1"/>
          </p:nvPr>
        </p:nvSpPr>
        <p:spPr>
          <a:xfrm>
            <a:off x="3445369" y="2301883"/>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sp>
        <p:nvSpPr>
          <p:cNvPr id="12" name="Text Placeholder 63">
            <a:extLst>
              <a:ext uri="{FF2B5EF4-FFF2-40B4-BE49-F238E27FC236}">
                <a16:creationId xmlns:a16="http://schemas.microsoft.com/office/drawing/2014/main" id="{626C78F8-CC7B-0F86-B77E-2A0B2F0444F8}"/>
              </a:ext>
            </a:extLst>
          </p:cNvPr>
          <p:cNvSpPr>
            <a:spLocks noGrp="1"/>
          </p:cNvSpPr>
          <p:nvPr>
            <p:ph type="body" sz="quarter" idx="33" hasCustomPrompt="1"/>
          </p:nvPr>
        </p:nvSpPr>
        <p:spPr>
          <a:xfrm>
            <a:off x="8773436" y="1355913"/>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13" name="Text Placeholder 63">
            <a:extLst>
              <a:ext uri="{FF2B5EF4-FFF2-40B4-BE49-F238E27FC236}">
                <a16:creationId xmlns:a16="http://schemas.microsoft.com/office/drawing/2014/main" id="{0108A795-5450-7966-AFEC-3A3993D1E0C7}"/>
              </a:ext>
            </a:extLst>
          </p:cNvPr>
          <p:cNvSpPr>
            <a:spLocks noGrp="1"/>
          </p:cNvSpPr>
          <p:nvPr>
            <p:ph type="body" sz="quarter" idx="34" hasCustomPrompt="1"/>
          </p:nvPr>
        </p:nvSpPr>
        <p:spPr>
          <a:xfrm>
            <a:off x="8773436"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14" name="Text Placeholder 63">
            <a:extLst>
              <a:ext uri="{FF2B5EF4-FFF2-40B4-BE49-F238E27FC236}">
                <a16:creationId xmlns:a16="http://schemas.microsoft.com/office/drawing/2014/main" id="{E75BC3F3-06AA-0DAA-F623-67D89DF7A1C5}"/>
              </a:ext>
            </a:extLst>
          </p:cNvPr>
          <p:cNvSpPr>
            <a:spLocks noGrp="1"/>
          </p:cNvSpPr>
          <p:nvPr>
            <p:ph type="body" sz="quarter" idx="35" hasCustomPrompt="1"/>
          </p:nvPr>
        </p:nvSpPr>
        <p:spPr>
          <a:xfrm>
            <a:off x="8773436" y="2301883"/>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pic>
        <p:nvPicPr>
          <p:cNvPr id="15" name="Picture Placeholder 18" descr="A person in a suit and tie&#10;&#10;Description automatically generated">
            <a:extLst>
              <a:ext uri="{FF2B5EF4-FFF2-40B4-BE49-F238E27FC236}">
                <a16:creationId xmlns:a16="http://schemas.microsoft.com/office/drawing/2014/main" id="{419064C3-51CC-2E38-1B90-3A3F8D576104}"/>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1161" y="1453548"/>
            <a:ext cx="2090737" cy="2092325"/>
          </a:xfrm>
          <a:prstGeom prst="rect">
            <a:avLst/>
          </a:prstGeom>
        </p:spPr>
      </p:pic>
      <p:sp>
        <p:nvSpPr>
          <p:cNvPr id="16" name="Picture Placeholder 43">
            <a:extLst>
              <a:ext uri="{FF2B5EF4-FFF2-40B4-BE49-F238E27FC236}">
                <a16:creationId xmlns:a16="http://schemas.microsoft.com/office/drawing/2014/main" id="{113D0211-BA52-FACD-79AD-245EBFB6A81C}"/>
              </a:ext>
            </a:extLst>
          </p:cNvPr>
          <p:cNvSpPr>
            <a:spLocks noGrp="1"/>
          </p:cNvSpPr>
          <p:nvPr>
            <p:ph type="pic" sz="quarter" idx="36" hasCustomPrompt="1"/>
          </p:nvPr>
        </p:nvSpPr>
        <p:spPr>
          <a:xfrm>
            <a:off x="6421161"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7" name="Rounded Rectangle 16">
            <a:extLst>
              <a:ext uri="{FF2B5EF4-FFF2-40B4-BE49-F238E27FC236}">
                <a16:creationId xmlns:a16="http://schemas.microsoft.com/office/drawing/2014/main" id="{6A9BA6EF-9516-A073-2286-4A0FCF66B50E}"/>
              </a:ext>
            </a:extLst>
          </p:cNvPr>
          <p:cNvSpPr/>
          <p:nvPr userDrawn="1"/>
        </p:nvSpPr>
        <p:spPr>
          <a:xfrm>
            <a:off x="6322730" y="1355913"/>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pic>
        <p:nvPicPr>
          <p:cNvPr id="18" name="Picture Placeholder 18" descr="A person in a suit and tie&#10;&#10;Description automatically generated">
            <a:extLst>
              <a:ext uri="{FF2B5EF4-FFF2-40B4-BE49-F238E27FC236}">
                <a16:creationId xmlns:a16="http://schemas.microsoft.com/office/drawing/2014/main" id="{DAA0F616-5F33-CA63-74DC-40CBD91393E9}"/>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1093094" y="4089863"/>
            <a:ext cx="2090737" cy="2092325"/>
          </a:xfrm>
          <a:prstGeom prst="rect">
            <a:avLst/>
          </a:prstGeom>
        </p:spPr>
      </p:pic>
      <p:sp>
        <p:nvSpPr>
          <p:cNvPr id="19" name="Picture Placeholder 43">
            <a:extLst>
              <a:ext uri="{FF2B5EF4-FFF2-40B4-BE49-F238E27FC236}">
                <a16:creationId xmlns:a16="http://schemas.microsoft.com/office/drawing/2014/main" id="{E00A134D-2652-284B-8901-30F29480A89F}"/>
              </a:ext>
            </a:extLst>
          </p:cNvPr>
          <p:cNvSpPr>
            <a:spLocks noGrp="1"/>
          </p:cNvSpPr>
          <p:nvPr>
            <p:ph type="pic" sz="quarter" idx="37" hasCustomPrompt="1"/>
          </p:nvPr>
        </p:nvSpPr>
        <p:spPr>
          <a:xfrm>
            <a:off x="1093094"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20" name="Rounded Rectangle 19">
            <a:extLst>
              <a:ext uri="{FF2B5EF4-FFF2-40B4-BE49-F238E27FC236}">
                <a16:creationId xmlns:a16="http://schemas.microsoft.com/office/drawing/2014/main" id="{458F733E-B72A-4BCF-8D7B-EC28848E5FA0}"/>
              </a:ext>
            </a:extLst>
          </p:cNvPr>
          <p:cNvSpPr/>
          <p:nvPr userDrawn="1"/>
        </p:nvSpPr>
        <p:spPr>
          <a:xfrm>
            <a:off x="994663" y="3992228"/>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1" name="Text Placeholder 63">
            <a:extLst>
              <a:ext uri="{FF2B5EF4-FFF2-40B4-BE49-F238E27FC236}">
                <a16:creationId xmlns:a16="http://schemas.microsoft.com/office/drawing/2014/main" id="{FB66249F-BC8D-B036-3530-AFBE0FC0ECBC}"/>
              </a:ext>
            </a:extLst>
          </p:cNvPr>
          <p:cNvSpPr>
            <a:spLocks noGrp="1"/>
          </p:cNvSpPr>
          <p:nvPr>
            <p:ph type="body" sz="quarter" idx="38" hasCustomPrompt="1"/>
          </p:nvPr>
        </p:nvSpPr>
        <p:spPr>
          <a:xfrm>
            <a:off x="3445369" y="3992228"/>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22" name="Text Placeholder 63">
            <a:extLst>
              <a:ext uri="{FF2B5EF4-FFF2-40B4-BE49-F238E27FC236}">
                <a16:creationId xmlns:a16="http://schemas.microsoft.com/office/drawing/2014/main" id="{93BB4A6B-8126-6B1E-B128-9E8A39C8586B}"/>
              </a:ext>
            </a:extLst>
          </p:cNvPr>
          <p:cNvSpPr>
            <a:spLocks noGrp="1"/>
          </p:cNvSpPr>
          <p:nvPr>
            <p:ph type="body" sz="quarter" idx="39" hasCustomPrompt="1"/>
          </p:nvPr>
        </p:nvSpPr>
        <p:spPr>
          <a:xfrm>
            <a:off x="3445369"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23" name="Text Placeholder 63">
            <a:extLst>
              <a:ext uri="{FF2B5EF4-FFF2-40B4-BE49-F238E27FC236}">
                <a16:creationId xmlns:a16="http://schemas.microsoft.com/office/drawing/2014/main" id="{43B238C4-1624-F443-BAC4-F3EB3C2459D6}"/>
              </a:ext>
            </a:extLst>
          </p:cNvPr>
          <p:cNvSpPr>
            <a:spLocks noGrp="1"/>
          </p:cNvSpPr>
          <p:nvPr>
            <p:ph type="body" sz="quarter" idx="40" hasCustomPrompt="1"/>
          </p:nvPr>
        </p:nvSpPr>
        <p:spPr>
          <a:xfrm>
            <a:off x="3445369" y="4938198"/>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sp>
        <p:nvSpPr>
          <p:cNvPr id="24" name="Text Placeholder 63">
            <a:extLst>
              <a:ext uri="{FF2B5EF4-FFF2-40B4-BE49-F238E27FC236}">
                <a16:creationId xmlns:a16="http://schemas.microsoft.com/office/drawing/2014/main" id="{5590FFBD-EEB7-A7DA-B319-C2CC932DE137}"/>
              </a:ext>
            </a:extLst>
          </p:cNvPr>
          <p:cNvSpPr>
            <a:spLocks noGrp="1"/>
          </p:cNvSpPr>
          <p:nvPr>
            <p:ph type="body" sz="quarter" idx="41" hasCustomPrompt="1"/>
          </p:nvPr>
        </p:nvSpPr>
        <p:spPr>
          <a:xfrm>
            <a:off x="8773436" y="3992228"/>
            <a:ext cx="2505632" cy="398099"/>
          </a:xfrm>
        </p:spPr>
        <p:txBody>
          <a:bodyPr lIns="0">
            <a:normAutofit/>
          </a:bodyPr>
          <a:lstStyle>
            <a:lvl1pPr marL="0" indent="0">
              <a:buNone/>
              <a:defRPr sz="1800" b="0" i="0">
                <a:solidFill>
                  <a:schemeClr val="accent1"/>
                </a:solidFill>
                <a:latin typeface="Montserrat" panose="00000500000000000000" pitchFamily="2" charset="0"/>
              </a:defRPr>
            </a:lvl1pPr>
          </a:lstStyle>
          <a:p>
            <a:pPr lvl="0"/>
            <a:r>
              <a:rPr lang="en-US"/>
              <a:t>Name</a:t>
            </a:r>
          </a:p>
        </p:txBody>
      </p:sp>
      <p:sp>
        <p:nvSpPr>
          <p:cNvPr id="25" name="Text Placeholder 63">
            <a:extLst>
              <a:ext uri="{FF2B5EF4-FFF2-40B4-BE49-F238E27FC236}">
                <a16:creationId xmlns:a16="http://schemas.microsoft.com/office/drawing/2014/main" id="{38AC6496-6B80-48D3-5A3F-FE2993E7B1E1}"/>
              </a:ext>
            </a:extLst>
          </p:cNvPr>
          <p:cNvSpPr>
            <a:spLocks noGrp="1"/>
          </p:cNvSpPr>
          <p:nvPr>
            <p:ph type="body" sz="quarter" idx="42" hasCustomPrompt="1"/>
          </p:nvPr>
        </p:nvSpPr>
        <p:spPr>
          <a:xfrm>
            <a:off x="8773436"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26" name="Text Placeholder 63">
            <a:extLst>
              <a:ext uri="{FF2B5EF4-FFF2-40B4-BE49-F238E27FC236}">
                <a16:creationId xmlns:a16="http://schemas.microsoft.com/office/drawing/2014/main" id="{C1E68A6F-316A-2981-2C9B-FEFE0C049F72}"/>
              </a:ext>
            </a:extLst>
          </p:cNvPr>
          <p:cNvSpPr>
            <a:spLocks noGrp="1"/>
          </p:cNvSpPr>
          <p:nvPr>
            <p:ph type="body" sz="quarter" idx="43" hasCustomPrompt="1"/>
          </p:nvPr>
        </p:nvSpPr>
        <p:spPr>
          <a:xfrm>
            <a:off x="8773436" y="4938198"/>
            <a:ext cx="2505632" cy="1341625"/>
          </a:xfrm>
        </p:spPr>
        <p:txBody>
          <a:bodyPr lIns="0">
            <a:normAutofit/>
          </a:bodyPr>
          <a:lstStyle>
            <a:lvl1pPr marL="0" indent="0">
              <a:buNone/>
              <a:defRPr sz="1400" b="0">
                <a:solidFill>
                  <a:schemeClr val="accent1"/>
                </a:solidFill>
                <a:latin typeface="Montserrat" panose="00000500000000000000" pitchFamily="2" charset="0"/>
              </a:defRPr>
            </a:lvl1pPr>
          </a:lstStyle>
          <a:p>
            <a:pPr lvl="0"/>
            <a:r>
              <a:rPr lang="en-US"/>
              <a:t>Click to Add Text</a:t>
            </a:r>
          </a:p>
        </p:txBody>
      </p:sp>
      <p:pic>
        <p:nvPicPr>
          <p:cNvPr id="27" name="Picture Placeholder 18" descr="A person in a suit and tie&#10;&#10;Description automatically generated">
            <a:extLst>
              <a:ext uri="{FF2B5EF4-FFF2-40B4-BE49-F238E27FC236}">
                <a16:creationId xmlns:a16="http://schemas.microsoft.com/office/drawing/2014/main" id="{E1813A88-7510-8471-BC6D-795174097D72}"/>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367" t="1172" r="38" b="1254"/>
          <a:stretch/>
        </p:blipFill>
        <p:spPr>
          <a:xfrm>
            <a:off x="6421161" y="4089863"/>
            <a:ext cx="2090737" cy="2092325"/>
          </a:xfrm>
          <a:prstGeom prst="rect">
            <a:avLst/>
          </a:prstGeom>
        </p:spPr>
      </p:pic>
      <p:sp>
        <p:nvSpPr>
          <p:cNvPr id="28" name="Picture Placeholder 43">
            <a:extLst>
              <a:ext uri="{FF2B5EF4-FFF2-40B4-BE49-F238E27FC236}">
                <a16:creationId xmlns:a16="http://schemas.microsoft.com/office/drawing/2014/main" id="{74174644-5CA8-A82C-E9BB-B6E012ED1711}"/>
              </a:ext>
            </a:extLst>
          </p:cNvPr>
          <p:cNvSpPr>
            <a:spLocks noGrp="1"/>
          </p:cNvSpPr>
          <p:nvPr>
            <p:ph type="pic" sz="quarter" idx="44" hasCustomPrompt="1"/>
          </p:nvPr>
        </p:nvSpPr>
        <p:spPr>
          <a:xfrm>
            <a:off x="6421161"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45" name="Rounded Rectangle 44">
            <a:extLst>
              <a:ext uri="{FF2B5EF4-FFF2-40B4-BE49-F238E27FC236}">
                <a16:creationId xmlns:a16="http://schemas.microsoft.com/office/drawing/2014/main" id="{C27522C8-072F-C40A-362F-EA406C345C75}"/>
              </a:ext>
            </a:extLst>
          </p:cNvPr>
          <p:cNvSpPr/>
          <p:nvPr userDrawn="1"/>
        </p:nvSpPr>
        <p:spPr>
          <a:xfrm>
            <a:off x="6322730" y="3992228"/>
            <a:ext cx="2287596" cy="2287597"/>
          </a:xfrm>
          <a:prstGeom prst="roundRect">
            <a:avLst>
              <a:gd name="adj" fmla="val 0"/>
            </a:avLst>
          </a:prstGeom>
          <a:noFill/>
          <a:ln w="12700" cap="flat" cmpd="sng" algn="ctr">
            <a:solidFill>
              <a:schemeClr val="accent1"/>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197984253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_Team Lineup-3">
    <p:bg>
      <p:bgPr>
        <a:solidFill>
          <a:schemeClr val="accent4"/>
        </a:solidFill>
        <a:effectLst/>
      </p:bgPr>
    </p:bg>
    <p:spTree>
      <p:nvGrpSpPr>
        <p:cNvPr id="1" name=""/>
        <p:cNvGrpSpPr/>
        <p:nvPr/>
      </p:nvGrpSpPr>
      <p:grpSpPr>
        <a:xfrm>
          <a:off x="0" y="0"/>
          <a:ext cx="0" cy="0"/>
          <a:chOff x="0" y="0"/>
          <a:chExt cx="0" cy="0"/>
        </a:xfrm>
      </p:grpSpPr>
      <p:pic>
        <p:nvPicPr>
          <p:cNvPr id="8" name="Picture Placeholder 18" descr="A person in a suit and tie&#10;&#10;Description automatically generated">
            <a:extLst>
              <a:ext uri="{FF2B5EF4-FFF2-40B4-BE49-F238E27FC236}">
                <a16:creationId xmlns:a16="http://schemas.microsoft.com/office/drawing/2014/main" id="{798CC528-BB73-B112-9A24-2B34CD8B7F9F}"/>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3094" y="1453548"/>
            <a:ext cx="2090737" cy="2092325"/>
          </a:xfrm>
          <a:prstGeom prst="rect">
            <a:avLst/>
          </a:prstGeom>
        </p:spPr>
      </p:pic>
      <p:sp>
        <p:nvSpPr>
          <p:cNvPr id="44" name="Picture Placeholder 43">
            <a:extLst>
              <a:ext uri="{FF2B5EF4-FFF2-40B4-BE49-F238E27FC236}">
                <a16:creationId xmlns:a16="http://schemas.microsoft.com/office/drawing/2014/main" id="{9986F550-2736-B927-36F1-EB7A305EE47D}"/>
              </a:ext>
            </a:extLst>
          </p:cNvPr>
          <p:cNvSpPr>
            <a:spLocks noGrp="1"/>
          </p:cNvSpPr>
          <p:nvPr>
            <p:ph type="pic" sz="quarter" idx="10" hasCustomPrompt="1"/>
          </p:nvPr>
        </p:nvSpPr>
        <p:spPr>
          <a:xfrm>
            <a:off x="1093094"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0" name="Rounded Rectangle 9">
            <a:extLst>
              <a:ext uri="{FF2B5EF4-FFF2-40B4-BE49-F238E27FC236}">
                <a16:creationId xmlns:a16="http://schemas.microsoft.com/office/drawing/2014/main" id="{221F7F2E-B4C0-AA13-1923-D46979C50854}"/>
              </a:ext>
            </a:extLst>
          </p:cNvPr>
          <p:cNvSpPr/>
          <p:nvPr userDrawn="1"/>
        </p:nvSpPr>
        <p:spPr>
          <a:xfrm>
            <a:off x="994663" y="1355913"/>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64" name="Text Placeholder 63">
            <a:extLst>
              <a:ext uri="{FF2B5EF4-FFF2-40B4-BE49-F238E27FC236}">
                <a16:creationId xmlns:a16="http://schemas.microsoft.com/office/drawing/2014/main" id="{DA2BA32D-CDEE-2438-CDCB-DED43308AFE9}"/>
              </a:ext>
            </a:extLst>
          </p:cNvPr>
          <p:cNvSpPr>
            <a:spLocks noGrp="1"/>
          </p:cNvSpPr>
          <p:nvPr>
            <p:ph type="body" sz="quarter" idx="14" hasCustomPrompt="1"/>
          </p:nvPr>
        </p:nvSpPr>
        <p:spPr>
          <a:xfrm>
            <a:off x="3445369" y="1355913"/>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65" name="Text Placeholder 63">
            <a:extLst>
              <a:ext uri="{FF2B5EF4-FFF2-40B4-BE49-F238E27FC236}">
                <a16:creationId xmlns:a16="http://schemas.microsoft.com/office/drawing/2014/main" id="{55BA595D-40D6-4B99-07C3-27C67BB7DECD}"/>
              </a:ext>
            </a:extLst>
          </p:cNvPr>
          <p:cNvSpPr>
            <a:spLocks noGrp="1"/>
          </p:cNvSpPr>
          <p:nvPr>
            <p:ph type="body" sz="quarter" idx="15" hasCustomPrompt="1"/>
          </p:nvPr>
        </p:nvSpPr>
        <p:spPr>
          <a:xfrm>
            <a:off x="3445369"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66" name="Text Placeholder 63">
            <a:extLst>
              <a:ext uri="{FF2B5EF4-FFF2-40B4-BE49-F238E27FC236}">
                <a16:creationId xmlns:a16="http://schemas.microsoft.com/office/drawing/2014/main" id="{2F5F2C19-E361-48AB-B7ED-A1442F7FBC22}"/>
              </a:ext>
            </a:extLst>
          </p:cNvPr>
          <p:cNvSpPr>
            <a:spLocks noGrp="1"/>
          </p:cNvSpPr>
          <p:nvPr>
            <p:ph type="body" sz="quarter" idx="16" hasCustomPrompt="1"/>
          </p:nvPr>
        </p:nvSpPr>
        <p:spPr>
          <a:xfrm>
            <a:off x="3445369" y="2301883"/>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2" name="Title 3">
            <a:extLst>
              <a:ext uri="{FF2B5EF4-FFF2-40B4-BE49-F238E27FC236}">
                <a16:creationId xmlns:a16="http://schemas.microsoft.com/office/drawing/2014/main" id="{B74C37E9-E7A4-2C95-CC84-E4D7FD57D0BD}"/>
              </a:ext>
            </a:extLst>
          </p:cNvPr>
          <p:cNvSpPr>
            <a:spLocks noGrp="1"/>
          </p:cNvSpPr>
          <p:nvPr>
            <p:ph type="title" hasCustomPrompt="1"/>
          </p:nvPr>
        </p:nvSpPr>
        <p:spPr>
          <a:xfrm>
            <a:off x="570540" y="453195"/>
            <a:ext cx="11016788"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ontserrat" panose="00000500000000000000" pitchFamily="2" charset="0"/>
                <a:ea typeface="+mj-ea"/>
                <a:cs typeface="+mj-cs"/>
              </a:defRPr>
            </a:lvl1pPr>
          </a:lstStyle>
          <a:p>
            <a:r>
              <a:rPr lang="en-US"/>
              <a:t>Click to Add Title</a:t>
            </a:r>
            <a:endParaRPr lang="en-IN"/>
          </a:p>
        </p:txBody>
      </p:sp>
      <p:sp>
        <p:nvSpPr>
          <p:cNvPr id="3" name="TextBox 2">
            <a:extLst>
              <a:ext uri="{FF2B5EF4-FFF2-40B4-BE49-F238E27FC236}">
                <a16:creationId xmlns:a16="http://schemas.microsoft.com/office/drawing/2014/main" id="{A8B16DC8-E28B-A421-AB71-0BA59C26698A}"/>
              </a:ext>
            </a:extLst>
          </p:cNvPr>
          <p:cNvSpPr txBox="1"/>
          <p:nvPr userDrawn="1"/>
        </p:nvSpPr>
        <p:spPr>
          <a:xfrm>
            <a:off x="10414134" y="6506880"/>
            <a:ext cx="1173193"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anose="00000500000000000000" pitchFamily="2" charset="0"/>
              </a:rPr>
              <a:t>Private and Confidential</a:t>
            </a:r>
          </a:p>
        </p:txBody>
      </p:sp>
      <p:sp>
        <p:nvSpPr>
          <p:cNvPr id="38" name="Text Placeholder 63">
            <a:extLst>
              <a:ext uri="{FF2B5EF4-FFF2-40B4-BE49-F238E27FC236}">
                <a16:creationId xmlns:a16="http://schemas.microsoft.com/office/drawing/2014/main" id="{3B5F76E6-C01F-CB8D-94A8-762CA8B142A3}"/>
              </a:ext>
            </a:extLst>
          </p:cNvPr>
          <p:cNvSpPr>
            <a:spLocks noGrp="1"/>
          </p:cNvSpPr>
          <p:nvPr>
            <p:ph type="body" sz="quarter" idx="22" hasCustomPrompt="1"/>
          </p:nvPr>
        </p:nvSpPr>
        <p:spPr>
          <a:xfrm>
            <a:off x="8773436" y="1355913"/>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39" name="Text Placeholder 63">
            <a:extLst>
              <a:ext uri="{FF2B5EF4-FFF2-40B4-BE49-F238E27FC236}">
                <a16:creationId xmlns:a16="http://schemas.microsoft.com/office/drawing/2014/main" id="{62DB7540-082F-5CC2-C0F7-37243091CBE5}"/>
              </a:ext>
            </a:extLst>
          </p:cNvPr>
          <p:cNvSpPr>
            <a:spLocks noGrp="1"/>
          </p:cNvSpPr>
          <p:nvPr>
            <p:ph type="body" sz="quarter" idx="23" hasCustomPrompt="1"/>
          </p:nvPr>
        </p:nvSpPr>
        <p:spPr>
          <a:xfrm>
            <a:off x="8773436" y="1855526"/>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40" name="Text Placeholder 63">
            <a:extLst>
              <a:ext uri="{FF2B5EF4-FFF2-40B4-BE49-F238E27FC236}">
                <a16:creationId xmlns:a16="http://schemas.microsoft.com/office/drawing/2014/main" id="{75A5E816-350F-A5F5-2E9F-3CF8590B5FEA}"/>
              </a:ext>
            </a:extLst>
          </p:cNvPr>
          <p:cNvSpPr>
            <a:spLocks noGrp="1"/>
          </p:cNvSpPr>
          <p:nvPr>
            <p:ph type="body" sz="quarter" idx="24" hasCustomPrompt="1"/>
          </p:nvPr>
        </p:nvSpPr>
        <p:spPr>
          <a:xfrm>
            <a:off x="8773436" y="2301883"/>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49" name="Slide Number Placeholder 13">
            <a:extLst>
              <a:ext uri="{FF2B5EF4-FFF2-40B4-BE49-F238E27FC236}">
                <a16:creationId xmlns:a16="http://schemas.microsoft.com/office/drawing/2014/main" id="{1D9ACAC6-5264-97C5-66C9-993C95DB6178}"/>
              </a:ext>
            </a:extLst>
          </p:cNvPr>
          <p:cNvSpPr txBox="1">
            <a:spLocks/>
          </p:cNvSpPr>
          <p:nvPr userDrawn="1"/>
        </p:nvSpPr>
        <p:spPr>
          <a:xfrm>
            <a:off x="11431443" y="6411767"/>
            <a:ext cx="343016"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anose="00000500000000000000" pitchFamily="2" charset="0"/>
              </a:rPr>
              <a:pPr/>
              <a:t>‹#›</a:t>
            </a:fld>
            <a:endParaRPr lang="en-US" sz="800">
              <a:solidFill>
                <a:srgbClr val="00EDED"/>
              </a:solidFill>
              <a:latin typeface="Montserrat" panose="00000500000000000000" pitchFamily="2" charset="0"/>
            </a:endParaRPr>
          </a:p>
        </p:txBody>
      </p:sp>
      <p:pic>
        <p:nvPicPr>
          <p:cNvPr id="50" name="Graphic 49">
            <a:extLst>
              <a:ext uri="{FF2B5EF4-FFF2-40B4-BE49-F238E27FC236}">
                <a16:creationId xmlns:a16="http://schemas.microsoft.com/office/drawing/2014/main" id="{6980351B-95B5-3077-F4BA-53CFA563E52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9330" y="6496842"/>
            <a:ext cx="365820" cy="194762"/>
          </a:xfrm>
          <a:prstGeom prst="rect">
            <a:avLst/>
          </a:prstGeom>
        </p:spPr>
      </p:pic>
      <p:pic>
        <p:nvPicPr>
          <p:cNvPr id="7" name="Picture Placeholder 18" descr="A person in a suit and tie&#10;&#10;Description automatically generated">
            <a:extLst>
              <a:ext uri="{FF2B5EF4-FFF2-40B4-BE49-F238E27FC236}">
                <a16:creationId xmlns:a16="http://schemas.microsoft.com/office/drawing/2014/main" id="{CB8ADA05-DDB5-B9AB-782A-849938D47F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1161" y="1453548"/>
            <a:ext cx="2090737" cy="2092325"/>
          </a:xfrm>
          <a:prstGeom prst="rect">
            <a:avLst/>
          </a:prstGeom>
        </p:spPr>
      </p:pic>
      <p:sp>
        <p:nvSpPr>
          <p:cNvPr id="9" name="Picture Placeholder 43">
            <a:extLst>
              <a:ext uri="{FF2B5EF4-FFF2-40B4-BE49-F238E27FC236}">
                <a16:creationId xmlns:a16="http://schemas.microsoft.com/office/drawing/2014/main" id="{B39DBDE8-6DD2-35DF-1471-D6F315777B72}"/>
              </a:ext>
            </a:extLst>
          </p:cNvPr>
          <p:cNvSpPr>
            <a:spLocks noGrp="1"/>
          </p:cNvSpPr>
          <p:nvPr>
            <p:ph type="pic" sz="quarter" idx="29" hasCustomPrompt="1"/>
          </p:nvPr>
        </p:nvSpPr>
        <p:spPr>
          <a:xfrm>
            <a:off x="6421161" y="1453549"/>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11" name="Rounded Rectangle 10">
            <a:extLst>
              <a:ext uri="{FF2B5EF4-FFF2-40B4-BE49-F238E27FC236}">
                <a16:creationId xmlns:a16="http://schemas.microsoft.com/office/drawing/2014/main" id="{733E9347-116B-4E30-B01A-3D27A3101607}"/>
              </a:ext>
            </a:extLst>
          </p:cNvPr>
          <p:cNvSpPr/>
          <p:nvPr userDrawn="1"/>
        </p:nvSpPr>
        <p:spPr>
          <a:xfrm>
            <a:off x="6322730" y="1355913"/>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pic>
        <p:nvPicPr>
          <p:cNvPr id="24" name="Picture Placeholder 18" descr="A person in a suit and tie&#10;&#10;Description automatically generated">
            <a:extLst>
              <a:ext uri="{FF2B5EF4-FFF2-40B4-BE49-F238E27FC236}">
                <a16:creationId xmlns:a16="http://schemas.microsoft.com/office/drawing/2014/main" id="{915F939E-100C-602E-BC0A-C2AEABBE3034}"/>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1093094" y="4089863"/>
            <a:ext cx="2090737" cy="2092325"/>
          </a:xfrm>
          <a:prstGeom prst="rect">
            <a:avLst/>
          </a:prstGeom>
        </p:spPr>
      </p:pic>
      <p:sp>
        <p:nvSpPr>
          <p:cNvPr id="25" name="Picture Placeholder 43">
            <a:extLst>
              <a:ext uri="{FF2B5EF4-FFF2-40B4-BE49-F238E27FC236}">
                <a16:creationId xmlns:a16="http://schemas.microsoft.com/office/drawing/2014/main" id="{9A7394D4-C605-6BF9-40D9-03DCF37D7D46}"/>
              </a:ext>
            </a:extLst>
          </p:cNvPr>
          <p:cNvSpPr>
            <a:spLocks noGrp="1"/>
          </p:cNvSpPr>
          <p:nvPr>
            <p:ph type="pic" sz="quarter" idx="30" hasCustomPrompt="1"/>
          </p:nvPr>
        </p:nvSpPr>
        <p:spPr>
          <a:xfrm>
            <a:off x="1093094"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26" name="Rounded Rectangle 25">
            <a:extLst>
              <a:ext uri="{FF2B5EF4-FFF2-40B4-BE49-F238E27FC236}">
                <a16:creationId xmlns:a16="http://schemas.microsoft.com/office/drawing/2014/main" id="{F8985181-521F-AE3C-416A-FED3179C8699}"/>
              </a:ext>
            </a:extLst>
          </p:cNvPr>
          <p:cNvSpPr/>
          <p:nvPr userDrawn="1"/>
        </p:nvSpPr>
        <p:spPr>
          <a:xfrm>
            <a:off x="994663" y="3992228"/>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
        <p:nvSpPr>
          <p:cNvPr id="27" name="Text Placeholder 63">
            <a:extLst>
              <a:ext uri="{FF2B5EF4-FFF2-40B4-BE49-F238E27FC236}">
                <a16:creationId xmlns:a16="http://schemas.microsoft.com/office/drawing/2014/main" id="{23F486CE-9B64-294D-E631-CC3754076CE3}"/>
              </a:ext>
            </a:extLst>
          </p:cNvPr>
          <p:cNvSpPr>
            <a:spLocks noGrp="1"/>
          </p:cNvSpPr>
          <p:nvPr>
            <p:ph type="body" sz="quarter" idx="31" hasCustomPrompt="1"/>
          </p:nvPr>
        </p:nvSpPr>
        <p:spPr>
          <a:xfrm>
            <a:off x="3445369" y="3992228"/>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28" name="Text Placeholder 63">
            <a:extLst>
              <a:ext uri="{FF2B5EF4-FFF2-40B4-BE49-F238E27FC236}">
                <a16:creationId xmlns:a16="http://schemas.microsoft.com/office/drawing/2014/main" id="{54439993-D40F-3D99-88ED-1AEF9D5EB627}"/>
              </a:ext>
            </a:extLst>
          </p:cNvPr>
          <p:cNvSpPr>
            <a:spLocks noGrp="1"/>
          </p:cNvSpPr>
          <p:nvPr>
            <p:ph type="body" sz="quarter" idx="32" hasCustomPrompt="1"/>
          </p:nvPr>
        </p:nvSpPr>
        <p:spPr>
          <a:xfrm>
            <a:off x="3445369"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45" name="Text Placeholder 63">
            <a:extLst>
              <a:ext uri="{FF2B5EF4-FFF2-40B4-BE49-F238E27FC236}">
                <a16:creationId xmlns:a16="http://schemas.microsoft.com/office/drawing/2014/main" id="{9277DAAD-D5E8-159A-283F-F15F830D24E7}"/>
              </a:ext>
            </a:extLst>
          </p:cNvPr>
          <p:cNvSpPr>
            <a:spLocks noGrp="1"/>
          </p:cNvSpPr>
          <p:nvPr>
            <p:ph type="body" sz="quarter" idx="33" hasCustomPrompt="1"/>
          </p:nvPr>
        </p:nvSpPr>
        <p:spPr>
          <a:xfrm>
            <a:off x="3445369" y="4938198"/>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sp>
        <p:nvSpPr>
          <p:cNvPr id="51" name="Text Placeholder 63">
            <a:extLst>
              <a:ext uri="{FF2B5EF4-FFF2-40B4-BE49-F238E27FC236}">
                <a16:creationId xmlns:a16="http://schemas.microsoft.com/office/drawing/2014/main" id="{9DD10405-F3E1-6990-F88C-EE615BEE4305}"/>
              </a:ext>
            </a:extLst>
          </p:cNvPr>
          <p:cNvSpPr>
            <a:spLocks noGrp="1"/>
          </p:cNvSpPr>
          <p:nvPr>
            <p:ph type="body" sz="quarter" idx="34" hasCustomPrompt="1"/>
          </p:nvPr>
        </p:nvSpPr>
        <p:spPr>
          <a:xfrm>
            <a:off x="8773436" y="3992228"/>
            <a:ext cx="2505632" cy="398099"/>
          </a:xfrm>
        </p:spPr>
        <p:txBody>
          <a:bodyPr lIns="0">
            <a:normAutofit/>
          </a:bodyPr>
          <a:lstStyle>
            <a:lvl1pPr marL="0" indent="0">
              <a:buNone/>
              <a:defRPr sz="1800" b="0" i="0">
                <a:solidFill>
                  <a:srgbClr val="00EDED"/>
                </a:solidFill>
                <a:latin typeface="Montserrat" panose="00000500000000000000" pitchFamily="2" charset="0"/>
              </a:defRPr>
            </a:lvl1pPr>
          </a:lstStyle>
          <a:p>
            <a:pPr lvl="0"/>
            <a:r>
              <a:rPr lang="en-US"/>
              <a:t>Name</a:t>
            </a:r>
          </a:p>
        </p:txBody>
      </p:sp>
      <p:sp>
        <p:nvSpPr>
          <p:cNvPr id="52" name="Text Placeholder 63">
            <a:extLst>
              <a:ext uri="{FF2B5EF4-FFF2-40B4-BE49-F238E27FC236}">
                <a16:creationId xmlns:a16="http://schemas.microsoft.com/office/drawing/2014/main" id="{77848427-B193-7EC2-80E8-8A502B1F8E8A}"/>
              </a:ext>
            </a:extLst>
          </p:cNvPr>
          <p:cNvSpPr>
            <a:spLocks noGrp="1"/>
          </p:cNvSpPr>
          <p:nvPr>
            <p:ph type="body" sz="quarter" idx="35" hasCustomPrompt="1"/>
          </p:nvPr>
        </p:nvSpPr>
        <p:spPr>
          <a:xfrm>
            <a:off x="8773436" y="4491841"/>
            <a:ext cx="2505632" cy="247206"/>
          </a:xfrm>
        </p:spPr>
        <p:txBody>
          <a:bodyPr lIns="0">
            <a:noAutofit/>
          </a:bodyPr>
          <a:lstStyle>
            <a:lvl1pPr marL="0" indent="0">
              <a:buNone/>
              <a:defRPr sz="1400" b="0" i="0">
                <a:solidFill>
                  <a:srgbClr val="003059"/>
                </a:solidFill>
                <a:highlight>
                  <a:srgbClr val="A2F3F3"/>
                </a:highlight>
                <a:latin typeface="Montserrat" panose="00000500000000000000" pitchFamily="2" charset="0"/>
              </a:defRPr>
            </a:lvl1pPr>
          </a:lstStyle>
          <a:p>
            <a:pPr lvl="0"/>
            <a:r>
              <a:rPr lang="en-US"/>
              <a:t>Position</a:t>
            </a:r>
          </a:p>
        </p:txBody>
      </p:sp>
      <p:sp>
        <p:nvSpPr>
          <p:cNvPr id="53" name="Text Placeholder 63">
            <a:extLst>
              <a:ext uri="{FF2B5EF4-FFF2-40B4-BE49-F238E27FC236}">
                <a16:creationId xmlns:a16="http://schemas.microsoft.com/office/drawing/2014/main" id="{FC2A8FA7-509F-CA9C-B061-D1F6E7B4E89E}"/>
              </a:ext>
            </a:extLst>
          </p:cNvPr>
          <p:cNvSpPr>
            <a:spLocks noGrp="1"/>
          </p:cNvSpPr>
          <p:nvPr>
            <p:ph type="body" sz="quarter" idx="36" hasCustomPrompt="1"/>
          </p:nvPr>
        </p:nvSpPr>
        <p:spPr>
          <a:xfrm>
            <a:off x="8773436" y="4938198"/>
            <a:ext cx="2505632" cy="1341625"/>
          </a:xfrm>
        </p:spPr>
        <p:txBody>
          <a:bodyPr lIns="0">
            <a:normAutofit/>
          </a:bodyPr>
          <a:lstStyle>
            <a:lvl1pPr marL="0" indent="0">
              <a:buNone/>
              <a:defRPr sz="1400" b="0">
                <a:solidFill>
                  <a:schemeClr val="bg1"/>
                </a:solidFill>
                <a:latin typeface="Montserrat" panose="00000500000000000000" pitchFamily="2" charset="0"/>
              </a:defRPr>
            </a:lvl1pPr>
          </a:lstStyle>
          <a:p>
            <a:pPr lvl="0"/>
            <a:r>
              <a:rPr lang="en-US"/>
              <a:t>Click to Add Text</a:t>
            </a:r>
          </a:p>
        </p:txBody>
      </p:sp>
      <p:pic>
        <p:nvPicPr>
          <p:cNvPr id="54" name="Picture Placeholder 18" descr="A person in a suit and tie&#10;&#10;Description automatically generated">
            <a:extLst>
              <a:ext uri="{FF2B5EF4-FFF2-40B4-BE49-F238E27FC236}">
                <a16:creationId xmlns:a16="http://schemas.microsoft.com/office/drawing/2014/main" id="{1F5F0B1D-5AE1-9ED7-5337-986D4E4210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67" t="1172" r="38" b="1254"/>
          <a:stretch/>
        </p:blipFill>
        <p:spPr>
          <a:xfrm>
            <a:off x="6421161" y="4089863"/>
            <a:ext cx="2090737" cy="2092325"/>
          </a:xfrm>
          <a:prstGeom prst="rect">
            <a:avLst/>
          </a:prstGeom>
        </p:spPr>
      </p:pic>
      <p:sp>
        <p:nvSpPr>
          <p:cNvPr id="55" name="Picture Placeholder 43">
            <a:extLst>
              <a:ext uri="{FF2B5EF4-FFF2-40B4-BE49-F238E27FC236}">
                <a16:creationId xmlns:a16="http://schemas.microsoft.com/office/drawing/2014/main" id="{9FBCC796-32DF-3849-816A-F7F4115EA346}"/>
              </a:ext>
            </a:extLst>
          </p:cNvPr>
          <p:cNvSpPr>
            <a:spLocks noGrp="1"/>
          </p:cNvSpPr>
          <p:nvPr>
            <p:ph type="pic" sz="quarter" idx="37" hasCustomPrompt="1"/>
          </p:nvPr>
        </p:nvSpPr>
        <p:spPr>
          <a:xfrm>
            <a:off x="6421161" y="4089864"/>
            <a:ext cx="2090737" cy="2092325"/>
          </a:xfrm>
          <a:solidFill>
            <a:schemeClr val="accent4">
              <a:alpha val="56000"/>
            </a:schemeClr>
          </a:solidFill>
        </p:spPr>
        <p:txBody>
          <a:bodyPr rIns="0" anchor="t">
            <a:normAutofit/>
          </a:bodyPr>
          <a:lstStyle>
            <a:lvl1pPr marL="0" indent="0" algn="l">
              <a:buNone/>
              <a:defRPr sz="1400">
                <a:solidFill>
                  <a:srgbClr val="00EDED">
                    <a:alpha val="69000"/>
                  </a:srgbClr>
                </a:solidFill>
                <a:latin typeface="Montserrat" panose="00000500000000000000" pitchFamily="2" charset="0"/>
              </a:defRPr>
            </a:lvl1pPr>
          </a:lstStyle>
          <a:p>
            <a:r>
              <a:rPr lang="en-US"/>
              <a:t>Click Icon to Change Image</a:t>
            </a:r>
          </a:p>
        </p:txBody>
      </p:sp>
      <p:sp>
        <p:nvSpPr>
          <p:cNvPr id="56" name="Rounded Rectangle 55">
            <a:extLst>
              <a:ext uri="{FF2B5EF4-FFF2-40B4-BE49-F238E27FC236}">
                <a16:creationId xmlns:a16="http://schemas.microsoft.com/office/drawing/2014/main" id="{5B4DAFBC-AC0E-BC84-DF54-9D5EAE857FC8}"/>
              </a:ext>
            </a:extLst>
          </p:cNvPr>
          <p:cNvSpPr/>
          <p:nvPr userDrawn="1"/>
        </p:nvSpPr>
        <p:spPr>
          <a:xfrm>
            <a:off x="6322730" y="3992228"/>
            <a:ext cx="2287596" cy="2287597"/>
          </a:xfrm>
          <a:prstGeom prst="roundRect">
            <a:avLst>
              <a:gd name="adj" fmla="val 0"/>
            </a:avLst>
          </a:prstGeom>
          <a:noFill/>
          <a:ln w="12700" cap="flat" cmpd="sng" algn="ctr">
            <a:solidFill>
              <a:srgbClr val="00EDED"/>
            </a:solid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ontserrat" panose="00000500000000000000" pitchFamily="2" charset="0"/>
            </a:endParaRPr>
          </a:p>
        </p:txBody>
      </p:sp>
    </p:spTree>
    <p:extLst>
      <p:ext uri="{BB962C8B-B14F-4D97-AF65-F5344CB8AC3E}">
        <p14:creationId xmlns:p14="http://schemas.microsoft.com/office/powerpoint/2010/main" val="3215254190"/>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74_Blank Layout">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477" y="1927124"/>
            <a:ext cx="5772637"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EDED"/>
                </a:solidFill>
                <a:latin typeface="Montserrat" panose="00000500000000000000" pitchFamily="2" charset="0"/>
              </a:rPr>
              <a:t>Q&amp;A</a:t>
            </a:r>
          </a:p>
        </p:txBody>
      </p:sp>
      <p:sp>
        <p:nvSpPr>
          <p:cNvPr id="6" name="Freeform 5">
            <a:extLst>
              <a:ext uri="{FF2B5EF4-FFF2-40B4-BE49-F238E27FC236}">
                <a16:creationId xmlns:a16="http://schemas.microsoft.com/office/drawing/2014/main" id="{48F93217-BC79-CAE2-81BF-649EC04DD56C}"/>
              </a:ext>
            </a:extLst>
          </p:cNvPr>
          <p:cNvSpPr>
            <a:spLocks/>
          </p:cNvSpPr>
          <p:nvPr userDrawn="1"/>
        </p:nvSpPr>
        <p:spPr>
          <a:xfrm>
            <a:off x="0" y="1781183"/>
            <a:ext cx="215324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EDED"/>
          </a:solidFill>
          <a:ln w="17383" cap="flat">
            <a:noFill/>
            <a:prstDash val="solid"/>
            <a:miter/>
          </a:ln>
        </p:spPr>
        <p:txBody>
          <a:bodyPr rtlCol="0" anchor="ctr"/>
          <a:lstStyle/>
          <a:p>
            <a:endParaRPr lang="en-US" sz="1800">
              <a:latin typeface="Montserrat" panose="00000500000000000000" pitchFamily="2" charset="0"/>
            </a:endParaRPr>
          </a:p>
        </p:txBody>
      </p:sp>
    </p:spTree>
    <p:extLst>
      <p:ext uri="{BB962C8B-B14F-4D97-AF65-F5344CB8AC3E}">
        <p14:creationId xmlns:p14="http://schemas.microsoft.com/office/powerpoint/2010/main" val="35162703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73_Blank Layout">
    <p:bg>
      <p:bgPr>
        <a:solidFill>
          <a:schemeClr val="accent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0D7B0BE-371D-7D88-B20B-F2B8A51EE5FD}"/>
              </a:ext>
            </a:extLst>
          </p:cNvPr>
          <p:cNvSpPr txBox="1">
            <a:spLocks/>
          </p:cNvSpPr>
          <p:nvPr userDrawn="1"/>
        </p:nvSpPr>
        <p:spPr>
          <a:xfrm>
            <a:off x="3210477" y="1927124"/>
            <a:ext cx="5772637" cy="3003753"/>
          </a:xfrm>
          <a:prstGeom prst="rect">
            <a:avLst/>
          </a:prstGeom>
        </p:spPr>
        <p:txBody>
          <a:bodyPr lIns="0" tIns="0" rIns="0" bIns="0" anchor="ctr"/>
          <a:lstStyle>
            <a:lvl1pPr marL="228517" indent="-228517" algn="l" defTabSz="9140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548" indent="-228517" algn="l" defTabSz="9140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595" indent="-228517" algn="l" defTabSz="9140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64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67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760"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789"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822"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855" indent="-228517" algn="l" defTabSz="9140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7298">
                <a:solidFill>
                  <a:srgbClr val="00EDED"/>
                </a:solidFill>
                <a:latin typeface="Montserrat" panose="00000500000000000000" pitchFamily="2" charset="0"/>
              </a:rPr>
              <a:t>Q&amp;A</a:t>
            </a:r>
          </a:p>
        </p:txBody>
      </p:sp>
      <p:sp>
        <p:nvSpPr>
          <p:cNvPr id="6" name="Freeform 5">
            <a:extLst>
              <a:ext uri="{FF2B5EF4-FFF2-40B4-BE49-F238E27FC236}">
                <a16:creationId xmlns:a16="http://schemas.microsoft.com/office/drawing/2014/main" id="{AE91DE7F-49D5-FF1B-5CAA-451E48CC039A}"/>
              </a:ext>
            </a:extLst>
          </p:cNvPr>
          <p:cNvSpPr>
            <a:spLocks/>
          </p:cNvSpPr>
          <p:nvPr userDrawn="1"/>
        </p:nvSpPr>
        <p:spPr>
          <a:xfrm>
            <a:off x="0" y="1781183"/>
            <a:ext cx="2153246" cy="3295632"/>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00EDED"/>
          </a:solidFill>
          <a:ln w="17383" cap="flat">
            <a:noFill/>
            <a:prstDash val="solid"/>
            <a:miter/>
          </a:ln>
        </p:spPr>
        <p:txBody>
          <a:bodyPr rtlCol="0" anchor="ctr"/>
          <a:lstStyle/>
          <a:p>
            <a:endParaRPr lang="en-US" sz="1800">
              <a:latin typeface="Montserrat" panose="00000500000000000000" pitchFamily="2" charset="0"/>
            </a:endParaRPr>
          </a:p>
        </p:txBody>
      </p:sp>
    </p:spTree>
    <p:extLst>
      <p:ext uri="{BB962C8B-B14F-4D97-AF65-F5344CB8AC3E}">
        <p14:creationId xmlns:p14="http://schemas.microsoft.com/office/powerpoint/2010/main" val="595578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2_End Pag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rgbClr val="F4F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544" y="0"/>
            <a:ext cx="5501816" cy="1862048"/>
          </a:xfrm>
          <a:prstGeom prst="rect">
            <a:avLst/>
          </a:prstGeom>
          <a:noFill/>
        </p:spPr>
        <p:txBody>
          <a:bodyPr wrap="square" lIns="91428" tIns="45714" rIns="91428" bIns="45714" rtlCol="0" anchor="t">
            <a:spAutoFit/>
          </a:bodyPr>
          <a:lstStyle/>
          <a:p>
            <a:r>
              <a:rPr lang="en-GB" sz="11499" b="0" i="0">
                <a:solidFill>
                  <a:srgbClr val="003059"/>
                </a:solidFill>
                <a:latin typeface="Montserrat" panose="00000500000000000000" pitchFamily="2" charset="0"/>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5167" y="4669676"/>
            <a:ext cx="3963089" cy="1862048"/>
          </a:xfrm>
          <a:prstGeom prst="rect">
            <a:avLst/>
          </a:prstGeom>
          <a:noFill/>
        </p:spPr>
        <p:txBody>
          <a:bodyPr wrap="square" lIns="91428" tIns="45714" rIns="91428" bIns="45714" rtlCol="0" anchor="t">
            <a:spAutoFit/>
          </a:bodyPr>
          <a:lstStyle/>
          <a:p>
            <a:pPr algn="r"/>
            <a:r>
              <a:rPr lang="en-GB" sz="11499" b="0" i="0">
                <a:solidFill>
                  <a:srgbClr val="003059"/>
                </a:solidFill>
                <a:latin typeface="Montserrat" panose="00000500000000000000" pitchFamily="2" charset="0"/>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3468" y="2584108"/>
            <a:ext cx="2506655" cy="1689789"/>
          </a:xfrm>
          <a:prstGeom prst="rect">
            <a:avLst/>
          </a:prstGeom>
        </p:spPr>
      </p:pic>
    </p:spTree>
    <p:extLst>
      <p:ext uri="{BB962C8B-B14F-4D97-AF65-F5344CB8AC3E}">
        <p14:creationId xmlns:p14="http://schemas.microsoft.com/office/powerpoint/2010/main" val="4250803617"/>
      </p:ext>
    </p:extLst>
  </p:cSld>
  <p:clrMapOvr>
    <a:overrideClrMapping bg1="dk1" tx1="lt1" bg2="dk2" tx2="lt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End Page">
    <p:bg>
      <p:bgPr>
        <a:solidFill>
          <a:schemeClr val="accent4"/>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3588" cy="1257300"/>
          </a:xfrm>
          <a:prstGeom prst="rect">
            <a:avLst/>
          </a:prstGeom>
          <a:solidFill>
            <a:srgbClr val="3145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5" name="TextBox 4">
            <a:extLst>
              <a:ext uri="{FF2B5EF4-FFF2-40B4-BE49-F238E27FC236}">
                <a16:creationId xmlns:a16="http://schemas.microsoft.com/office/drawing/2014/main" id="{41E6EE4B-0811-69DE-2A0E-45AD15613919}"/>
              </a:ext>
            </a:extLst>
          </p:cNvPr>
          <p:cNvSpPr txBox="1"/>
          <p:nvPr userDrawn="1"/>
        </p:nvSpPr>
        <p:spPr>
          <a:xfrm>
            <a:off x="356544" y="0"/>
            <a:ext cx="5501816" cy="1862048"/>
          </a:xfrm>
          <a:prstGeom prst="rect">
            <a:avLst/>
          </a:prstGeom>
          <a:noFill/>
        </p:spPr>
        <p:txBody>
          <a:bodyPr wrap="square" lIns="91428" tIns="45714" rIns="91428" bIns="45714" rtlCol="0" anchor="t">
            <a:spAutoFit/>
          </a:bodyPr>
          <a:lstStyle/>
          <a:p>
            <a:r>
              <a:rPr lang="en-GB" sz="11499" b="0" i="0">
                <a:solidFill>
                  <a:srgbClr val="00EDED"/>
                </a:solidFill>
                <a:latin typeface="Montserrat" panose="00000500000000000000" pitchFamily="2" charset="0"/>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625167" y="4669676"/>
            <a:ext cx="3963089" cy="1862048"/>
          </a:xfrm>
          <a:prstGeom prst="rect">
            <a:avLst/>
          </a:prstGeom>
          <a:noFill/>
        </p:spPr>
        <p:txBody>
          <a:bodyPr wrap="square" lIns="91428" tIns="45714" rIns="91428" bIns="45714" rtlCol="0" anchor="t">
            <a:spAutoFit/>
          </a:bodyPr>
          <a:lstStyle/>
          <a:p>
            <a:pPr algn="r"/>
            <a:r>
              <a:rPr lang="en-GB" sz="11499" b="0" i="0">
                <a:solidFill>
                  <a:srgbClr val="00EDED"/>
                </a:solidFill>
                <a:latin typeface="Montserrat" panose="00000500000000000000" pitchFamily="2" charset="0"/>
                <a:ea typeface="Noto Sans"/>
                <a:cs typeface="Noto Sans"/>
              </a:rPr>
              <a:t>you</a:t>
            </a:r>
          </a:p>
        </p:txBody>
      </p:sp>
      <p:pic>
        <p:nvPicPr>
          <p:cNvPr id="16" name="Graphic 15">
            <a:extLst>
              <a:ext uri="{FF2B5EF4-FFF2-40B4-BE49-F238E27FC236}">
                <a16:creationId xmlns:a16="http://schemas.microsoft.com/office/drawing/2014/main" id="{E5A2CB0E-93C9-E51D-ECED-147E26DF727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3468" y="2584108"/>
            <a:ext cx="2506655" cy="1689789"/>
          </a:xfrm>
          <a:prstGeom prst="rect">
            <a:avLst/>
          </a:prstGeom>
        </p:spPr>
      </p:pic>
    </p:spTree>
    <p:extLst>
      <p:ext uri="{BB962C8B-B14F-4D97-AF65-F5344CB8AC3E}">
        <p14:creationId xmlns:p14="http://schemas.microsoft.com/office/powerpoint/2010/main" val="838647581"/>
      </p:ext>
    </p:extLst>
  </p:cSld>
  <p:clrMapOvr>
    <a:overrideClrMapping bg1="dk1" tx1="lt1" bg2="dk2" tx2="lt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Blank Layout_7">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200" y="1382608"/>
            <a:ext cx="10517188" cy="3657599"/>
          </a:xfrm>
          <a:prstGeom prst="rect">
            <a:avLst/>
          </a:prstGeom>
        </p:spPr>
        <p:txBody>
          <a:bodyPr lIns="0" tIns="0" rIns="0" bIns="0"/>
          <a:lstStyle>
            <a:lvl1pPr marL="0" indent="0">
              <a:lnSpc>
                <a:spcPct val="100000"/>
              </a:lnSpc>
              <a:buClr>
                <a:schemeClr val="accent1"/>
              </a:buClr>
              <a:buSzPct val="100000"/>
              <a:buFont typeface="Arial" panose="020B0604020202020204" pitchFamily="34" charset="0"/>
              <a:buNone/>
              <a:defRPr sz="2400" b="0" i="0">
                <a:solidFill>
                  <a:schemeClr val="tx1"/>
                </a:solidFill>
                <a:latin typeface="PP Telegraf" pitchFamily="2" charset="77"/>
              </a:defRPr>
            </a:lvl1pPr>
            <a:lvl2pPr marL="456985" indent="0">
              <a:lnSpc>
                <a:spcPct val="100000"/>
              </a:lnSpc>
              <a:buClr>
                <a:schemeClr val="accent1"/>
              </a:buClr>
              <a:buSzPct val="100000"/>
              <a:buNone/>
              <a:defRPr sz="2000" b="0" i="0">
                <a:solidFill>
                  <a:schemeClr val="tx1"/>
                </a:solidFill>
                <a:latin typeface="PP Telegraf" pitchFamily="2" charset="77"/>
              </a:defRPr>
            </a:lvl2pPr>
            <a:lvl3pPr marL="913987" indent="0">
              <a:lnSpc>
                <a:spcPct val="100000"/>
              </a:lnSpc>
              <a:buClr>
                <a:schemeClr val="accent1"/>
              </a:buClr>
              <a:buSzPct val="100000"/>
              <a:buNone/>
              <a:defRPr sz="1800" b="0" i="0">
                <a:solidFill>
                  <a:schemeClr val="tx1"/>
                </a:solidFill>
                <a:latin typeface="PP Telegraf" pitchFamily="2" charset="77"/>
              </a:defRPr>
            </a:lvl3pPr>
            <a:lvl4pPr marL="1370986" indent="0">
              <a:lnSpc>
                <a:spcPct val="100000"/>
              </a:lnSpc>
              <a:buClr>
                <a:schemeClr val="accent1"/>
              </a:buClr>
              <a:buSzPct val="100000"/>
              <a:buNone/>
              <a:defRPr sz="1600" b="0" i="0">
                <a:solidFill>
                  <a:schemeClr val="tx1"/>
                </a:solidFill>
                <a:latin typeface="PP Telegraf" pitchFamily="2" charset="77"/>
              </a:defRPr>
            </a:lvl4pPr>
            <a:lvl5pPr marL="1827972"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3">
            <a:extLst>
              <a:ext uri="{FF2B5EF4-FFF2-40B4-BE49-F238E27FC236}">
                <a16:creationId xmlns:a16="http://schemas.microsoft.com/office/drawing/2014/main" id="{3AEF94F3-67EE-91C0-1CB3-08E46FAE0772}"/>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407312294"/>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15_Blank Layout">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651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latin typeface="Montserrat" panose="00000500000000000000" pitchFamily="2" charset="0"/>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8221" y="947738"/>
            <a:ext cx="5037137" cy="5029200"/>
          </a:xfrm>
          <a:prstGeom prst="rect">
            <a:avLst/>
          </a:prstGeom>
        </p:spPr>
        <p:txBody>
          <a:bodyPr lIns="0" tIns="0" rIns="0" bIns="0"/>
          <a:lstStyle>
            <a:lvl1pPr>
              <a:lnSpc>
                <a:spcPct val="100000"/>
              </a:lnSpc>
              <a:buClr>
                <a:schemeClr val="accent1"/>
              </a:buClr>
              <a:defRPr b="0" i="0">
                <a:solidFill>
                  <a:schemeClr val="accent4"/>
                </a:solidFill>
                <a:latin typeface="PP Telegraf" pitchFamily="2" charset="77"/>
              </a:defRPr>
            </a:lvl1pPr>
            <a:lvl2pPr>
              <a:lnSpc>
                <a:spcPct val="100000"/>
              </a:lnSpc>
              <a:buClr>
                <a:schemeClr val="accent1"/>
              </a:buClr>
              <a:defRPr b="0" i="0">
                <a:solidFill>
                  <a:schemeClr val="accent4"/>
                </a:solidFill>
                <a:latin typeface="PP Telegraf" pitchFamily="2" charset="77"/>
              </a:defRPr>
            </a:lvl2pPr>
            <a:lvl3pPr>
              <a:lnSpc>
                <a:spcPct val="100000"/>
              </a:lnSpc>
              <a:buClr>
                <a:schemeClr val="accent1"/>
              </a:buClr>
              <a:defRPr b="0" i="0">
                <a:solidFill>
                  <a:schemeClr val="accent4"/>
                </a:solidFill>
                <a:latin typeface="PP Telegraf" pitchFamily="2" charset="77"/>
              </a:defRPr>
            </a:lvl3pPr>
            <a:lvl4pPr>
              <a:lnSpc>
                <a:spcPct val="100000"/>
              </a:lnSpc>
              <a:buClr>
                <a:schemeClr val="accent1"/>
              </a:buClr>
              <a:defRPr b="0" i="0">
                <a:solidFill>
                  <a:schemeClr val="accent4"/>
                </a:solidFill>
                <a:latin typeface="PP Telegraf" pitchFamily="2" charset="77"/>
              </a:defRPr>
            </a:lvl4pPr>
            <a:lvl5pPr>
              <a:lnSpc>
                <a:spcPct val="100000"/>
              </a:lnSpc>
              <a:buClr>
                <a:schemeClr val="accent1"/>
              </a:buClr>
              <a:defRPr b="0" i="0">
                <a:solidFill>
                  <a:schemeClr val="accent4"/>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a:extLst>
              <a:ext uri="{FF2B5EF4-FFF2-40B4-BE49-F238E27FC236}">
                <a16:creationId xmlns:a16="http://schemas.microsoft.com/office/drawing/2014/main" id="{A2F57524-CAFC-6BA1-EC47-C02B61F012EC}"/>
              </a:ext>
            </a:extLst>
          </p:cNvPr>
          <p:cNvSpPr txBox="1">
            <a:spLocks/>
          </p:cNvSpPr>
          <p:nvPr userDrawn="1"/>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2"/>
                </a:solidFill>
                <a:latin typeface="PP Telegraf" pitchFamily="2" charset="77"/>
              </a:rPr>
              <a:pPr/>
              <a:t>‹#›</a:t>
            </a:fld>
            <a:endParaRPr lang="en-US" sz="800" b="0" i="0">
              <a:solidFill>
                <a:schemeClr val="tx2"/>
              </a:solidFill>
              <a:latin typeface="PP Telegraf" pitchFamily="2" charset="77"/>
            </a:endParaRPr>
          </a:p>
        </p:txBody>
      </p:sp>
      <p:sp>
        <p:nvSpPr>
          <p:cNvPr id="8" name="Content Placeholder 13">
            <a:extLst>
              <a:ext uri="{FF2B5EF4-FFF2-40B4-BE49-F238E27FC236}">
                <a16:creationId xmlns:a16="http://schemas.microsoft.com/office/drawing/2014/main" id="{776DA249-FD85-ADE5-9AD0-E4969171AA35}"/>
              </a:ext>
            </a:extLst>
          </p:cNvPr>
          <p:cNvSpPr>
            <a:spLocks noGrp="1"/>
          </p:cNvSpPr>
          <p:nvPr>
            <p:ph sz="quarter" idx="13"/>
          </p:nvPr>
        </p:nvSpPr>
        <p:spPr>
          <a:xfrm>
            <a:off x="252001" y="3419477"/>
            <a:ext cx="3951699"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3">
            <a:extLst>
              <a:ext uri="{FF2B5EF4-FFF2-40B4-BE49-F238E27FC236}">
                <a16:creationId xmlns:a16="http://schemas.microsoft.com/office/drawing/2014/main" id="{71A14E8C-14AA-F5CF-B152-49E89A75D6F4}"/>
              </a:ext>
            </a:extLst>
          </p:cNvPr>
          <p:cNvSpPr>
            <a:spLocks noGrp="1"/>
          </p:cNvSpPr>
          <p:nvPr>
            <p:ph type="title"/>
          </p:nvPr>
        </p:nvSpPr>
        <p:spPr>
          <a:xfrm>
            <a:off x="252000" y="351980"/>
            <a:ext cx="3951699"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a:p>
        </p:txBody>
      </p:sp>
      <p:pic>
        <p:nvPicPr>
          <p:cNvPr id="2" name="Graphic 1">
            <a:extLst>
              <a:ext uri="{FF2B5EF4-FFF2-40B4-BE49-F238E27FC236}">
                <a16:creationId xmlns:a16="http://schemas.microsoft.com/office/drawing/2014/main" id="{FC10C5E2-04C3-5334-3F46-062062303C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40" y="6434682"/>
            <a:ext cx="427653" cy="288290"/>
          </a:xfrm>
          <a:prstGeom prst="rect">
            <a:avLst/>
          </a:prstGeom>
        </p:spPr>
      </p:pic>
    </p:spTree>
    <p:extLst>
      <p:ext uri="{BB962C8B-B14F-4D97-AF65-F5344CB8AC3E}">
        <p14:creationId xmlns:p14="http://schemas.microsoft.com/office/powerpoint/2010/main" val="2160662484"/>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2938529556"/>
      </p:ext>
    </p:extLst>
  </p:cSld>
  <p:clrMapOvr>
    <a:masterClrMapping/>
  </p:clrMapOvr>
  <p:transition>
    <p:fade/>
  </p:transition>
  <p:extLst>
    <p:ext uri="{DCECCB84-F9BA-43D5-87BE-67443E8EF086}">
      <p15:sldGuideLst xmlns:p15="http://schemas.microsoft.com/office/powerpoint/2012/main">
        <p15:guide id="1" pos="158">
          <p15:clr>
            <a:srgbClr val="FBAE40"/>
          </p15:clr>
        </p15:guide>
        <p15:guide id="2" pos="5602">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Blank Layout_8">
    <p:bg>
      <p:bgRef idx="1001">
        <a:schemeClr val="bg2"/>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07662EE3-7CB8-BBDC-ECB6-9FE08D21A2D0}"/>
              </a:ext>
            </a:extLst>
          </p:cNvPr>
          <p:cNvSpPr>
            <a:spLocks noGrp="1"/>
          </p:cNvSpPr>
          <p:nvPr>
            <p:ph type="body" sz="quarter" idx="13"/>
          </p:nvPr>
        </p:nvSpPr>
        <p:spPr>
          <a:xfrm>
            <a:off x="838200" y="1382608"/>
            <a:ext cx="10517188" cy="3657599"/>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PP Telegraf" pitchFamily="2" charset="77"/>
              </a:defRPr>
            </a:lvl1pPr>
            <a:lvl2pPr marL="456985" indent="0">
              <a:lnSpc>
                <a:spcPct val="100000"/>
              </a:lnSpc>
              <a:buClr>
                <a:schemeClr val="accent1"/>
              </a:buClr>
              <a:buSzPct val="100000"/>
              <a:buNone/>
              <a:defRPr sz="2000" b="0" i="0">
                <a:solidFill>
                  <a:schemeClr val="tx1"/>
                </a:solidFill>
                <a:latin typeface="PP Telegraf" pitchFamily="2" charset="77"/>
              </a:defRPr>
            </a:lvl2pPr>
            <a:lvl3pPr marL="913987" indent="0">
              <a:lnSpc>
                <a:spcPct val="100000"/>
              </a:lnSpc>
              <a:buClr>
                <a:schemeClr val="accent1"/>
              </a:buClr>
              <a:buSzPct val="100000"/>
              <a:buNone/>
              <a:defRPr sz="1800" b="0" i="0">
                <a:solidFill>
                  <a:schemeClr val="tx1"/>
                </a:solidFill>
                <a:latin typeface="PP Telegraf" pitchFamily="2" charset="77"/>
              </a:defRPr>
            </a:lvl3pPr>
            <a:lvl4pPr marL="1370986" indent="0">
              <a:lnSpc>
                <a:spcPct val="100000"/>
              </a:lnSpc>
              <a:buClr>
                <a:schemeClr val="accent1"/>
              </a:buClr>
              <a:buSzPct val="100000"/>
              <a:buNone/>
              <a:defRPr sz="1600" b="0" i="0">
                <a:solidFill>
                  <a:schemeClr val="tx1"/>
                </a:solidFill>
                <a:latin typeface="PP Telegraf" pitchFamily="2" charset="77"/>
              </a:defRPr>
            </a:lvl4pPr>
            <a:lvl5pPr marL="1827972"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3">
            <a:extLst>
              <a:ext uri="{FF2B5EF4-FFF2-40B4-BE49-F238E27FC236}">
                <a16:creationId xmlns:a16="http://schemas.microsoft.com/office/drawing/2014/main" id="{6D00042D-8F9E-2958-3C90-BE8FA3149F99}"/>
              </a:ext>
            </a:extLst>
          </p:cNvPr>
          <p:cNvSpPr>
            <a:spLocks noGrp="1"/>
          </p:cNvSpPr>
          <p:nvPr>
            <p:ph type="title"/>
          </p:nvPr>
        </p:nvSpPr>
        <p:spPr>
          <a:xfrm>
            <a:off x="252000" y="351979"/>
            <a:ext cx="9614106"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a:p>
        </p:txBody>
      </p:sp>
    </p:spTree>
    <p:extLst>
      <p:ext uri="{BB962C8B-B14F-4D97-AF65-F5344CB8AC3E}">
        <p14:creationId xmlns:p14="http://schemas.microsoft.com/office/powerpoint/2010/main" val="22013566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1_Content Page - Text + Object">
    <p:spTree>
      <p:nvGrpSpPr>
        <p:cNvPr id="1" name=""/>
        <p:cNvGrpSpPr/>
        <p:nvPr/>
      </p:nvGrpSpPr>
      <p:grpSpPr>
        <a:xfrm>
          <a:off x="0" y="0"/>
          <a:ext cx="0" cy="0"/>
          <a:chOff x="0" y="0"/>
          <a:chExt cx="0" cy="0"/>
        </a:xfrm>
      </p:grpSpPr>
      <p:sp>
        <p:nvSpPr>
          <p:cNvPr id="9" name="Rectangle 25">
            <a:extLst>
              <a:ext uri="{FF2B5EF4-FFF2-40B4-BE49-F238E27FC236}">
                <a16:creationId xmlns:a16="http://schemas.microsoft.com/office/drawing/2014/main" id="{F19A0AF7-41C6-7345-978F-241AE4527773}"/>
              </a:ext>
            </a:extLst>
          </p:cNvPr>
          <p:cNvSpPr/>
          <p:nvPr userDrawn="1"/>
        </p:nvSpPr>
        <p:spPr>
          <a:xfrm>
            <a:off x="-1" y="239165"/>
            <a:ext cx="12193589" cy="612650"/>
          </a:xfrm>
          <a:custGeom>
            <a:avLst/>
            <a:gdLst>
              <a:gd name="connsiteX0" fmla="*/ 0 w 12191999"/>
              <a:gd name="connsiteY0" fmla="*/ 0 h 603858"/>
              <a:gd name="connsiteX1" fmla="*/ 12191999 w 12191999"/>
              <a:gd name="connsiteY1" fmla="*/ 0 h 603858"/>
              <a:gd name="connsiteX2" fmla="*/ 12191999 w 12191999"/>
              <a:gd name="connsiteY2" fmla="*/ 603858 h 603858"/>
              <a:gd name="connsiteX3" fmla="*/ 0 w 12191999"/>
              <a:gd name="connsiteY3" fmla="*/ 603858 h 603858"/>
              <a:gd name="connsiteX4" fmla="*/ 0 w 12191999"/>
              <a:gd name="connsiteY4" fmla="*/ 0 h 603858"/>
              <a:gd name="connsiteX0" fmla="*/ 0 w 12191999"/>
              <a:gd name="connsiteY0" fmla="*/ 0 h 612650"/>
              <a:gd name="connsiteX1" fmla="*/ 12191999 w 12191999"/>
              <a:gd name="connsiteY1" fmla="*/ 0 h 612650"/>
              <a:gd name="connsiteX2" fmla="*/ 9527929 w 12191999"/>
              <a:gd name="connsiteY2" fmla="*/ 612650 h 612650"/>
              <a:gd name="connsiteX3" fmla="*/ 0 w 12191999"/>
              <a:gd name="connsiteY3" fmla="*/ 603858 h 612650"/>
              <a:gd name="connsiteX4" fmla="*/ 0 w 12191999"/>
              <a:gd name="connsiteY4" fmla="*/ 0 h 612650"/>
              <a:gd name="connsiteX0" fmla="*/ 0 w 9809283"/>
              <a:gd name="connsiteY0" fmla="*/ 0 h 612650"/>
              <a:gd name="connsiteX1" fmla="*/ 9809283 w 9809283"/>
              <a:gd name="connsiteY1" fmla="*/ 0 h 612650"/>
              <a:gd name="connsiteX2" fmla="*/ 9527929 w 9809283"/>
              <a:gd name="connsiteY2" fmla="*/ 612650 h 612650"/>
              <a:gd name="connsiteX3" fmla="*/ 0 w 9809283"/>
              <a:gd name="connsiteY3" fmla="*/ 603858 h 612650"/>
              <a:gd name="connsiteX4" fmla="*/ 0 w 9809283"/>
              <a:gd name="connsiteY4" fmla="*/ 0 h 612650"/>
              <a:gd name="connsiteX0" fmla="*/ 0 w 9768008"/>
              <a:gd name="connsiteY0" fmla="*/ 0 h 612650"/>
              <a:gd name="connsiteX1" fmla="*/ 9768008 w 9768008"/>
              <a:gd name="connsiteY1" fmla="*/ 0 h 612650"/>
              <a:gd name="connsiteX2" fmla="*/ 9527929 w 9768008"/>
              <a:gd name="connsiteY2" fmla="*/ 612650 h 612650"/>
              <a:gd name="connsiteX3" fmla="*/ 0 w 9768008"/>
              <a:gd name="connsiteY3" fmla="*/ 603858 h 612650"/>
              <a:gd name="connsiteX4" fmla="*/ 0 w 9768008"/>
              <a:gd name="connsiteY4" fmla="*/ 0 h 612650"/>
              <a:gd name="connsiteX0" fmla="*/ 0 w 9768008"/>
              <a:gd name="connsiteY0" fmla="*/ 0 h 612650"/>
              <a:gd name="connsiteX1" fmla="*/ 9768008 w 9768008"/>
              <a:gd name="connsiteY1" fmla="*/ 0 h 612650"/>
              <a:gd name="connsiteX2" fmla="*/ 9531104 w 9768008"/>
              <a:gd name="connsiteY2" fmla="*/ 612650 h 612650"/>
              <a:gd name="connsiteX3" fmla="*/ 0 w 9768008"/>
              <a:gd name="connsiteY3" fmla="*/ 603858 h 612650"/>
              <a:gd name="connsiteX4" fmla="*/ 0 w 9768008"/>
              <a:gd name="connsiteY4" fmla="*/ 0 h 612650"/>
              <a:gd name="connsiteX0" fmla="*/ 0 w 12222052"/>
              <a:gd name="connsiteY0" fmla="*/ 0 h 612650"/>
              <a:gd name="connsiteX1" fmla="*/ 9768008 w 12222052"/>
              <a:gd name="connsiteY1" fmla="*/ 0 h 612650"/>
              <a:gd name="connsiteX2" fmla="*/ 12222052 w 12222052"/>
              <a:gd name="connsiteY2" fmla="*/ 612650 h 612650"/>
              <a:gd name="connsiteX3" fmla="*/ 0 w 12222052"/>
              <a:gd name="connsiteY3" fmla="*/ 603858 h 612650"/>
              <a:gd name="connsiteX4" fmla="*/ 0 w 12222052"/>
              <a:gd name="connsiteY4" fmla="*/ 0 h 612650"/>
              <a:gd name="connsiteX0" fmla="*/ 0 w 12222052"/>
              <a:gd name="connsiteY0" fmla="*/ 0 h 612650"/>
              <a:gd name="connsiteX1" fmla="*/ 12197700 w 12222052"/>
              <a:gd name="connsiteY1" fmla="*/ 13063 h 612650"/>
              <a:gd name="connsiteX2" fmla="*/ 12222052 w 12222052"/>
              <a:gd name="connsiteY2" fmla="*/ 612650 h 612650"/>
              <a:gd name="connsiteX3" fmla="*/ 0 w 12222052"/>
              <a:gd name="connsiteY3" fmla="*/ 603858 h 612650"/>
              <a:gd name="connsiteX4" fmla="*/ 0 w 12222052"/>
              <a:gd name="connsiteY4" fmla="*/ 0 h 612650"/>
              <a:gd name="connsiteX0" fmla="*/ 0 w 12199827"/>
              <a:gd name="connsiteY0" fmla="*/ 0 h 612650"/>
              <a:gd name="connsiteX1" fmla="*/ 12197700 w 12199827"/>
              <a:gd name="connsiteY1" fmla="*/ 13063 h 612650"/>
              <a:gd name="connsiteX2" fmla="*/ 12199827 w 12199827"/>
              <a:gd name="connsiteY2" fmla="*/ 612650 h 612650"/>
              <a:gd name="connsiteX3" fmla="*/ 0 w 12199827"/>
              <a:gd name="connsiteY3" fmla="*/ 603858 h 612650"/>
              <a:gd name="connsiteX4" fmla="*/ 0 w 12199827"/>
              <a:gd name="connsiteY4" fmla="*/ 0 h 61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9827" h="612650">
                <a:moveTo>
                  <a:pt x="0" y="0"/>
                </a:moveTo>
                <a:lnTo>
                  <a:pt x="12197700" y="13063"/>
                </a:lnTo>
                <a:lnTo>
                  <a:pt x="12199827" y="612650"/>
                </a:lnTo>
                <a:lnTo>
                  <a:pt x="0" y="603858"/>
                </a:lnTo>
                <a:lnTo>
                  <a:pt x="0" y="0"/>
                </a:lnTo>
                <a:close/>
              </a:path>
            </a:pathLst>
          </a:custGeom>
          <a:solidFill>
            <a:schemeClr val="bg2">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ontserrat" panose="00000500000000000000" pitchFamily="2" charset="0"/>
            </a:endParaRPr>
          </a:p>
        </p:txBody>
      </p:sp>
      <p:cxnSp>
        <p:nvCxnSpPr>
          <p:cNvPr id="14" name="Straight Connector 13">
            <a:extLst>
              <a:ext uri="{FF2B5EF4-FFF2-40B4-BE49-F238E27FC236}">
                <a16:creationId xmlns:a16="http://schemas.microsoft.com/office/drawing/2014/main" id="{7C667EC8-F2AB-8E40-A5EE-E7DC1039E3EA}"/>
              </a:ext>
            </a:extLst>
          </p:cNvPr>
          <p:cNvCxnSpPr>
            <a:cxnSpLocks/>
          </p:cNvCxnSpPr>
          <p:nvPr userDrawn="1"/>
        </p:nvCxnSpPr>
        <p:spPr>
          <a:xfrm>
            <a:off x="11847211" y="6525907"/>
            <a:ext cx="0" cy="242738"/>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385C054-A323-0A4C-BCEB-8E687C483A8C}"/>
              </a:ext>
            </a:extLst>
          </p:cNvPr>
          <p:cNvSpPr>
            <a:spLocks noGrp="1"/>
          </p:cNvSpPr>
          <p:nvPr>
            <p:ph type="sldNum" sz="quarter" idx="16"/>
          </p:nvPr>
        </p:nvSpPr>
        <p:spPr/>
        <p:txBody>
          <a:bodyPr/>
          <a:lstStyle/>
          <a:p>
            <a:fld id="{0C62BEC2-EEC9-43CB-889D-96305E03A13C}" type="slidenum">
              <a:rPr lang="en-US" smtClean="0"/>
              <a:pPr/>
              <a:t>‹#›</a:t>
            </a:fld>
            <a:endParaRPr lang="en-US"/>
          </a:p>
        </p:txBody>
      </p:sp>
      <p:pic>
        <p:nvPicPr>
          <p:cNvPr id="15" name="Picture 14" descr="Shape&#10;&#10;Description automatically generated with medium confidence">
            <a:extLst>
              <a:ext uri="{FF2B5EF4-FFF2-40B4-BE49-F238E27FC236}">
                <a16:creationId xmlns:a16="http://schemas.microsoft.com/office/drawing/2014/main" id="{A42666FB-C195-AC49-84FB-27978332B18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83961" y="387074"/>
            <a:ext cx="274192" cy="308040"/>
          </a:xfrm>
          <a:prstGeom prst="rect">
            <a:avLst/>
          </a:prstGeom>
        </p:spPr>
      </p:pic>
      <p:sp>
        <p:nvSpPr>
          <p:cNvPr id="17" name="Title 1">
            <a:extLst>
              <a:ext uri="{FF2B5EF4-FFF2-40B4-BE49-F238E27FC236}">
                <a16:creationId xmlns:a16="http://schemas.microsoft.com/office/drawing/2014/main" id="{31EF8758-D960-D14A-8AC4-BDF6793690FD}"/>
              </a:ext>
            </a:extLst>
          </p:cNvPr>
          <p:cNvSpPr>
            <a:spLocks noGrp="1"/>
          </p:cNvSpPr>
          <p:nvPr>
            <p:ph type="title" hasCustomPrompt="1"/>
          </p:nvPr>
        </p:nvSpPr>
        <p:spPr>
          <a:xfrm>
            <a:off x="458154" y="284745"/>
            <a:ext cx="11257901" cy="512699"/>
          </a:xfrm>
          <a:prstGeom prst="rect">
            <a:avLst/>
          </a:prstGeom>
        </p:spPr>
        <p:txBody>
          <a:bodyPr/>
          <a:lstStyle>
            <a:lvl1pPr>
              <a:defRPr>
                <a:solidFill>
                  <a:schemeClr val="tx1"/>
                </a:solidFill>
              </a:defRPr>
            </a:lvl1pPr>
          </a:lstStyle>
          <a:p>
            <a:r>
              <a:rPr lang="en-US"/>
              <a:t>Click to Edit Page Title</a:t>
            </a:r>
          </a:p>
        </p:txBody>
      </p:sp>
      <p:pic>
        <p:nvPicPr>
          <p:cNvPr id="8" name="Picture 7" descr="A close up of a sign&#10;&#10;Description automatically generated">
            <a:extLst>
              <a:ext uri="{FF2B5EF4-FFF2-40B4-BE49-F238E27FC236}">
                <a16:creationId xmlns:a16="http://schemas.microsoft.com/office/drawing/2014/main" id="{54D4A656-F321-474D-AE60-5D1C46B6E38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1936" y="6517896"/>
            <a:ext cx="1419682" cy="258763"/>
          </a:xfrm>
          <a:prstGeom prst="rect">
            <a:avLst/>
          </a:prstGeom>
          <a:noFill/>
        </p:spPr>
      </p:pic>
    </p:spTree>
    <p:extLst>
      <p:ext uri="{BB962C8B-B14F-4D97-AF65-F5344CB8AC3E}">
        <p14:creationId xmlns:p14="http://schemas.microsoft.com/office/powerpoint/2010/main" val="389777493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9_Blank Layout">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14BDFC-0DB6-ED88-75EE-A53E88CA841E}"/>
              </a:ext>
            </a:extLst>
          </p:cNvPr>
          <p:cNvSpPr/>
          <p:nvPr userDrawn="1"/>
        </p:nvSpPr>
        <p:spPr>
          <a:xfrm>
            <a:off x="115629" y="6374752"/>
            <a:ext cx="809401" cy="4391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latin typeface="Montserrat" panose="00000500000000000000" pitchFamily="2" charset="0"/>
            </a:endParaRPr>
          </a:p>
        </p:txBody>
      </p:sp>
      <p:sp>
        <p:nvSpPr>
          <p:cNvPr id="2" name="Slide Number Placeholder 13">
            <a:extLst>
              <a:ext uri="{FF2B5EF4-FFF2-40B4-BE49-F238E27FC236}">
                <a16:creationId xmlns:a16="http://schemas.microsoft.com/office/drawing/2014/main" id="{5EEDBAF6-7460-8DA3-1B9F-4C1472B31C5B}"/>
              </a:ext>
            </a:extLst>
          </p:cNvPr>
          <p:cNvSpPr txBox="1">
            <a:spLocks/>
          </p:cNvSpPr>
          <p:nvPr/>
        </p:nvSpPr>
        <p:spPr>
          <a:xfrm>
            <a:off x="11429954" y="6411768"/>
            <a:ext cx="342971"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bg2"/>
                </a:solidFill>
                <a:latin typeface="PP Telegraf" pitchFamily="2" charset="77"/>
              </a:rPr>
              <a:pPr/>
              <a:t>‹#›</a:t>
            </a:fld>
            <a:endParaRPr lang="en-US" sz="800" b="0" i="0">
              <a:solidFill>
                <a:schemeClr val="bg2"/>
              </a:solidFill>
              <a:latin typeface="PP Telegraf" pitchFamily="2" charset="77"/>
            </a:endParaRPr>
          </a:p>
        </p:txBody>
      </p:sp>
      <p:sp>
        <p:nvSpPr>
          <p:cNvPr id="8" name="Text Placeholder 6">
            <a:extLst>
              <a:ext uri="{FF2B5EF4-FFF2-40B4-BE49-F238E27FC236}">
                <a16:creationId xmlns:a16="http://schemas.microsoft.com/office/drawing/2014/main" id="{3E4932BD-A63B-FA8F-753D-E0508670E1A7}"/>
              </a:ext>
            </a:extLst>
          </p:cNvPr>
          <p:cNvSpPr>
            <a:spLocks noGrp="1"/>
          </p:cNvSpPr>
          <p:nvPr>
            <p:ph type="body" sz="quarter" idx="13"/>
          </p:nvPr>
        </p:nvSpPr>
        <p:spPr>
          <a:xfrm>
            <a:off x="3610569" y="351980"/>
            <a:ext cx="5415854" cy="6022773"/>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PP Telegraf" pitchFamily="2" charset="77"/>
              </a:defRPr>
            </a:lvl1pPr>
            <a:lvl2pPr marL="456985" indent="0">
              <a:lnSpc>
                <a:spcPct val="100000"/>
              </a:lnSpc>
              <a:buClr>
                <a:schemeClr val="accent1"/>
              </a:buClr>
              <a:buSzPct val="100000"/>
              <a:buNone/>
              <a:defRPr sz="2000" b="0" i="0">
                <a:solidFill>
                  <a:schemeClr val="bg2"/>
                </a:solidFill>
                <a:latin typeface="PP Telegraf" pitchFamily="2" charset="77"/>
              </a:defRPr>
            </a:lvl2pPr>
            <a:lvl3pPr marL="913987" indent="0">
              <a:lnSpc>
                <a:spcPct val="100000"/>
              </a:lnSpc>
              <a:buClr>
                <a:schemeClr val="accent1"/>
              </a:buClr>
              <a:buSzPct val="100000"/>
              <a:buNone/>
              <a:defRPr sz="1800" b="0" i="0">
                <a:solidFill>
                  <a:schemeClr val="bg2"/>
                </a:solidFill>
                <a:latin typeface="PP Telegraf" pitchFamily="2" charset="77"/>
              </a:defRPr>
            </a:lvl3pPr>
            <a:lvl4pPr marL="1370986" indent="0">
              <a:lnSpc>
                <a:spcPct val="100000"/>
              </a:lnSpc>
              <a:buClr>
                <a:schemeClr val="accent1"/>
              </a:buClr>
              <a:buSzPct val="100000"/>
              <a:buNone/>
              <a:defRPr sz="1600" b="0" i="0">
                <a:solidFill>
                  <a:schemeClr val="bg2"/>
                </a:solidFill>
                <a:latin typeface="PP Telegraf" pitchFamily="2" charset="77"/>
              </a:defRPr>
            </a:lvl4pPr>
            <a:lvl5pPr marL="1827972" indent="0">
              <a:lnSpc>
                <a:spcPct val="100000"/>
              </a:lnSpc>
              <a:buClr>
                <a:schemeClr val="accent1"/>
              </a:buClr>
              <a:buSzPct val="100000"/>
              <a:buNone/>
              <a:defRPr sz="1600" b="0" i="0">
                <a:solidFill>
                  <a:schemeClr val="bg2"/>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3">
            <a:extLst>
              <a:ext uri="{FF2B5EF4-FFF2-40B4-BE49-F238E27FC236}">
                <a16:creationId xmlns:a16="http://schemas.microsoft.com/office/drawing/2014/main" id="{AEBF8F58-BCD9-4A93-73F8-B094485F49F8}"/>
              </a:ext>
            </a:extLst>
          </p:cNvPr>
          <p:cNvSpPr>
            <a:spLocks noGrp="1"/>
          </p:cNvSpPr>
          <p:nvPr>
            <p:ph type="title"/>
          </p:nvPr>
        </p:nvSpPr>
        <p:spPr>
          <a:xfrm>
            <a:off x="252000" y="351980"/>
            <a:ext cx="1937303" cy="1163395"/>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2800" b="0" i="0" kern="1200" dirty="0">
                <a:solidFill>
                  <a:schemeClr val="bg2"/>
                </a:solidFill>
                <a:latin typeface="PP Telegraf" pitchFamily="2" charset="77"/>
                <a:ea typeface="+mj-ea"/>
                <a:cs typeface="+mj-cs"/>
              </a:defRPr>
            </a:lvl1pPr>
          </a:lstStyle>
          <a:p>
            <a:r>
              <a:rPr lang="en-US"/>
              <a:t>Click to edit Master title style</a:t>
            </a:r>
            <a:endParaRPr lang="en-IN"/>
          </a:p>
        </p:txBody>
      </p:sp>
      <p:sp>
        <p:nvSpPr>
          <p:cNvPr id="19" name="Text Placeholder 18">
            <a:extLst>
              <a:ext uri="{FF2B5EF4-FFF2-40B4-BE49-F238E27FC236}">
                <a16:creationId xmlns:a16="http://schemas.microsoft.com/office/drawing/2014/main" id="{9A099A62-9E24-C233-69FD-0600C709200A}"/>
              </a:ext>
            </a:extLst>
          </p:cNvPr>
          <p:cNvSpPr>
            <a:spLocks noGrp="1"/>
          </p:cNvSpPr>
          <p:nvPr>
            <p:ph type="body" sz="quarter" idx="14"/>
          </p:nvPr>
        </p:nvSpPr>
        <p:spPr>
          <a:xfrm>
            <a:off x="252446" y="2504446"/>
            <a:ext cx="1936857" cy="1382713"/>
          </a:xfrm>
        </p:spPr>
        <p:txBody>
          <a:bodyPr lIns="0" tIns="0">
            <a:normAutofit/>
          </a:bodyPr>
          <a:lstStyle>
            <a:lvl1pPr marL="0" indent="0">
              <a:buNone/>
              <a:defRPr sz="1800">
                <a:solidFill>
                  <a:schemeClr val="bg2"/>
                </a:solidFill>
              </a:defRPr>
            </a:lvl1pPr>
          </a:lstStyle>
          <a:p>
            <a:pPr lvl="0"/>
            <a:r>
              <a:rPr lang="en-US"/>
              <a:t>Click to edit Master text styles</a:t>
            </a:r>
          </a:p>
        </p:txBody>
      </p:sp>
      <p:pic>
        <p:nvPicPr>
          <p:cNvPr id="20" name="Graphic 19">
            <a:extLst>
              <a:ext uri="{FF2B5EF4-FFF2-40B4-BE49-F238E27FC236}">
                <a16:creationId xmlns:a16="http://schemas.microsoft.com/office/drawing/2014/main" id="{D76085E8-4A6F-7391-311A-251AB8CB2AFC}"/>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01440" y="207834"/>
            <a:ext cx="427653" cy="288290"/>
          </a:xfrm>
          <a:prstGeom prst="rect">
            <a:avLst/>
          </a:prstGeom>
        </p:spPr>
      </p:pic>
      <p:pic>
        <p:nvPicPr>
          <p:cNvPr id="3" name="Picture 2" descr="A blue circles on a black background&#10;&#10;Description automatically generated">
            <a:extLst>
              <a:ext uri="{FF2B5EF4-FFF2-40B4-BE49-F238E27FC236}">
                <a16:creationId xmlns:a16="http://schemas.microsoft.com/office/drawing/2014/main" id="{03950DBD-5DD4-7715-FD51-36B383EFC9A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rot="18353971">
            <a:off x="-3281874" y="5257906"/>
            <a:ext cx="6563746" cy="3693069"/>
          </a:xfrm>
          <a:custGeom>
            <a:avLst/>
            <a:gdLst>
              <a:gd name="connsiteX0" fmla="*/ 1184285 w 6563746"/>
              <a:gd name="connsiteY0" fmla="*/ 3692588 h 3692588"/>
              <a:gd name="connsiteX1" fmla="*/ 0 w 6563746"/>
              <a:gd name="connsiteY1" fmla="*/ 3692588 h 3692588"/>
              <a:gd name="connsiteX2" fmla="*/ 0 w 6563746"/>
              <a:gd name="connsiteY2" fmla="*/ 2977974 h 3692588"/>
              <a:gd name="connsiteX3" fmla="*/ 234882 w 6563746"/>
              <a:gd name="connsiteY3" fmla="*/ 2743061 h 3692588"/>
              <a:gd name="connsiteX4" fmla="*/ 733871 w 6563746"/>
              <a:gd name="connsiteY4" fmla="*/ 0 h 3692588"/>
              <a:gd name="connsiteX5" fmla="*/ 0 w 6563746"/>
              <a:gd name="connsiteY5" fmla="*/ 733966 h 3692588"/>
              <a:gd name="connsiteX6" fmla="*/ 0 w 6563746"/>
              <a:gd name="connsiteY6" fmla="*/ 0 h 3692588"/>
              <a:gd name="connsiteX7" fmla="*/ 6563746 w 6563746"/>
              <a:gd name="connsiteY7" fmla="*/ 0 h 3692588"/>
              <a:gd name="connsiteX8" fmla="*/ 6563746 w 6563746"/>
              <a:gd name="connsiteY8" fmla="*/ 3692588 h 3692588"/>
              <a:gd name="connsiteX9" fmla="*/ 4922573 w 6563746"/>
              <a:gd name="connsiteY9" fmla="*/ 3692588 h 3692588"/>
              <a:gd name="connsiteX10" fmla="*/ 3481502 w 6563746"/>
              <a:gd name="connsiteY10" fmla="*/ 1701791 h 3692588"/>
              <a:gd name="connsiteX11" fmla="*/ 5832475 w 6563746"/>
              <a:gd name="connsiteY11" fmla="*/ 0 h 369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63746" h="3692588">
                <a:moveTo>
                  <a:pt x="1184285" y="3692588"/>
                </a:moveTo>
                <a:lnTo>
                  <a:pt x="0" y="3692588"/>
                </a:lnTo>
                <a:lnTo>
                  <a:pt x="0" y="2977974"/>
                </a:lnTo>
                <a:lnTo>
                  <a:pt x="234882" y="2743061"/>
                </a:lnTo>
                <a:close/>
                <a:moveTo>
                  <a:pt x="733871" y="0"/>
                </a:moveTo>
                <a:lnTo>
                  <a:pt x="0" y="733966"/>
                </a:lnTo>
                <a:lnTo>
                  <a:pt x="0" y="0"/>
                </a:lnTo>
                <a:close/>
                <a:moveTo>
                  <a:pt x="6563746" y="0"/>
                </a:moveTo>
                <a:lnTo>
                  <a:pt x="6563746" y="3692588"/>
                </a:lnTo>
                <a:lnTo>
                  <a:pt x="4922573" y="3692588"/>
                </a:lnTo>
                <a:lnTo>
                  <a:pt x="3481502" y="1701791"/>
                </a:lnTo>
                <a:lnTo>
                  <a:pt x="5832475" y="0"/>
                </a:lnTo>
                <a:close/>
              </a:path>
            </a:pathLst>
          </a:custGeom>
          <a:noFill/>
        </p:spPr>
      </p:pic>
    </p:spTree>
    <p:extLst>
      <p:ext uri="{BB962C8B-B14F-4D97-AF65-F5344CB8AC3E}">
        <p14:creationId xmlns:p14="http://schemas.microsoft.com/office/powerpoint/2010/main" val="19452505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2.svg"/><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9" Type="http://schemas.openxmlformats.org/officeDocument/2006/relationships/image" Target="../media/image88.emf"/><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41" Type="http://schemas.openxmlformats.org/officeDocument/2006/relationships/image" Target="../media/image90.svg"/><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tags" Target="../tags/tag1.xml"/><Relationship Id="rId40" Type="http://schemas.openxmlformats.org/officeDocument/2006/relationships/image" Target="../media/image89.png"/><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theme" Target="../theme/theme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slideLayout" Target="../slideLayouts/slideLayout119.xml"/><Relationship Id="rId8" Type="http://schemas.openxmlformats.org/officeDocument/2006/relationships/slideLayout" Target="../slideLayouts/slideLayout92.xml"/><Relationship Id="rId3" Type="http://schemas.openxmlformats.org/officeDocument/2006/relationships/slideLayout" Target="../slideLayouts/slideLayout87.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9" Type="http://schemas.openxmlformats.org/officeDocument/2006/relationships/slideLayout" Target="../slideLayouts/slideLayout158.xml"/><Relationship Id="rId21" Type="http://schemas.openxmlformats.org/officeDocument/2006/relationships/slideLayout" Target="../slideLayouts/slideLayout140.xml"/><Relationship Id="rId34" Type="http://schemas.openxmlformats.org/officeDocument/2006/relationships/slideLayout" Target="../slideLayouts/slideLayout153.xml"/><Relationship Id="rId42" Type="http://schemas.openxmlformats.org/officeDocument/2006/relationships/theme" Target="../theme/theme3.xml"/><Relationship Id="rId7" Type="http://schemas.openxmlformats.org/officeDocument/2006/relationships/slideLayout" Target="../slideLayouts/slideLayout12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0" Type="http://schemas.openxmlformats.org/officeDocument/2006/relationships/slideLayout" Target="../slideLayouts/slideLayout139.xml"/><Relationship Id="rId29" Type="http://schemas.openxmlformats.org/officeDocument/2006/relationships/slideLayout" Target="../slideLayouts/slideLayout148.xml"/><Relationship Id="rId41" Type="http://schemas.openxmlformats.org/officeDocument/2006/relationships/slideLayout" Target="../slideLayouts/slideLayout160.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slideLayout" Target="../slideLayouts/slideLayout151.xml"/><Relationship Id="rId37" Type="http://schemas.openxmlformats.org/officeDocument/2006/relationships/slideLayout" Target="../slideLayouts/slideLayout156.xml"/><Relationship Id="rId40" Type="http://schemas.openxmlformats.org/officeDocument/2006/relationships/slideLayout" Target="../slideLayouts/slideLayout159.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36" Type="http://schemas.openxmlformats.org/officeDocument/2006/relationships/slideLayout" Target="../slideLayouts/slideLayout155.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slideLayout" Target="../slideLayouts/slideLayout150.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slideLayout" Target="../slideLayouts/slideLayout149.xml"/><Relationship Id="rId35" Type="http://schemas.openxmlformats.org/officeDocument/2006/relationships/slideLayout" Target="../slideLayouts/slideLayout154.xml"/><Relationship Id="rId8" Type="http://schemas.openxmlformats.org/officeDocument/2006/relationships/slideLayout" Target="../slideLayouts/slideLayout127.xml"/><Relationship Id="rId3" Type="http://schemas.openxmlformats.org/officeDocument/2006/relationships/slideLayout" Target="../slideLayouts/slideLayout122.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slideLayout" Target="../slideLayouts/slideLayout152.xml"/><Relationship Id="rId38" Type="http://schemas.openxmlformats.org/officeDocument/2006/relationships/slideLayout" Target="../slideLayouts/slideLayout1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309" y="365126"/>
            <a:ext cx="1051697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309" y="1825625"/>
            <a:ext cx="1051697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309" y="6356351"/>
            <a:ext cx="2743557" cy="365125"/>
          </a:xfrm>
          <a:prstGeom prst="rect">
            <a:avLst/>
          </a:prstGeom>
        </p:spPr>
        <p:txBody>
          <a:bodyPr vert="horz" lIns="91440" tIns="45720" rIns="91440" bIns="45720" rtlCol="0" anchor="ctr"/>
          <a:lstStyle>
            <a:lvl1pPr algn="l">
              <a:defRPr sz="1200">
                <a:solidFill>
                  <a:schemeClr val="tx1">
                    <a:tint val="82000"/>
                  </a:schemeClr>
                </a:solidFill>
                <a:latin typeface="Montserrat" panose="00000500000000000000" pitchFamily="2" charset="0"/>
              </a:defRPr>
            </a:lvl1pPr>
          </a:lstStyle>
          <a:p>
            <a:fld id="{4232C545-7EB3-F641-A3CF-599386811F03}" type="datetimeFigureOut">
              <a:rPr lang="en-US" smtClean="0"/>
              <a:pPr/>
              <a:t>7/18/2025</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9126" y="6356351"/>
            <a:ext cx="4115336" cy="365125"/>
          </a:xfrm>
          <a:prstGeom prst="rect">
            <a:avLst/>
          </a:prstGeom>
        </p:spPr>
        <p:txBody>
          <a:bodyPr vert="horz" lIns="91440" tIns="45720" rIns="91440" bIns="45720" rtlCol="0" anchor="ctr"/>
          <a:lstStyle>
            <a:lvl1pPr algn="ctr">
              <a:defRPr sz="1200">
                <a:solidFill>
                  <a:schemeClr val="tx1">
                    <a:tint val="82000"/>
                  </a:schemeClr>
                </a:solidFill>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1722" y="6356351"/>
            <a:ext cx="2743557"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EBD8787E-A45C-CA4B-804C-4B1807D7BA78}" type="slidenum">
              <a:rPr lang="en-US" smtClean="0"/>
              <a:pPr/>
              <a:t>‹#›</a:t>
            </a:fld>
            <a:endParaRPr lang="en-US"/>
          </a:p>
        </p:txBody>
      </p:sp>
      <p:pic>
        <p:nvPicPr>
          <p:cNvPr id="7" name="Graphic 6">
            <a:extLst>
              <a:ext uri="{FF2B5EF4-FFF2-40B4-BE49-F238E27FC236}">
                <a16:creationId xmlns:a16="http://schemas.microsoft.com/office/drawing/2014/main" id="{53A625C5-BE81-DB0F-676B-71C07CF02727}"/>
              </a:ext>
            </a:extLst>
          </p:cNvPr>
          <p:cNvPicPr>
            <a:picLocks noChangeAspect="1"/>
          </p:cNvPicPr>
          <p:nvPr userDrawn="1"/>
        </p:nvPicPr>
        <p:blipFill>
          <a:blip r:embed="rId86">
            <a:extLst>
              <a:ext uri="{96DAC541-7B7A-43D3-8B79-37D633B846F1}">
                <asvg:svgBlip xmlns:asvg="http://schemas.microsoft.com/office/drawing/2016/SVG/main" r:embed="rId87"/>
              </a:ext>
            </a:extLst>
          </a:blip>
          <a:stretch>
            <a:fillRect/>
          </a:stretch>
        </p:blipFill>
        <p:spPr>
          <a:xfrm>
            <a:off x="189306" y="6496842"/>
            <a:ext cx="365772" cy="194762"/>
          </a:xfrm>
          <a:prstGeom prst="rect">
            <a:avLst/>
          </a:prstGeom>
        </p:spPr>
      </p:pic>
      <p:cxnSp>
        <p:nvCxnSpPr>
          <p:cNvPr id="9" name="Straight Connector 8">
            <a:extLst>
              <a:ext uri="{FF2B5EF4-FFF2-40B4-BE49-F238E27FC236}">
                <a16:creationId xmlns:a16="http://schemas.microsoft.com/office/drawing/2014/main" id="{8251802E-B27B-AE5B-1DC1-BB6596F417BF}"/>
              </a:ext>
            </a:extLst>
          </p:cNvPr>
          <p:cNvCxnSpPr/>
          <p:nvPr userDrawn="1"/>
        </p:nvCxnSpPr>
        <p:spPr>
          <a:xfrm>
            <a:off x="642938" y="6438900"/>
            <a:ext cx="0" cy="333375"/>
          </a:xfrm>
          <a:prstGeom prst="line">
            <a:avLst/>
          </a:prstGeom>
          <a:ln w="6350"/>
        </p:spPr>
        <p:style>
          <a:lnRef idx="2">
            <a:schemeClr val="accent1"/>
          </a:lnRef>
          <a:fillRef idx="0">
            <a:schemeClr val="accent1"/>
          </a:fillRef>
          <a:effectRef idx="1">
            <a:schemeClr val="accent1"/>
          </a:effectRef>
          <a:fontRef idx="minor">
            <a:schemeClr val="tx1"/>
          </a:fontRef>
        </p:style>
      </p:cxnSp>
      <p:pic>
        <p:nvPicPr>
          <p:cNvPr id="8" name="Picture 2">
            <a:extLst>
              <a:ext uri="{FF2B5EF4-FFF2-40B4-BE49-F238E27FC236}">
                <a16:creationId xmlns:a16="http://schemas.microsoft.com/office/drawing/2014/main" id="{36F05442-D30F-0EBF-CAE6-104816283DAA}"/>
              </a:ext>
            </a:extLst>
          </p:cNvPr>
          <p:cNvPicPr>
            <a:picLocks noChangeAspect="1" noChangeArrowheads="1"/>
          </p:cNvPicPr>
          <p:nvPr userDrawn="1"/>
        </p:nvPicPr>
        <p:blipFill rotWithShape="1">
          <a:blip r:embed="rId88">
            <a:extLst>
              <a:ext uri="{28A0092B-C50C-407E-A947-70E740481C1C}">
                <a14:useLocalDpi xmlns:a14="http://schemas.microsoft.com/office/drawing/2010/main" val="0"/>
              </a:ext>
            </a:extLst>
          </a:blip>
          <a:srcRect l="37181" r="37919" b="49733"/>
          <a:stretch>
            <a:fillRect/>
          </a:stretch>
        </p:blipFill>
        <p:spPr bwMode="auto">
          <a:xfrm>
            <a:off x="730799" y="6399407"/>
            <a:ext cx="485528" cy="412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189768"/>
      </p:ext>
    </p:extLst>
  </p:cSld>
  <p:clrMap bg1="lt1" tx1="dk1" bg2="lt2" tx2="dk2" accent1="accent1" accent2="accent2" accent3="accent3" accent4="accent4" accent5="accent5" accent6="accent6" hlink="hlink" folHlink="folHlink"/>
  <p:sldLayoutIdLst>
    <p:sldLayoutId id="2147484414" r:id="rId1"/>
    <p:sldLayoutId id="2147484415" r:id="rId2"/>
    <p:sldLayoutId id="2147484416" r:id="rId3"/>
    <p:sldLayoutId id="2147484417" r:id="rId4"/>
    <p:sldLayoutId id="2147484418" r:id="rId5"/>
    <p:sldLayoutId id="2147484419" r:id="rId6"/>
    <p:sldLayoutId id="2147484420" r:id="rId7"/>
    <p:sldLayoutId id="2147484421" r:id="rId8"/>
    <p:sldLayoutId id="2147484422" r:id="rId9"/>
    <p:sldLayoutId id="2147484423" r:id="rId10"/>
    <p:sldLayoutId id="2147484424" r:id="rId11"/>
    <p:sldLayoutId id="2147484425" r:id="rId12"/>
    <p:sldLayoutId id="2147484426" r:id="rId13"/>
    <p:sldLayoutId id="2147484427" r:id="rId14"/>
    <p:sldLayoutId id="2147484428" r:id="rId15"/>
    <p:sldLayoutId id="2147484429" r:id="rId16"/>
    <p:sldLayoutId id="2147484430" r:id="rId17"/>
    <p:sldLayoutId id="2147484431" r:id="rId18"/>
    <p:sldLayoutId id="2147484432" r:id="rId19"/>
    <p:sldLayoutId id="2147484433" r:id="rId20"/>
    <p:sldLayoutId id="2147484434" r:id="rId21"/>
    <p:sldLayoutId id="2147484435" r:id="rId22"/>
    <p:sldLayoutId id="2147484436" r:id="rId23"/>
    <p:sldLayoutId id="2147484437" r:id="rId24"/>
    <p:sldLayoutId id="2147484438" r:id="rId25"/>
    <p:sldLayoutId id="2147484439" r:id="rId26"/>
    <p:sldLayoutId id="2147484440" r:id="rId27"/>
    <p:sldLayoutId id="2147484441" r:id="rId28"/>
    <p:sldLayoutId id="2147484442" r:id="rId29"/>
    <p:sldLayoutId id="2147484443" r:id="rId30"/>
    <p:sldLayoutId id="2147484444" r:id="rId31"/>
    <p:sldLayoutId id="2147484445" r:id="rId32"/>
    <p:sldLayoutId id="2147484452" r:id="rId33"/>
    <p:sldLayoutId id="2147484453" r:id="rId34"/>
    <p:sldLayoutId id="2147484454" r:id="rId35"/>
    <p:sldLayoutId id="2147484455" r:id="rId36"/>
    <p:sldLayoutId id="2147484456" r:id="rId37"/>
    <p:sldLayoutId id="2147484457" r:id="rId38"/>
    <p:sldLayoutId id="2147484459" r:id="rId39"/>
    <p:sldLayoutId id="2147484460" r:id="rId40"/>
    <p:sldLayoutId id="2147484461" r:id="rId41"/>
    <p:sldLayoutId id="2147484462" r:id="rId42"/>
    <p:sldLayoutId id="2147484463" r:id="rId43"/>
    <p:sldLayoutId id="2147484464" r:id="rId44"/>
    <p:sldLayoutId id="2147484468" r:id="rId45"/>
    <p:sldLayoutId id="2147484469" r:id="rId46"/>
    <p:sldLayoutId id="2147484470" r:id="rId47"/>
    <p:sldLayoutId id="2147484471" r:id="rId48"/>
    <p:sldLayoutId id="2147484472" r:id="rId49"/>
    <p:sldLayoutId id="2147484473" r:id="rId50"/>
    <p:sldLayoutId id="2147484476" r:id="rId51"/>
    <p:sldLayoutId id="2147484477" r:id="rId52"/>
    <p:sldLayoutId id="2147484478" r:id="rId53"/>
    <p:sldLayoutId id="2147484479" r:id="rId54"/>
    <p:sldLayoutId id="2147484480" r:id="rId55"/>
    <p:sldLayoutId id="2147484481" r:id="rId56"/>
    <p:sldLayoutId id="2147484482" r:id="rId57"/>
    <p:sldLayoutId id="2147484483" r:id="rId58"/>
    <p:sldLayoutId id="2147484484" r:id="rId59"/>
    <p:sldLayoutId id="2147484485" r:id="rId60"/>
    <p:sldLayoutId id="2147484486" r:id="rId61"/>
    <p:sldLayoutId id="2147484487" r:id="rId62"/>
    <p:sldLayoutId id="2147484488" r:id="rId63"/>
    <p:sldLayoutId id="2147484489" r:id="rId64"/>
    <p:sldLayoutId id="2147484492" r:id="rId65"/>
    <p:sldLayoutId id="2147484496" r:id="rId66"/>
    <p:sldLayoutId id="2147484498" r:id="rId67"/>
    <p:sldLayoutId id="2147484500" r:id="rId68"/>
    <p:sldLayoutId id="2147484501" r:id="rId69"/>
    <p:sldLayoutId id="2147484502" r:id="rId70"/>
    <p:sldLayoutId id="2147484503" r:id="rId71"/>
    <p:sldLayoutId id="2147484504" r:id="rId72"/>
    <p:sldLayoutId id="2147484828" r:id="rId73"/>
    <p:sldLayoutId id="2147484829" r:id="rId74"/>
    <p:sldLayoutId id="2147484830" r:id="rId75"/>
    <p:sldLayoutId id="2147484836" r:id="rId76"/>
    <p:sldLayoutId id="2147484838" r:id="rId77"/>
    <p:sldLayoutId id="2147484839" r:id="rId78"/>
    <p:sldLayoutId id="2147484845" r:id="rId79"/>
    <p:sldLayoutId id="2147484848" r:id="rId80"/>
    <p:sldLayoutId id="2147484856" r:id="rId81"/>
    <p:sldLayoutId id="2147484857" r:id="rId82"/>
    <p:sldLayoutId id="2147484863" r:id="rId83"/>
    <p:sldLayoutId id="2147484866" r:id="rId84"/>
  </p:sldLayoutIdLst>
  <p:txStyles>
    <p:titleStyle>
      <a:lvl1pPr algn="l" defTabSz="914400"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ontserrat"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AE06A3E-F864-9718-2C39-6C1A911ECC5E}"/>
              </a:ext>
            </a:extLst>
          </p:cNvPr>
          <p:cNvGraphicFramePr>
            <a:graphicFrameLocks noChangeAspect="1"/>
          </p:cNvGraphicFramePr>
          <p:nvPr userDrawn="1">
            <p:custDataLst>
              <p:tags r:id="rId37"/>
            </p:custDataLst>
            <p:extLst>
              <p:ext uri="{D42A27DB-BD31-4B8C-83A1-F6EECF244321}">
                <p14:modId xmlns:p14="http://schemas.microsoft.com/office/powerpoint/2010/main" val="3865404609"/>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name="think-cell Slide" r:id="rId38" imgW="7772400" imgH="10058400" progId="TCLayout.ActiveDocument.1">
                  <p:embed/>
                </p:oleObj>
              </mc:Choice>
              <mc:Fallback>
                <p:oleObj name="think-cell Slide" r:id="rId38" imgW="7772400" imgH="10058400" progId="TCLayout.ActiveDocument.1">
                  <p:embed/>
                  <p:pic>
                    <p:nvPicPr>
                      <p:cNvPr id="5" name="think-cell data - do not delete" hidden="1">
                        <a:extLst>
                          <a:ext uri="{FF2B5EF4-FFF2-40B4-BE49-F238E27FC236}">
                            <a16:creationId xmlns:a16="http://schemas.microsoft.com/office/drawing/2014/main" id="{8AE06A3E-F864-9718-2C39-6C1A911ECC5E}"/>
                          </a:ext>
                        </a:extLst>
                      </p:cNvPr>
                      <p:cNvPicPr/>
                      <p:nvPr/>
                    </p:nvPicPr>
                    <p:blipFill>
                      <a:blip r:embed="rId39"/>
                      <a:stretch>
                        <a:fillRect/>
                      </a:stretch>
                    </p:blipFill>
                    <p:spPr>
                      <a:xfrm>
                        <a:off x="1589" y="1588"/>
                        <a:ext cx="1227" cy="1588"/>
                      </a:xfrm>
                      <a:prstGeom prst="rect">
                        <a:avLst/>
                      </a:prstGeom>
                    </p:spPr>
                  </p:pic>
                </p:oleObj>
              </mc:Fallback>
            </mc:AlternateContent>
          </a:graphicData>
        </a:graphic>
      </p:graphicFrame>
      <p:sp>
        <p:nvSpPr>
          <p:cNvPr id="17" name="Slide Number Placeholder 13">
            <a:extLst>
              <a:ext uri="{FF2B5EF4-FFF2-40B4-BE49-F238E27FC236}">
                <a16:creationId xmlns:a16="http://schemas.microsoft.com/office/drawing/2014/main" id="{F6A3EBBB-0FC3-1672-399E-72EFAED6CD53}"/>
              </a:ext>
            </a:extLst>
          </p:cNvPr>
          <p:cNvSpPr txBox="1">
            <a:spLocks/>
          </p:cNvSpPr>
          <p:nvPr userDrawn="1"/>
        </p:nvSpPr>
        <p:spPr>
          <a:xfrm>
            <a:off x="11429954" y="6411770"/>
            <a:ext cx="342971" cy="365125"/>
          </a:xfrm>
          <a:prstGeom prst="rect">
            <a:avLst/>
          </a:prstGeom>
        </p:spPr>
        <p:txBody>
          <a:bodyPr vert="horz" lIns="91416" tIns="45708" rIns="0" bIns="45708"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4"/>
                </a:solidFill>
                <a:latin typeface="PP Telegraf" pitchFamily="2" charset="77"/>
              </a:rPr>
              <a:pPr/>
              <a:t>‹#›</a:t>
            </a:fld>
            <a:endParaRPr lang="en-US" sz="800" b="0" i="0">
              <a:solidFill>
                <a:schemeClr val="accent4"/>
              </a:solidFill>
              <a:latin typeface="PP Telegraf" pitchFamily="2" charset="77"/>
            </a:endParaRPr>
          </a:p>
        </p:txBody>
      </p:sp>
      <p:pic>
        <p:nvPicPr>
          <p:cNvPr id="16" name="Graphic 15">
            <a:extLst>
              <a:ext uri="{FF2B5EF4-FFF2-40B4-BE49-F238E27FC236}">
                <a16:creationId xmlns:a16="http://schemas.microsoft.com/office/drawing/2014/main" id="{B6A14AE1-2BFA-E815-4CC5-672DB37E9A9B}"/>
              </a:ext>
            </a:extLst>
          </p:cNvPr>
          <p:cNvPicPr>
            <a:picLocks noChangeAspect="1"/>
          </p:cNvPicPr>
          <p:nvPr userDrawn="1"/>
        </p:nvPicPr>
        <p:blipFill>
          <a:blip r:embed="rId40" cstate="print">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206341" y="6434682"/>
            <a:ext cx="427653" cy="288290"/>
          </a:xfrm>
          <a:prstGeom prst="rect">
            <a:avLst/>
          </a:prstGeom>
        </p:spPr>
      </p:pic>
      <p:sp>
        <p:nvSpPr>
          <p:cNvPr id="2" name="Title Placeholder 1">
            <a:extLst>
              <a:ext uri="{FF2B5EF4-FFF2-40B4-BE49-F238E27FC236}">
                <a16:creationId xmlns:a16="http://schemas.microsoft.com/office/drawing/2014/main" id="{484032DE-ED80-88D4-B2BE-07C067D3D447}"/>
              </a:ext>
            </a:extLst>
          </p:cNvPr>
          <p:cNvSpPr>
            <a:spLocks noGrp="1"/>
          </p:cNvSpPr>
          <p:nvPr>
            <p:ph type="title"/>
          </p:nvPr>
        </p:nvSpPr>
        <p:spPr>
          <a:xfrm>
            <a:off x="838200" y="365129"/>
            <a:ext cx="10517188"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D4109D-D67B-DB48-2DCA-7F16D47F317D}"/>
              </a:ext>
            </a:extLst>
          </p:cNvPr>
          <p:cNvSpPr>
            <a:spLocks noGrp="1"/>
          </p:cNvSpPr>
          <p:nvPr>
            <p:ph type="body" idx="1"/>
          </p:nvPr>
        </p:nvSpPr>
        <p:spPr>
          <a:xfrm>
            <a:off x="838200" y="1825625"/>
            <a:ext cx="1051718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8102155"/>
      </p:ext>
    </p:extLst>
  </p:cSld>
  <p:clrMap bg1="lt1" tx1="dk1" bg2="lt2" tx2="dk2" accent1="accent1" accent2="accent2" accent3="accent3" accent4="accent4" accent5="accent5" accent6="accent6" hlink="hlink" folHlink="folHlink"/>
  <p:sldLayoutIdLst>
    <p:sldLayoutId id="2147484608" r:id="rId1"/>
    <p:sldLayoutId id="2147484609" r:id="rId2"/>
    <p:sldLayoutId id="2147484610" r:id="rId3"/>
    <p:sldLayoutId id="2147484611" r:id="rId4"/>
    <p:sldLayoutId id="2147484612" r:id="rId5"/>
    <p:sldLayoutId id="2147484613" r:id="rId6"/>
    <p:sldLayoutId id="2147484614" r:id="rId7"/>
    <p:sldLayoutId id="2147484615" r:id="rId8"/>
    <p:sldLayoutId id="2147484616" r:id="rId9"/>
    <p:sldLayoutId id="2147484617" r:id="rId10"/>
    <p:sldLayoutId id="2147484618" r:id="rId11"/>
    <p:sldLayoutId id="2147484619" r:id="rId12"/>
    <p:sldLayoutId id="2147484620" r:id="rId13"/>
    <p:sldLayoutId id="2147484621" r:id="rId14"/>
    <p:sldLayoutId id="2147484622" r:id="rId15"/>
    <p:sldLayoutId id="2147484623" r:id="rId16"/>
    <p:sldLayoutId id="2147484624" r:id="rId17"/>
    <p:sldLayoutId id="2147484625" r:id="rId18"/>
    <p:sldLayoutId id="2147484626" r:id="rId19"/>
    <p:sldLayoutId id="2147484627" r:id="rId20"/>
    <p:sldLayoutId id="2147484628" r:id="rId21"/>
    <p:sldLayoutId id="2147484629" r:id="rId22"/>
    <p:sldLayoutId id="2147484630" r:id="rId23"/>
    <p:sldLayoutId id="2147484631" r:id="rId24"/>
    <p:sldLayoutId id="2147484632" r:id="rId25"/>
    <p:sldLayoutId id="2147484633" r:id="rId26"/>
    <p:sldLayoutId id="2147484634" r:id="rId27"/>
    <p:sldLayoutId id="2147484635" r:id="rId28"/>
    <p:sldLayoutId id="2147484636" r:id="rId29"/>
    <p:sldLayoutId id="2147484637" r:id="rId30"/>
    <p:sldLayoutId id="2147484638" r:id="rId31"/>
    <p:sldLayoutId id="2147484639" r:id="rId32"/>
    <p:sldLayoutId id="2147484640" r:id="rId33"/>
    <p:sldLayoutId id="2147484641" r:id="rId34"/>
    <p:sldLayoutId id="2147484642" r:id="rId35"/>
  </p:sldLayoutIdLst>
  <p:hf hdr="0" ftr="0" dt="0"/>
  <p:txStyles>
    <p:titleStyle>
      <a:lvl1pPr algn="l" defTabSz="913883" rtl="0" eaLnBrk="1" latinLnBrk="0" hangingPunct="1">
        <a:lnSpc>
          <a:spcPct val="90000"/>
        </a:lnSpc>
        <a:spcBef>
          <a:spcPct val="0"/>
        </a:spcBef>
        <a:buNone/>
        <a:defRPr sz="4401" kern="1200">
          <a:solidFill>
            <a:schemeClr val="tx1"/>
          </a:solidFill>
          <a:latin typeface="+mj-lt"/>
          <a:ea typeface="+mj-ea"/>
          <a:cs typeface="+mj-cs"/>
        </a:defRPr>
      </a:lvl1pPr>
    </p:titleStyle>
    <p:bodyStyle>
      <a:lvl1pPr marL="228471" indent="-228471" algn="l" defTabSz="91388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410" indent="-228471" algn="l" defTabSz="91388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7" indent="-228471" algn="l" defTabSz="91388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320" indent="-228471" algn="l" defTabSz="9138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260" indent="-228471" algn="l" defTabSz="9138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258" indent="-228471" algn="l" defTabSz="9138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195" indent="-228471" algn="l" defTabSz="9138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136" indent="-228471" algn="l" defTabSz="9138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079" indent="-228471" algn="l" defTabSz="9138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883" rtl="0" eaLnBrk="1" latinLnBrk="0" hangingPunct="1">
        <a:defRPr sz="1800" kern="1200">
          <a:solidFill>
            <a:schemeClr val="tx1"/>
          </a:solidFill>
          <a:latin typeface="+mn-lt"/>
          <a:ea typeface="+mn-ea"/>
          <a:cs typeface="+mn-cs"/>
        </a:defRPr>
      </a:lvl1pPr>
      <a:lvl2pPr marL="456940" algn="l" defTabSz="913883" rtl="0" eaLnBrk="1" latinLnBrk="0" hangingPunct="1">
        <a:defRPr sz="1800" kern="1200">
          <a:solidFill>
            <a:schemeClr val="tx1"/>
          </a:solidFill>
          <a:latin typeface="+mn-lt"/>
          <a:ea typeface="+mn-ea"/>
          <a:cs typeface="+mn-cs"/>
        </a:defRPr>
      </a:lvl2pPr>
      <a:lvl3pPr marL="913883" algn="l" defTabSz="913883" rtl="0" eaLnBrk="1" latinLnBrk="0" hangingPunct="1">
        <a:defRPr sz="1800" kern="1200">
          <a:solidFill>
            <a:schemeClr val="tx1"/>
          </a:solidFill>
          <a:latin typeface="+mn-lt"/>
          <a:ea typeface="+mn-ea"/>
          <a:cs typeface="+mn-cs"/>
        </a:defRPr>
      </a:lvl3pPr>
      <a:lvl4pPr marL="1370824" algn="l" defTabSz="913883" rtl="0" eaLnBrk="1" latinLnBrk="0" hangingPunct="1">
        <a:defRPr sz="1800" kern="1200">
          <a:solidFill>
            <a:schemeClr val="tx1"/>
          </a:solidFill>
          <a:latin typeface="+mn-lt"/>
          <a:ea typeface="+mn-ea"/>
          <a:cs typeface="+mn-cs"/>
        </a:defRPr>
      </a:lvl4pPr>
      <a:lvl5pPr marL="1827765" algn="l" defTabSz="913883" rtl="0" eaLnBrk="1" latinLnBrk="0" hangingPunct="1">
        <a:defRPr sz="1800" kern="1200">
          <a:solidFill>
            <a:schemeClr val="tx1"/>
          </a:solidFill>
          <a:latin typeface="+mn-lt"/>
          <a:ea typeface="+mn-ea"/>
          <a:cs typeface="+mn-cs"/>
        </a:defRPr>
      </a:lvl5pPr>
      <a:lvl6pPr marL="2284703" algn="l" defTabSz="913883" rtl="0" eaLnBrk="1" latinLnBrk="0" hangingPunct="1">
        <a:defRPr sz="1800" kern="1200">
          <a:solidFill>
            <a:schemeClr val="tx1"/>
          </a:solidFill>
          <a:latin typeface="+mn-lt"/>
          <a:ea typeface="+mn-ea"/>
          <a:cs typeface="+mn-cs"/>
        </a:defRPr>
      </a:lvl6pPr>
      <a:lvl7pPr marL="2741673" algn="l" defTabSz="913883" rtl="0" eaLnBrk="1" latinLnBrk="0" hangingPunct="1">
        <a:defRPr sz="1800" kern="1200">
          <a:solidFill>
            <a:schemeClr val="tx1"/>
          </a:solidFill>
          <a:latin typeface="+mn-lt"/>
          <a:ea typeface="+mn-ea"/>
          <a:cs typeface="+mn-cs"/>
        </a:defRPr>
      </a:lvl7pPr>
      <a:lvl8pPr marL="3198640" algn="l" defTabSz="913883" rtl="0" eaLnBrk="1" latinLnBrk="0" hangingPunct="1">
        <a:defRPr sz="1800" kern="1200">
          <a:solidFill>
            <a:schemeClr val="tx1"/>
          </a:solidFill>
          <a:latin typeface="+mn-lt"/>
          <a:ea typeface="+mn-ea"/>
          <a:cs typeface="+mn-cs"/>
        </a:defRPr>
      </a:lvl8pPr>
      <a:lvl9pPr marL="3655580" algn="l" defTabSz="91388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2" pos="280">
          <p15:clr>
            <a:srgbClr val="F26B43"/>
          </p15:clr>
        </p15:guide>
        <p15:guide id="3" pos="7401">
          <p15:clr>
            <a:srgbClr val="F26B43"/>
          </p15:clr>
        </p15:guide>
        <p15:guide id="4" orient="horz" pos="27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309" y="365126"/>
            <a:ext cx="1051697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309" y="1825625"/>
            <a:ext cx="1051697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309" y="6356351"/>
            <a:ext cx="2743557" cy="365125"/>
          </a:xfrm>
          <a:prstGeom prst="rect">
            <a:avLst/>
          </a:prstGeom>
        </p:spPr>
        <p:txBody>
          <a:bodyPr vert="horz" lIns="91440" tIns="45720" rIns="91440" bIns="45720" rtlCol="0" anchor="ctr"/>
          <a:lstStyle>
            <a:lvl1pPr algn="l">
              <a:defRPr sz="1200">
                <a:solidFill>
                  <a:schemeClr val="tx1">
                    <a:tint val="82000"/>
                  </a:schemeClr>
                </a:solidFill>
                <a:latin typeface="Montserrat" panose="00000500000000000000" pitchFamily="2" charset="0"/>
              </a:defRPr>
            </a:lvl1pPr>
          </a:lstStyle>
          <a:p>
            <a:fld id="{4232C545-7EB3-F641-A3CF-599386811F03}" type="datetimeFigureOut">
              <a:rPr lang="en-US" smtClean="0"/>
              <a:pPr/>
              <a:t>7/18/2025</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9126" y="6356351"/>
            <a:ext cx="4115336" cy="365125"/>
          </a:xfrm>
          <a:prstGeom prst="rect">
            <a:avLst/>
          </a:prstGeom>
        </p:spPr>
        <p:txBody>
          <a:bodyPr vert="horz" lIns="91440" tIns="45720" rIns="91440" bIns="45720" rtlCol="0" anchor="ctr"/>
          <a:lstStyle>
            <a:lvl1pPr algn="ctr">
              <a:defRPr sz="1200">
                <a:solidFill>
                  <a:schemeClr val="tx1">
                    <a:tint val="82000"/>
                  </a:schemeClr>
                </a:solidFill>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1722" y="6356351"/>
            <a:ext cx="2743557"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3091763146"/>
      </p:ext>
    </p:extLst>
  </p:cSld>
  <p:clrMap bg1="lt1" tx1="dk1" bg2="lt2" tx2="dk2" accent1="accent1" accent2="accent2" accent3="accent3" accent4="accent4" accent5="accent5" accent6="accent6" hlink="hlink" folHlink="folHlink"/>
  <p:sldLayoutIdLst>
    <p:sldLayoutId id="2147484657" r:id="rId1"/>
    <p:sldLayoutId id="2147484658" r:id="rId2"/>
    <p:sldLayoutId id="2147484659" r:id="rId3"/>
    <p:sldLayoutId id="2147484660" r:id="rId4"/>
    <p:sldLayoutId id="2147484661" r:id="rId5"/>
    <p:sldLayoutId id="2147484662" r:id="rId6"/>
    <p:sldLayoutId id="2147484663" r:id="rId7"/>
    <p:sldLayoutId id="2147484664" r:id="rId8"/>
    <p:sldLayoutId id="2147484665" r:id="rId9"/>
    <p:sldLayoutId id="2147484666" r:id="rId10"/>
    <p:sldLayoutId id="2147484667" r:id="rId11"/>
    <p:sldLayoutId id="2147484668" r:id="rId12"/>
    <p:sldLayoutId id="2147484669" r:id="rId13"/>
    <p:sldLayoutId id="2147484670" r:id="rId14"/>
    <p:sldLayoutId id="2147484671" r:id="rId15"/>
    <p:sldLayoutId id="2147484672" r:id="rId16"/>
    <p:sldLayoutId id="2147484673" r:id="rId17"/>
    <p:sldLayoutId id="2147484674" r:id="rId18"/>
    <p:sldLayoutId id="2147484675" r:id="rId19"/>
    <p:sldLayoutId id="2147484676" r:id="rId20"/>
    <p:sldLayoutId id="2147484677" r:id="rId21"/>
    <p:sldLayoutId id="2147484678" r:id="rId22"/>
    <p:sldLayoutId id="2147484679" r:id="rId23"/>
    <p:sldLayoutId id="2147484680" r:id="rId24"/>
    <p:sldLayoutId id="2147484681" r:id="rId25"/>
    <p:sldLayoutId id="2147484682" r:id="rId26"/>
    <p:sldLayoutId id="2147484683" r:id="rId27"/>
    <p:sldLayoutId id="2147484684" r:id="rId28"/>
    <p:sldLayoutId id="2147484685" r:id="rId29"/>
    <p:sldLayoutId id="2147484686" r:id="rId30"/>
    <p:sldLayoutId id="2147484687" r:id="rId31"/>
    <p:sldLayoutId id="2147484688" r:id="rId32"/>
    <p:sldLayoutId id="2147484689" r:id="rId33"/>
    <p:sldLayoutId id="2147484690" r:id="rId34"/>
    <p:sldLayoutId id="2147484691" r:id="rId35"/>
    <p:sldLayoutId id="2147484692" r:id="rId36"/>
    <p:sldLayoutId id="2147484693" r:id="rId37"/>
    <p:sldLayoutId id="2147484694" r:id="rId38"/>
    <p:sldLayoutId id="2147484696" r:id="rId39"/>
    <p:sldLayoutId id="2147484868" r:id="rId40"/>
    <p:sldLayoutId id="2147484869" r:id="rId41"/>
  </p:sldLayoutIdLst>
  <p:txStyles>
    <p:titleStyle>
      <a:lvl1pPr algn="l" defTabSz="914400"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ontserrat"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26.png"/><Relationship Id="rId4" Type="http://schemas.openxmlformats.org/officeDocument/2006/relationships/image" Target="../media/image12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31.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diagramColors" Target="../diagrams/colors1.xml"/><Relationship Id="rId11" Type="http://schemas.openxmlformats.org/officeDocument/2006/relationships/image" Target="../media/image130.svg"/><Relationship Id="rId5" Type="http://schemas.openxmlformats.org/officeDocument/2006/relationships/diagramQuickStyle" Target="../diagrams/quickStyle1.xml"/><Relationship Id="rId15" Type="http://schemas.openxmlformats.org/officeDocument/2006/relationships/image" Target="../media/image134.svg"/><Relationship Id="rId10" Type="http://schemas.openxmlformats.org/officeDocument/2006/relationships/image" Target="../media/image129.png"/><Relationship Id="rId4" Type="http://schemas.openxmlformats.org/officeDocument/2006/relationships/diagramLayout" Target="../diagrams/layout1.xml"/><Relationship Id="rId9" Type="http://schemas.openxmlformats.org/officeDocument/2006/relationships/image" Target="../media/image128.svg"/><Relationship Id="rId14" Type="http://schemas.openxmlformats.org/officeDocument/2006/relationships/image" Target="../media/image1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8.xml.rels><?xml version="1.0" encoding="UTF-8" standalone="yes"?>
<Relationships xmlns="http://schemas.openxmlformats.org/package/2006/relationships"><Relationship Id="rId3" Type="http://schemas.openxmlformats.org/officeDocument/2006/relationships/image" Target="../media/image136.svg"/><Relationship Id="rId7" Type="http://schemas.openxmlformats.org/officeDocument/2006/relationships/image" Target="../media/image140.svg"/><Relationship Id="rId2" Type="http://schemas.openxmlformats.org/officeDocument/2006/relationships/image" Target="../media/image135.png"/><Relationship Id="rId1" Type="http://schemas.openxmlformats.org/officeDocument/2006/relationships/slideLayout" Target="../slideLayouts/slideLayout135.xml"/><Relationship Id="rId6" Type="http://schemas.openxmlformats.org/officeDocument/2006/relationships/image" Target="../media/image139.png"/><Relationship Id="rId5" Type="http://schemas.openxmlformats.org/officeDocument/2006/relationships/image" Target="../media/image138.svg"/><Relationship Id="rId4" Type="http://schemas.openxmlformats.org/officeDocument/2006/relationships/image" Target="../media/image137.png"/></Relationships>
</file>

<file path=ppt/slides/_rels/slide9.xml.rels><?xml version="1.0" encoding="UTF-8" standalone="yes"?>
<Relationships xmlns="http://schemas.openxmlformats.org/package/2006/relationships"><Relationship Id="rId3" Type="http://schemas.openxmlformats.org/officeDocument/2006/relationships/image" Target="../media/image136.svg"/><Relationship Id="rId7" Type="http://schemas.openxmlformats.org/officeDocument/2006/relationships/image" Target="../media/image138.svg"/><Relationship Id="rId2" Type="http://schemas.openxmlformats.org/officeDocument/2006/relationships/image" Target="../media/image135.png"/><Relationship Id="rId1" Type="http://schemas.openxmlformats.org/officeDocument/2006/relationships/slideLayout" Target="../slideLayouts/slideLayout135.xml"/><Relationship Id="rId6" Type="http://schemas.openxmlformats.org/officeDocument/2006/relationships/image" Target="../media/image137.png"/><Relationship Id="rId5" Type="http://schemas.openxmlformats.org/officeDocument/2006/relationships/image" Target="../media/image142.svg"/><Relationship Id="rId4" Type="http://schemas.openxmlformats.org/officeDocument/2006/relationships/image" Target="../media/image141.png"/></Relationships>
</file>

<file path=ppt/slides/_rels/slide10.xml.rels><?xml version="1.0" encoding="UTF-8" standalone="yes"?>
<Relationships xmlns="http://schemas.openxmlformats.org/package/2006/relationships"><Relationship Id="rId8" Type="http://schemas.openxmlformats.org/officeDocument/2006/relationships/image" Target="../media/image143.png"/><Relationship Id="rId13" Type="http://schemas.openxmlformats.org/officeDocument/2006/relationships/image" Target="../media/image148.png"/><Relationship Id="rId3" Type="http://schemas.openxmlformats.org/officeDocument/2006/relationships/image" Target="../media/image136.svg"/><Relationship Id="rId7" Type="http://schemas.openxmlformats.org/officeDocument/2006/relationships/image" Target="../media/image142.svg"/><Relationship Id="rId12" Type="http://schemas.openxmlformats.org/officeDocument/2006/relationships/image" Target="../media/image147.png"/><Relationship Id="rId2" Type="http://schemas.openxmlformats.org/officeDocument/2006/relationships/image" Target="../media/image135.png"/><Relationship Id="rId1" Type="http://schemas.openxmlformats.org/officeDocument/2006/relationships/slideLayout" Target="../slideLayouts/slideLayout135.xml"/><Relationship Id="rId6" Type="http://schemas.openxmlformats.org/officeDocument/2006/relationships/image" Target="../media/image141.png"/><Relationship Id="rId11" Type="http://schemas.openxmlformats.org/officeDocument/2006/relationships/image" Target="../media/image146.png"/><Relationship Id="rId5" Type="http://schemas.openxmlformats.org/officeDocument/2006/relationships/image" Target="../media/image138.svg"/><Relationship Id="rId10" Type="http://schemas.openxmlformats.org/officeDocument/2006/relationships/image" Target="../media/image145.png"/><Relationship Id="rId4" Type="http://schemas.openxmlformats.org/officeDocument/2006/relationships/image" Target="../media/image137.png"/><Relationship Id="rId9" Type="http://schemas.openxmlformats.org/officeDocument/2006/relationships/image" Target="../media/image144.svg"/></Relationships>
</file>

<file path=ppt/slides/_rels/slide11.xml.rels><?xml version="1.0" encoding="UTF-8" standalone="yes"?>
<Relationships xmlns="http://schemas.openxmlformats.org/package/2006/relationships"><Relationship Id="rId3" Type="http://schemas.openxmlformats.org/officeDocument/2006/relationships/image" Target="../media/image150.svg"/><Relationship Id="rId7" Type="http://schemas.openxmlformats.org/officeDocument/2006/relationships/image" Target="../media/image154.svg"/><Relationship Id="rId2" Type="http://schemas.openxmlformats.org/officeDocument/2006/relationships/image" Target="../media/image149.png"/><Relationship Id="rId1" Type="http://schemas.openxmlformats.org/officeDocument/2006/relationships/slideLayout" Target="../slideLayouts/slideLayout160.xml"/><Relationship Id="rId6" Type="http://schemas.openxmlformats.org/officeDocument/2006/relationships/image" Target="../media/image153.png"/><Relationship Id="rId5" Type="http://schemas.openxmlformats.org/officeDocument/2006/relationships/image" Target="../media/image152.svg"/><Relationship Id="rId4" Type="http://schemas.openxmlformats.org/officeDocument/2006/relationships/image" Target="../media/image151.png"/></Relationships>
</file>

<file path=ppt/slides/_rels/slide12.xml.rels><?xml version="1.0" encoding="UTF-8" standalone="yes"?>
<Relationships xmlns="http://schemas.openxmlformats.org/package/2006/relationships"><Relationship Id="rId3" Type="http://schemas.openxmlformats.org/officeDocument/2006/relationships/image" Target="../media/image156.svg"/><Relationship Id="rId2" Type="http://schemas.openxmlformats.org/officeDocument/2006/relationships/image" Target="../media/image155.png"/><Relationship Id="rId1" Type="http://schemas.openxmlformats.org/officeDocument/2006/relationships/slideLayout" Target="../slideLayouts/slideLayout160.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6.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6.xml"/><Relationship Id="rId1" Type="http://schemas.openxmlformats.org/officeDocument/2006/relationships/slideLayout" Target="../slideLayouts/slideLayout159.xml"/><Relationship Id="rId6" Type="http://schemas.openxmlformats.org/officeDocument/2006/relationships/image" Target="../media/image160.svg"/><Relationship Id="rId5" Type="http://schemas.openxmlformats.org/officeDocument/2006/relationships/image" Target="../media/image159.png"/><Relationship Id="rId4" Type="http://schemas.openxmlformats.org/officeDocument/2006/relationships/image" Target="../media/image158.svg"/><Relationship Id="rId9" Type="http://schemas.openxmlformats.org/officeDocument/2006/relationships/image" Target="../media/image163.svg"/></Relationships>
</file>

<file path=ppt/slides/_rels/slide17.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36.svg"/><Relationship Id="rId7" Type="http://schemas.openxmlformats.org/officeDocument/2006/relationships/image" Target="../media/image165.svg"/><Relationship Id="rId2" Type="http://schemas.openxmlformats.org/officeDocument/2006/relationships/image" Target="../media/image135.png"/><Relationship Id="rId1" Type="http://schemas.openxmlformats.org/officeDocument/2006/relationships/slideLayout" Target="../slideLayouts/slideLayout135.xml"/><Relationship Id="rId6" Type="http://schemas.openxmlformats.org/officeDocument/2006/relationships/image" Target="../media/image164.png"/><Relationship Id="rId5" Type="http://schemas.openxmlformats.org/officeDocument/2006/relationships/image" Target="../media/image142.svg"/><Relationship Id="rId4" Type="http://schemas.openxmlformats.org/officeDocument/2006/relationships/image" Target="../media/image141.png"/><Relationship Id="rId9" Type="http://schemas.openxmlformats.org/officeDocument/2006/relationships/image" Target="../media/image1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B2DE-6A8B-FD12-7304-A7463AF3CD7C}"/>
              </a:ext>
            </a:extLst>
          </p:cNvPr>
          <p:cNvSpPr>
            <a:spLocks noGrp="1"/>
          </p:cNvSpPr>
          <p:nvPr>
            <p:ph type="title"/>
          </p:nvPr>
        </p:nvSpPr>
        <p:spPr>
          <a:xfrm>
            <a:off x="344000" y="3472475"/>
            <a:ext cx="4651511" cy="1748813"/>
          </a:xfrm>
        </p:spPr>
        <p:txBody>
          <a:bodyPr/>
          <a:lstStyle/>
          <a:p>
            <a:pPr>
              <a:lnSpc>
                <a:spcPct val="100000"/>
              </a:lnSpc>
            </a:pPr>
            <a:r>
              <a:rPr lang="en-US" sz="3000">
                <a:solidFill>
                  <a:schemeClr val="accent2">
                    <a:lumMod val="50000"/>
                  </a:schemeClr>
                </a:solidFill>
              </a:rPr>
              <a:t>Snowflake </a:t>
            </a:r>
            <a:br>
              <a:rPr lang="en-US" sz="3000">
                <a:solidFill>
                  <a:schemeClr val="accent2">
                    <a:lumMod val="50000"/>
                  </a:schemeClr>
                </a:solidFill>
              </a:rPr>
            </a:br>
            <a:r>
              <a:rPr lang="en-US" sz="3000">
                <a:solidFill>
                  <a:schemeClr val="accent2">
                    <a:lumMod val="50000"/>
                  </a:schemeClr>
                </a:solidFill>
              </a:rPr>
              <a:t>ML Proposal</a:t>
            </a:r>
            <a:endParaRPr lang="en-IN" sz="2000">
              <a:solidFill>
                <a:schemeClr val="accent2">
                  <a:lumMod val="50000"/>
                </a:schemeClr>
              </a:solidFill>
            </a:endParaRPr>
          </a:p>
        </p:txBody>
      </p:sp>
      <p:sp>
        <p:nvSpPr>
          <p:cNvPr id="3" name="Text Placeholder 2">
            <a:extLst>
              <a:ext uri="{FF2B5EF4-FFF2-40B4-BE49-F238E27FC236}">
                <a16:creationId xmlns:a16="http://schemas.microsoft.com/office/drawing/2014/main" id="{761F683E-6D2E-9B42-F4A4-C850ADE3C1B4}"/>
              </a:ext>
            </a:extLst>
          </p:cNvPr>
          <p:cNvSpPr>
            <a:spLocks noGrp="1"/>
          </p:cNvSpPr>
          <p:nvPr>
            <p:ph type="body" sz="quarter" idx="10"/>
          </p:nvPr>
        </p:nvSpPr>
        <p:spPr>
          <a:xfrm>
            <a:off x="344001" y="5221288"/>
            <a:ext cx="4238960" cy="712787"/>
          </a:xfrm>
        </p:spPr>
        <p:txBody>
          <a:bodyPr/>
          <a:lstStyle/>
          <a:p>
            <a:r>
              <a:rPr lang="en-IN"/>
              <a:t>July 2025</a:t>
            </a:r>
          </a:p>
        </p:txBody>
      </p:sp>
      <p:pic>
        <p:nvPicPr>
          <p:cNvPr id="4" name="Picture 2">
            <a:extLst>
              <a:ext uri="{FF2B5EF4-FFF2-40B4-BE49-F238E27FC236}">
                <a16:creationId xmlns:a16="http://schemas.microsoft.com/office/drawing/2014/main" id="{715D0504-2305-94D3-1724-B4B3E1470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001" y="1712762"/>
            <a:ext cx="3446950" cy="145014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Placeholder 9" descr="A cruise ship in the water&#10;&#10;AI-generated content may be incorrect.">
            <a:extLst>
              <a:ext uri="{FF2B5EF4-FFF2-40B4-BE49-F238E27FC236}">
                <a16:creationId xmlns:a16="http://schemas.microsoft.com/office/drawing/2014/main" id="{D879EDCC-09E5-CCE7-2E30-B82FB69FA6C5}"/>
              </a:ext>
            </a:extLst>
          </p:cNvPr>
          <p:cNvPicPr>
            <a:picLocks noGrp="1" noChangeAspect="1"/>
          </p:cNvPicPr>
          <p:nvPr>
            <p:ph type="pic" sz="quarter" idx="11"/>
          </p:nvPr>
        </p:nvPicPr>
        <p:blipFill>
          <a:blip r:embed="rId4"/>
          <a:srcRect l="2457" r="2457"/>
          <a:stretch>
            <a:fillRect/>
          </a:stretch>
        </p:blipFill>
        <p:spPr/>
      </p:pic>
      <p:pic>
        <p:nvPicPr>
          <p:cNvPr id="6" name="Picture 5" descr="A white text on a black background&#10;&#10;AI-generated content may be incorrect.">
            <a:extLst>
              <a:ext uri="{FF2B5EF4-FFF2-40B4-BE49-F238E27FC236}">
                <a16:creationId xmlns:a16="http://schemas.microsoft.com/office/drawing/2014/main" id="{F7A89C82-3CE8-3AF4-4855-3B4994A39E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9766" y="6276975"/>
            <a:ext cx="1401733" cy="560693"/>
          </a:xfrm>
          <a:prstGeom prst="rect">
            <a:avLst/>
          </a:prstGeom>
        </p:spPr>
      </p:pic>
    </p:spTree>
    <p:extLst>
      <p:ext uri="{BB962C8B-B14F-4D97-AF65-F5344CB8AC3E}">
        <p14:creationId xmlns:p14="http://schemas.microsoft.com/office/powerpoint/2010/main" val="3241827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D7C252D-3DFE-A0C1-32C5-229EA766ABA5}"/>
              </a:ext>
            </a:extLst>
          </p:cNvPr>
          <p:cNvSpPr/>
          <p:nvPr/>
        </p:nvSpPr>
        <p:spPr>
          <a:xfrm>
            <a:off x="5924551" y="0"/>
            <a:ext cx="6269037" cy="6858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Montserrat" panose="00000500000000000000" pitchFamily="2" charset="0"/>
            </a:endParaRPr>
          </a:p>
        </p:txBody>
      </p:sp>
      <p:sp>
        <p:nvSpPr>
          <p:cNvPr id="3" name="Title 2">
            <a:extLst>
              <a:ext uri="{FF2B5EF4-FFF2-40B4-BE49-F238E27FC236}">
                <a16:creationId xmlns:a16="http://schemas.microsoft.com/office/drawing/2014/main" id="{DF46156E-6904-8A80-8357-ECAAF8880943}"/>
              </a:ext>
            </a:extLst>
          </p:cNvPr>
          <p:cNvSpPr>
            <a:spLocks noGrp="1"/>
          </p:cNvSpPr>
          <p:nvPr>
            <p:ph type="title"/>
          </p:nvPr>
        </p:nvSpPr>
        <p:spPr>
          <a:xfrm>
            <a:off x="570540" y="453195"/>
            <a:ext cx="10859413" cy="553998"/>
          </a:xfrm>
        </p:spPr>
        <p:txBody>
          <a:bodyPr/>
          <a:lstStyle/>
          <a:p>
            <a:r>
              <a:rPr lang="en-IN">
                <a:latin typeface="+mj-lt"/>
              </a:rPr>
              <a:t>Our Understanding</a:t>
            </a:r>
          </a:p>
        </p:txBody>
      </p:sp>
      <p:grpSp>
        <p:nvGrpSpPr>
          <p:cNvPr id="12" name="Group 11">
            <a:extLst>
              <a:ext uri="{FF2B5EF4-FFF2-40B4-BE49-F238E27FC236}">
                <a16:creationId xmlns:a16="http://schemas.microsoft.com/office/drawing/2014/main" id="{DFEF8C74-31AA-EAEB-CFE0-3658299BBBFF}"/>
              </a:ext>
            </a:extLst>
          </p:cNvPr>
          <p:cNvGrpSpPr/>
          <p:nvPr/>
        </p:nvGrpSpPr>
        <p:grpSpPr>
          <a:xfrm>
            <a:off x="6397093" y="1213197"/>
            <a:ext cx="5526254" cy="4942611"/>
            <a:chOff x="7744902" y="1052922"/>
            <a:chExt cx="4384665" cy="4487156"/>
          </a:xfrm>
        </p:grpSpPr>
        <p:sp>
          <p:nvSpPr>
            <p:cNvPr id="13" name="Rounded Rectangle 14">
              <a:extLst>
                <a:ext uri="{FF2B5EF4-FFF2-40B4-BE49-F238E27FC236}">
                  <a16:creationId xmlns:a16="http://schemas.microsoft.com/office/drawing/2014/main" id="{ABD75A21-244D-A71A-B57B-1A125CAB87F4}"/>
                </a:ext>
              </a:extLst>
            </p:cNvPr>
            <p:cNvSpPr>
              <a:spLocks/>
            </p:cNvSpPr>
            <p:nvPr/>
          </p:nvSpPr>
          <p:spPr>
            <a:xfrm>
              <a:off x="7744902" y="1052922"/>
              <a:ext cx="4384665" cy="4487156"/>
            </a:xfrm>
            <a:prstGeom prst="roundRect">
              <a:avLst>
                <a:gd name="adj" fmla="val 3953"/>
              </a:avLst>
            </a:prstGeom>
            <a:solidFill>
              <a:schemeClr val="tx2"/>
            </a:solidFill>
            <a:ln w="19050" cap="flat" cmpd="sng" algn="ctr">
              <a:noFill/>
              <a:prstDash val="solid"/>
              <a:miter lim="800000"/>
            </a:ln>
            <a:effectLst>
              <a:outerShdw blurRad="50800" dist="38100" dir="10800000" algn="r" rotWithShape="0">
                <a:prstClr val="black">
                  <a:alpha val="11728"/>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ontserrat" panose="00000500000000000000" pitchFamily="2" charset="0"/>
                <a:ea typeface="+mn-ea"/>
                <a:cs typeface="+mn-cs"/>
              </a:endParaRPr>
            </a:p>
          </p:txBody>
        </p:sp>
        <p:sp>
          <p:nvSpPr>
            <p:cNvPr id="14" name="TextBox 13">
              <a:extLst>
                <a:ext uri="{FF2B5EF4-FFF2-40B4-BE49-F238E27FC236}">
                  <a16:creationId xmlns:a16="http://schemas.microsoft.com/office/drawing/2014/main" id="{C77D9CA5-F511-486F-381C-39D62F66AB8F}"/>
                </a:ext>
              </a:extLst>
            </p:cNvPr>
            <p:cNvSpPr txBox="1">
              <a:spLocks/>
            </p:cNvSpPr>
            <p:nvPr/>
          </p:nvSpPr>
          <p:spPr>
            <a:xfrm>
              <a:off x="7830674" y="1194308"/>
              <a:ext cx="4213122" cy="4275055"/>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600">
                  <a:solidFill>
                    <a:schemeClr val="bg1"/>
                  </a:solidFill>
                  <a:latin typeface="Aptos" panose="020B0004020202020204" pitchFamily="34" charset="0"/>
                </a:rPr>
                <a:t>Migrate high-leverage models into a scalable, governed ML pipeline within Snowflake ML.</a:t>
              </a:r>
            </a:p>
            <a:p>
              <a:endParaRPr lang="en-US" sz="1600">
                <a:solidFill>
                  <a:schemeClr val="bg1"/>
                </a:solidFill>
                <a:latin typeface="Aptos" panose="020B0004020202020204" pitchFamily="34" charset="0"/>
              </a:endParaRPr>
            </a:p>
            <a:p>
              <a:pPr marL="285750" indent="-285750">
                <a:buFont typeface="Arial" panose="020B0604020202020204" pitchFamily="34" charset="0"/>
                <a:buChar char="•"/>
              </a:pPr>
              <a:r>
                <a:rPr lang="en-US" sz="1600">
                  <a:solidFill>
                    <a:schemeClr val="bg1"/>
                  </a:solidFill>
                  <a:latin typeface="Aptos" panose="020B0004020202020204" pitchFamily="34" charset="0"/>
                </a:rPr>
                <a:t>Co-develop a foundational </a:t>
              </a:r>
              <a:r>
                <a:rPr lang="en-US" sz="1600" err="1">
                  <a:solidFill>
                    <a:schemeClr val="bg1"/>
                  </a:solidFill>
                  <a:latin typeface="Aptos" panose="020B0004020202020204" pitchFamily="34" charset="0"/>
                </a:rPr>
                <a:t>MLOps</a:t>
              </a:r>
              <a:r>
                <a:rPr lang="en-US" sz="1600">
                  <a:solidFill>
                    <a:schemeClr val="bg1"/>
                  </a:solidFill>
                  <a:latin typeface="Aptos" panose="020B0004020202020204" pitchFamily="34" charset="0"/>
                </a:rPr>
                <a:t> framework that supports collaboration, versioning, retraining, and monitoring across a growing data science team.</a:t>
              </a:r>
            </a:p>
            <a:p>
              <a:endParaRPr lang="en-US" sz="1600">
                <a:solidFill>
                  <a:schemeClr val="bg1"/>
                </a:solidFill>
                <a:latin typeface="Aptos" panose="020B0004020202020204" pitchFamily="34" charset="0"/>
              </a:endParaRPr>
            </a:p>
            <a:p>
              <a:pPr marL="285750" indent="-285750">
                <a:buFont typeface="Arial" panose="020B0604020202020204" pitchFamily="34" charset="0"/>
                <a:buChar char="•"/>
              </a:pPr>
              <a:r>
                <a:rPr lang="en-US" sz="1600">
                  <a:solidFill>
                    <a:schemeClr val="bg1"/>
                  </a:solidFill>
                  <a:latin typeface="Aptos" panose="020B0004020202020204" pitchFamily="34" charset="0"/>
                </a:rPr>
                <a:t>Build a unified feature store that streamlines experimentation and increases efficiency across model development.</a:t>
              </a:r>
            </a:p>
            <a:p>
              <a:endParaRPr lang="en-US" sz="1600">
                <a:solidFill>
                  <a:schemeClr val="bg1"/>
                </a:solidFill>
                <a:latin typeface="Aptos" panose="020B0004020202020204" pitchFamily="34" charset="0"/>
              </a:endParaRPr>
            </a:p>
            <a:p>
              <a:pPr marL="285750" indent="-285750">
                <a:buFont typeface="Arial" panose="020B0604020202020204" pitchFamily="34" charset="0"/>
                <a:buChar char="•"/>
              </a:pPr>
              <a:r>
                <a:rPr lang="en-US" sz="1600">
                  <a:solidFill>
                    <a:schemeClr val="bg1"/>
                  </a:solidFill>
                  <a:latin typeface="Aptos" panose="020B0004020202020204" pitchFamily="34" charset="0"/>
                </a:rPr>
                <a:t>Accelerate time-to-value by setting repeatable playbooks for model deployment, governance, and performance evaluation.</a:t>
              </a:r>
            </a:p>
            <a:p>
              <a:endParaRPr lang="en-US" sz="1600">
                <a:solidFill>
                  <a:schemeClr val="bg1"/>
                </a:solidFill>
                <a:latin typeface="Aptos" panose="020B0004020202020204" pitchFamily="34" charset="0"/>
              </a:endParaRPr>
            </a:p>
            <a:p>
              <a:pPr marL="285750" indent="-285750">
                <a:buFont typeface="Arial" panose="020B0604020202020204" pitchFamily="34" charset="0"/>
                <a:buChar char="•"/>
              </a:pPr>
              <a:r>
                <a:rPr lang="en-US" sz="1600">
                  <a:solidFill>
                    <a:schemeClr val="bg1"/>
                  </a:solidFill>
                  <a:latin typeface="Aptos" panose="020B0004020202020204" pitchFamily="34" charset="0"/>
                </a:rPr>
                <a:t>Position Blend as an ongoing strategic partner supporting NCL’s enterprise AI/ML maturity roadmap from migration to full ML lifecycle management.</a:t>
              </a:r>
            </a:p>
            <a:p>
              <a:endParaRPr lang="en-GB" sz="1200" b="1">
                <a:solidFill>
                  <a:schemeClr val="bg2"/>
                </a:solidFill>
                <a:latin typeface="Montserrat" panose="00000500000000000000" pitchFamily="2" charset="0"/>
              </a:endParaRPr>
            </a:p>
          </p:txBody>
        </p:sp>
      </p:grpSp>
      <p:sp>
        <p:nvSpPr>
          <p:cNvPr id="16" name="Slide Number Placeholder 13">
            <a:extLst>
              <a:ext uri="{FF2B5EF4-FFF2-40B4-BE49-F238E27FC236}">
                <a16:creationId xmlns:a16="http://schemas.microsoft.com/office/drawing/2014/main" id="{DBDC3F32-2992-B9DE-0EF7-DA1C3C3DC710}"/>
              </a:ext>
            </a:extLst>
          </p:cNvPr>
          <p:cNvSpPr txBox="1">
            <a:spLocks/>
          </p:cNvSpPr>
          <p:nvPr/>
        </p:nvSpPr>
        <p:spPr>
          <a:xfrm>
            <a:off x="11429260" y="6411768"/>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a:solidFill>
                  <a:srgbClr val="F4F3F0"/>
                </a:solidFill>
                <a:latin typeface="Montserrat" panose="00000500000000000000" pitchFamily="2" charset="0"/>
              </a:rPr>
              <a:pPr/>
              <a:t>2</a:t>
            </a:fld>
            <a:endParaRPr lang="en-US" sz="800">
              <a:solidFill>
                <a:srgbClr val="F4F3F0"/>
              </a:solidFill>
              <a:latin typeface="Montserrat" panose="00000500000000000000" pitchFamily="2" charset="0"/>
            </a:endParaRPr>
          </a:p>
        </p:txBody>
      </p:sp>
      <p:sp>
        <p:nvSpPr>
          <p:cNvPr id="17" name="TextBox 16">
            <a:extLst>
              <a:ext uri="{FF2B5EF4-FFF2-40B4-BE49-F238E27FC236}">
                <a16:creationId xmlns:a16="http://schemas.microsoft.com/office/drawing/2014/main" id="{85D3F0EA-89E2-D5FE-1B8C-FD43E28A212E}"/>
              </a:ext>
            </a:extLst>
          </p:cNvPr>
          <p:cNvSpPr txBox="1"/>
          <p:nvPr/>
        </p:nvSpPr>
        <p:spPr>
          <a:xfrm>
            <a:off x="10413572" y="6506880"/>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anose="00000500000000000000" pitchFamily="2" charset="0"/>
              </a:rPr>
              <a:t>Private and Confidential</a:t>
            </a:r>
          </a:p>
        </p:txBody>
      </p:sp>
      <p:sp>
        <p:nvSpPr>
          <p:cNvPr id="52" name="“One of the best teams I've had the opportunity to work with- Their experience &amp; expertise has set them up as thought leaders.”…">
            <a:extLst>
              <a:ext uri="{FF2B5EF4-FFF2-40B4-BE49-F238E27FC236}">
                <a16:creationId xmlns:a16="http://schemas.microsoft.com/office/drawing/2014/main" id="{BE4F1A9A-C4DA-93AA-64AA-ED1FEDCA3BAF}"/>
              </a:ext>
            </a:extLst>
          </p:cNvPr>
          <p:cNvSpPr txBox="1"/>
          <p:nvPr/>
        </p:nvSpPr>
        <p:spPr>
          <a:xfrm>
            <a:off x="378343" y="1368934"/>
            <a:ext cx="5275967" cy="5233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397" tIns="25397" rIns="25397" bIns="25397" anchor="t">
            <a:spAutoFit/>
          </a:bodyPr>
          <a:lstStyle/>
          <a:p>
            <a:r>
              <a:rPr lang="en-US" sz="1400">
                <a:solidFill>
                  <a:schemeClr val="bg1"/>
                </a:solidFill>
                <a:latin typeface="Aptos" panose="020B0004020202020204" pitchFamily="34" charset="0"/>
              </a:rPr>
              <a:t>NCL has a portfolio of ~20 regression-type models primarily serving the marketing and sales domain. Modes are built and deployed mainly using R. A subset of models are deployed in Salesforce Einstein and others are running manually on VMs. </a:t>
            </a:r>
          </a:p>
          <a:p>
            <a:endParaRPr lang="en-US" sz="1400">
              <a:solidFill>
                <a:schemeClr val="bg1"/>
              </a:solidFill>
              <a:latin typeface="Aptos" panose="020B0004020202020204" pitchFamily="34" charset="0"/>
            </a:endParaRPr>
          </a:p>
          <a:p>
            <a:r>
              <a:rPr lang="en-US" sz="1400">
                <a:solidFill>
                  <a:schemeClr val="bg1"/>
                </a:solidFill>
                <a:latin typeface="Aptos" panose="020B0004020202020204" pitchFamily="34" charset="0"/>
              </a:rPr>
              <a:t>These models are not yet built for scalable production (e.g., CI/CD), and NCL is seeking to modernize and standardize their ML infrastructure within Snowflake. Model outputs (scoring tables) are batch-processed and stored in Snowflake, with downstream activation through internal tools like Tableau and Salesforce, and exploratory usage of </a:t>
            </a:r>
            <a:r>
              <a:rPr lang="en-US" sz="1400" err="1">
                <a:solidFill>
                  <a:schemeClr val="bg1"/>
                </a:solidFill>
                <a:latin typeface="Aptos" panose="020B0004020202020204" pitchFamily="34" charset="0"/>
              </a:rPr>
              <a:t>Streamlit</a:t>
            </a:r>
            <a:r>
              <a:rPr lang="en-US" sz="1400">
                <a:solidFill>
                  <a:schemeClr val="bg1"/>
                </a:solidFill>
                <a:latin typeface="Aptos" panose="020B0004020202020204" pitchFamily="34" charset="0"/>
              </a:rPr>
              <a:t>.</a:t>
            </a:r>
          </a:p>
          <a:p>
            <a:endParaRPr lang="en-US" sz="1400">
              <a:solidFill>
                <a:schemeClr val="bg1"/>
              </a:solidFill>
              <a:latin typeface="Aptos" panose="020B0004020202020204" pitchFamily="34" charset="0"/>
            </a:endParaRPr>
          </a:p>
          <a:p>
            <a:r>
              <a:rPr lang="en-US" sz="1400" b="1">
                <a:solidFill>
                  <a:schemeClr val="bg1"/>
                </a:solidFill>
                <a:latin typeface="Aptos" panose="020B0004020202020204" pitchFamily="34" charset="0"/>
              </a:rPr>
              <a:t>There’s also a desire to:</a:t>
            </a:r>
          </a:p>
          <a:p>
            <a:pPr marL="285750" indent="-285750">
              <a:buFont typeface="Arial" panose="020B0604020202020204" pitchFamily="34" charset="0"/>
              <a:buChar char="•"/>
            </a:pPr>
            <a:r>
              <a:rPr lang="en-US" sz="1400">
                <a:solidFill>
                  <a:schemeClr val="bg1"/>
                </a:solidFill>
                <a:latin typeface="Aptos" panose="020B0004020202020204" pitchFamily="34" charset="0"/>
              </a:rPr>
              <a:t>Ensure existing ML infrastructure is well prepared for future data science modernization. </a:t>
            </a:r>
          </a:p>
          <a:p>
            <a:pPr marL="285750" indent="-285750">
              <a:buFont typeface="Arial" panose="020B0604020202020204" pitchFamily="34" charset="0"/>
              <a:buChar char="•"/>
            </a:pPr>
            <a:r>
              <a:rPr lang="en-US" sz="1400">
                <a:solidFill>
                  <a:schemeClr val="bg1"/>
                </a:solidFill>
                <a:latin typeface="Aptos" panose="020B0004020202020204" pitchFamily="34" charset="0"/>
              </a:rPr>
              <a:t>Consolidate features into a shared, governed feature store within Snowflake.</a:t>
            </a:r>
          </a:p>
          <a:p>
            <a:pPr marL="285750" indent="-285750">
              <a:buFont typeface="Arial" panose="020B0604020202020204" pitchFamily="34" charset="0"/>
              <a:buChar char="•"/>
            </a:pPr>
            <a:r>
              <a:rPr lang="en-US" sz="1400">
                <a:solidFill>
                  <a:schemeClr val="bg1"/>
                </a:solidFill>
                <a:latin typeface="Aptos" panose="020B0004020202020204" pitchFamily="34" charset="0"/>
              </a:rPr>
              <a:t>Transition model development into a Git-based </a:t>
            </a:r>
            <a:r>
              <a:rPr lang="en-US" sz="1400" err="1">
                <a:solidFill>
                  <a:schemeClr val="bg1"/>
                </a:solidFill>
                <a:latin typeface="Aptos" panose="020B0004020202020204" pitchFamily="34" charset="0"/>
              </a:rPr>
              <a:t>MLOps</a:t>
            </a:r>
            <a:r>
              <a:rPr lang="en-US" sz="1400">
                <a:solidFill>
                  <a:schemeClr val="bg1"/>
                </a:solidFill>
                <a:latin typeface="Aptos" panose="020B0004020202020204" pitchFamily="34" charset="0"/>
              </a:rPr>
              <a:t> environment.</a:t>
            </a:r>
          </a:p>
          <a:p>
            <a:pPr marL="285750" indent="-285750">
              <a:buFont typeface="Arial" panose="020B0604020202020204" pitchFamily="34" charset="0"/>
              <a:buChar char="•"/>
            </a:pPr>
            <a:r>
              <a:rPr lang="en-US" sz="1400">
                <a:solidFill>
                  <a:schemeClr val="bg1"/>
                </a:solidFill>
                <a:latin typeface="Aptos" panose="020B0004020202020204" pitchFamily="34" charset="0"/>
              </a:rPr>
              <a:t>Define post-deployment success metrics (revenue impact, efficiency, test/control design).</a:t>
            </a:r>
          </a:p>
          <a:p>
            <a:pPr marL="285750" indent="-285750">
              <a:buFont typeface="Arial" panose="020B0604020202020204" pitchFamily="34" charset="0"/>
              <a:buChar char="•"/>
            </a:pPr>
            <a:r>
              <a:rPr lang="en-US" sz="1400">
                <a:solidFill>
                  <a:schemeClr val="bg1"/>
                </a:solidFill>
                <a:latin typeface="Aptos" panose="020B0004020202020204" pitchFamily="34" charset="0"/>
              </a:rPr>
              <a:t>Establish robust model testing, governance, and monitoring frameworks.</a:t>
            </a:r>
          </a:p>
          <a:p>
            <a:pPr lvl="0" defTabSz="228577">
              <a:lnSpc>
                <a:spcPct val="110000"/>
              </a:lnSpc>
              <a:spcAft>
                <a:spcPts val="300"/>
              </a:spcAft>
              <a:defRPr sz="2400" spc="12"/>
            </a:pPr>
            <a:endParaRPr lang="en-US" sz="1400" kern="0" spc="12">
              <a:solidFill>
                <a:schemeClr val="bg1"/>
              </a:solidFill>
              <a:latin typeface="Aptos" panose="020B0004020202020204" pitchFamily="34" charset="0"/>
            </a:endParaRPr>
          </a:p>
        </p:txBody>
      </p:sp>
      <p:sp>
        <p:nvSpPr>
          <p:cNvPr id="21" name="Title 2">
            <a:extLst>
              <a:ext uri="{FF2B5EF4-FFF2-40B4-BE49-F238E27FC236}">
                <a16:creationId xmlns:a16="http://schemas.microsoft.com/office/drawing/2014/main" id="{1A1D9C0F-820C-1FB3-6DA5-6713FA9B50E6}"/>
              </a:ext>
            </a:extLst>
          </p:cNvPr>
          <p:cNvSpPr txBox="1">
            <a:spLocks/>
          </p:cNvSpPr>
          <p:nvPr/>
        </p:nvSpPr>
        <p:spPr>
          <a:xfrm>
            <a:off x="6367615" y="511004"/>
            <a:ext cx="5585209" cy="553998"/>
          </a:xfrm>
          <a:prstGeom prst="rect">
            <a:avLst/>
          </a:prstGeom>
        </p:spPr>
        <p:txBody>
          <a:bodyPr vert="horz" wrap="square" lIns="0" tIns="0" rIns="0" bIns="0" rtlCol="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pPr algn="ctr"/>
            <a:r>
              <a:rPr lang="en-IN" b="1">
                <a:solidFill>
                  <a:schemeClr val="tx1"/>
                </a:solidFill>
                <a:latin typeface="+mj-lt"/>
              </a:rPr>
              <a:t>The Opportunity</a:t>
            </a:r>
          </a:p>
        </p:txBody>
      </p:sp>
    </p:spTree>
    <p:extLst>
      <p:ext uri="{BB962C8B-B14F-4D97-AF65-F5344CB8AC3E}">
        <p14:creationId xmlns:p14="http://schemas.microsoft.com/office/powerpoint/2010/main" val="2050036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rma libre 354">
            <a:extLst>
              <a:ext uri="{FF2B5EF4-FFF2-40B4-BE49-F238E27FC236}">
                <a16:creationId xmlns:a16="http://schemas.microsoft.com/office/drawing/2014/main" id="{D28DB6FB-623F-6302-28FE-3D2592B1052C}"/>
              </a:ext>
            </a:extLst>
          </p:cNvPr>
          <p:cNvSpPr/>
          <p:nvPr/>
        </p:nvSpPr>
        <p:spPr>
          <a:xfrm>
            <a:off x="794" y="336705"/>
            <a:ext cx="12192000" cy="793825"/>
          </a:xfrm>
          <a:custGeom>
            <a:avLst/>
            <a:gdLst>
              <a:gd name="connsiteX0" fmla="*/ 46 w 346890"/>
              <a:gd name="connsiteY0" fmla="*/ 46 h 79815"/>
              <a:gd name="connsiteX1" fmla="*/ 347520 w 346890"/>
              <a:gd name="connsiteY1" fmla="*/ 46 h 79815"/>
              <a:gd name="connsiteX2" fmla="*/ 347520 w 346890"/>
              <a:gd name="connsiteY2" fmla="*/ 79785 h 79815"/>
              <a:gd name="connsiteX3" fmla="*/ 46 w 346890"/>
              <a:gd name="connsiteY3" fmla="*/ 79785 h 79815"/>
            </a:gdLst>
            <a:ahLst/>
            <a:cxnLst>
              <a:cxn ang="0">
                <a:pos x="connsiteX0" y="connsiteY0"/>
              </a:cxn>
              <a:cxn ang="0">
                <a:pos x="connsiteX1" y="connsiteY1"/>
              </a:cxn>
              <a:cxn ang="0">
                <a:pos x="connsiteX2" y="connsiteY2"/>
              </a:cxn>
              <a:cxn ang="0">
                <a:pos x="connsiteX3" y="connsiteY3"/>
              </a:cxn>
            </a:cxnLst>
            <a:rect l="l" t="t" r="r" b="b"/>
            <a:pathLst>
              <a:path w="346890" h="79815">
                <a:moveTo>
                  <a:pt x="46" y="46"/>
                </a:moveTo>
                <a:lnTo>
                  <a:pt x="347520" y="46"/>
                </a:lnTo>
                <a:lnTo>
                  <a:pt x="347520" y="79785"/>
                </a:lnTo>
                <a:lnTo>
                  <a:pt x="46" y="79785"/>
                </a:lnTo>
                <a:close/>
              </a:path>
            </a:pathLst>
          </a:custGeom>
          <a:solidFill>
            <a:schemeClr val="bg2">
              <a:lumMod val="90000"/>
              <a:lumOff val="10000"/>
            </a:schemeClr>
          </a:solidFill>
          <a:ln w="767" cap="flat">
            <a:noFill/>
            <a:prstDash val="solid"/>
            <a:miter/>
          </a:ln>
        </p:spPr>
        <p:txBody>
          <a:bodyPr rtlCol="0" anchor="ctr"/>
          <a:lstStyle/>
          <a:p>
            <a:pPr defTabSz="457154"/>
            <a:endParaRPr lang="en-GB" sz="1400">
              <a:solidFill>
                <a:srgbClr val="000000"/>
              </a:solidFill>
              <a:latin typeface="Montserrat" panose="00000500000000000000" pitchFamily="2" charset="0"/>
            </a:endParaRPr>
          </a:p>
        </p:txBody>
      </p:sp>
      <p:sp>
        <p:nvSpPr>
          <p:cNvPr id="5" name="Chevron 1">
            <a:extLst>
              <a:ext uri="{FF2B5EF4-FFF2-40B4-BE49-F238E27FC236}">
                <a16:creationId xmlns:a16="http://schemas.microsoft.com/office/drawing/2014/main" id="{60D44BD1-CF4D-B7FF-597C-40D3E4B1EB39}"/>
              </a:ext>
            </a:extLst>
          </p:cNvPr>
          <p:cNvSpPr/>
          <p:nvPr/>
        </p:nvSpPr>
        <p:spPr>
          <a:xfrm>
            <a:off x="634861" y="2039650"/>
            <a:ext cx="6408774" cy="399860"/>
          </a:xfrm>
          <a:prstGeom prst="chevron">
            <a:avLst/>
          </a:prstGeom>
          <a:solidFill>
            <a:schemeClr val="bg2">
              <a:lumMod val="50000"/>
              <a:lumOff val="50000"/>
            </a:schemeClr>
          </a:solidFill>
          <a:ln w="12700" cap="flat" cmpd="sng" algn="ctr">
            <a:noFill/>
            <a:prstDash val="solid"/>
            <a:miter lim="800000"/>
          </a:ln>
          <a:effectLst/>
        </p:spPr>
        <p:txBody>
          <a:bodyPr lIns="0" tIns="0" rIns="0" bIns="0" rtlCol="0" anchor="ctr"/>
          <a:lstStyle/>
          <a:p>
            <a:pPr algn="ctr" defTabSz="914217">
              <a:defRPr/>
            </a:pPr>
            <a:r>
              <a:rPr lang="en-US" sz="1200" kern="0">
                <a:solidFill>
                  <a:srgbClr val="FFFFFF"/>
                </a:solidFill>
                <a:latin typeface="Montserrat Medium"/>
              </a:rPr>
              <a:t>What We Will Do</a:t>
            </a:r>
          </a:p>
        </p:txBody>
      </p:sp>
      <p:sp>
        <p:nvSpPr>
          <p:cNvPr id="6" name="“One of the best teams I've had the opportunity to work with- Their experience &amp; expertise has set them up as thought leaders.”…">
            <a:extLst>
              <a:ext uri="{FF2B5EF4-FFF2-40B4-BE49-F238E27FC236}">
                <a16:creationId xmlns:a16="http://schemas.microsoft.com/office/drawing/2014/main" id="{BC23F687-8647-9D1D-DE5E-2DDB7BAE4869}"/>
              </a:ext>
            </a:extLst>
          </p:cNvPr>
          <p:cNvSpPr txBox="1"/>
          <p:nvPr/>
        </p:nvSpPr>
        <p:spPr>
          <a:xfrm>
            <a:off x="542574" y="2573950"/>
            <a:ext cx="6223217" cy="3496406"/>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16000" tIns="25400" rIns="25400" bIns="25400" anchor="t">
            <a:spAutoFit/>
          </a:bodyPr>
          <a:lstStyle/>
          <a:p>
            <a:pPr marL="171450" indent="-171450" defTabSz="228600" hangingPunct="0">
              <a:lnSpc>
                <a:spcPct val="110000"/>
              </a:lnSpc>
              <a:spcAft>
                <a:spcPts val="600"/>
              </a:spcAft>
              <a:buFont typeface="Arial" panose="020B0604020202020204" pitchFamily="34" charset="0"/>
              <a:buChar char="•"/>
              <a:defRPr sz="2400" spc="12"/>
            </a:pPr>
            <a:r>
              <a:rPr lang="en-GB" sz="1050" b="1" spc="12">
                <a:solidFill>
                  <a:srgbClr val="414156"/>
                </a:solidFill>
                <a:latin typeface="Montserrat" panose="00000500000000000000" pitchFamily="2" charset="0"/>
              </a:rPr>
              <a:t>Infrastructure / Readiness Audit: </a:t>
            </a:r>
            <a:r>
              <a:rPr lang="en-US" sz="1050">
                <a:solidFill>
                  <a:schemeClr val="bg1"/>
                </a:solidFill>
                <a:latin typeface="Montserrat" panose="00000500000000000000" pitchFamily="2" charset="0"/>
              </a:rPr>
              <a:t>Initial discovery and review of technical systems and connections to identify any gaps or risks to model build/deploy. </a:t>
            </a:r>
            <a:endParaRPr lang="en-GB" sz="1050" b="1" spc="12">
              <a:solidFill>
                <a:srgbClr val="414156"/>
              </a:solidFill>
              <a:latin typeface="Montserrat" panose="00000500000000000000" pitchFamily="2" charset="0"/>
            </a:endParaRPr>
          </a:p>
          <a:p>
            <a:pPr marL="171450" indent="-171450" defTabSz="228600" hangingPunct="0">
              <a:lnSpc>
                <a:spcPct val="110000"/>
              </a:lnSpc>
              <a:spcAft>
                <a:spcPts val="600"/>
              </a:spcAft>
              <a:buFont typeface="Arial" panose="020B0604020202020204" pitchFamily="34" charset="0"/>
              <a:buChar char="•"/>
              <a:defRPr sz="2400" spc="12"/>
            </a:pPr>
            <a:r>
              <a:rPr lang="en-GB" sz="1050" b="1" spc="12">
                <a:solidFill>
                  <a:srgbClr val="414156"/>
                </a:solidFill>
                <a:latin typeface="Montserrat" panose="00000500000000000000" pitchFamily="2" charset="0"/>
              </a:rPr>
              <a:t>Model Migrations: </a:t>
            </a:r>
            <a:r>
              <a:rPr lang="en-US" sz="1050">
                <a:solidFill>
                  <a:schemeClr val="bg1"/>
                </a:solidFill>
                <a:latin typeface="Montserrat" panose="00000500000000000000" pitchFamily="2" charset="0"/>
              </a:rPr>
              <a:t>Convert high-value R models into production-grade pipelines using Snowflake ML and orchestrated CI/CD workflows.</a:t>
            </a:r>
            <a:endParaRPr lang="en-GB" sz="1050" spc="12">
              <a:solidFill>
                <a:schemeClr val="bg1"/>
              </a:solidFill>
              <a:latin typeface="Montserrat" panose="00000500000000000000" pitchFamily="2" charset="0"/>
            </a:endParaRPr>
          </a:p>
          <a:p>
            <a:pPr marL="171450" indent="-171450" defTabSz="228600" hangingPunct="0">
              <a:lnSpc>
                <a:spcPct val="110000"/>
              </a:lnSpc>
              <a:spcAft>
                <a:spcPts val="600"/>
              </a:spcAft>
              <a:buFont typeface="Arial" panose="020B0604020202020204" pitchFamily="34" charset="0"/>
              <a:buChar char="•"/>
              <a:defRPr sz="2400" spc="12"/>
            </a:pPr>
            <a:r>
              <a:rPr lang="en-GB" sz="1050" b="1" spc="12" err="1">
                <a:solidFill>
                  <a:srgbClr val="414156"/>
                </a:solidFill>
                <a:latin typeface="Montserrat" panose="00000500000000000000" pitchFamily="2" charset="0"/>
              </a:rPr>
              <a:t>MLOps</a:t>
            </a:r>
            <a:r>
              <a:rPr lang="en-GB" sz="1050" b="1" spc="12">
                <a:solidFill>
                  <a:srgbClr val="414156"/>
                </a:solidFill>
                <a:latin typeface="Montserrat" panose="00000500000000000000" pitchFamily="2" charset="0"/>
              </a:rPr>
              <a:t> Infrastructure</a:t>
            </a:r>
            <a:r>
              <a:rPr lang="en-GB" sz="1050" spc="12">
                <a:solidFill>
                  <a:srgbClr val="414156"/>
                </a:solidFill>
                <a:latin typeface="Montserrat" panose="00000500000000000000" pitchFamily="2" charset="0"/>
              </a:rPr>
              <a:t>: </a:t>
            </a:r>
            <a:r>
              <a:rPr lang="en-US" sz="1050">
                <a:solidFill>
                  <a:schemeClr val="bg1"/>
                </a:solidFill>
                <a:latin typeface="Montserrat" panose="00000500000000000000" pitchFamily="2" charset="0"/>
              </a:rPr>
              <a:t>Implement Git-driven workflows, automated retraining pipelines, and structured model release processes.</a:t>
            </a:r>
            <a:endParaRPr lang="en-GB" sz="1050" spc="12">
              <a:solidFill>
                <a:schemeClr val="bg1"/>
              </a:solidFill>
              <a:latin typeface="Montserrat" panose="00000500000000000000" pitchFamily="2" charset="0"/>
            </a:endParaRPr>
          </a:p>
          <a:p>
            <a:pPr marL="171450" indent="-171450" defTabSz="228600" hangingPunct="0">
              <a:lnSpc>
                <a:spcPct val="110000"/>
              </a:lnSpc>
              <a:spcAft>
                <a:spcPts val="600"/>
              </a:spcAft>
              <a:buFont typeface="Arial" panose="020B0604020202020204" pitchFamily="34" charset="0"/>
              <a:buChar char="•"/>
              <a:defRPr sz="2400" spc="12"/>
            </a:pPr>
            <a:r>
              <a:rPr lang="en-US" sz="1050" b="1" spc="12">
                <a:solidFill>
                  <a:srgbClr val="414156"/>
                </a:solidFill>
                <a:latin typeface="Montserrat" panose="00000500000000000000" pitchFamily="2" charset="0"/>
              </a:rPr>
              <a:t>Feature Store</a:t>
            </a:r>
            <a:r>
              <a:rPr lang="en-US" sz="1050" spc="12">
                <a:solidFill>
                  <a:schemeClr val="bg1"/>
                </a:solidFill>
                <a:latin typeface="Montserrat" panose="00000500000000000000" pitchFamily="2" charset="0"/>
              </a:rPr>
              <a:t>: </a:t>
            </a:r>
            <a:r>
              <a:rPr lang="en-US" sz="1050">
                <a:solidFill>
                  <a:schemeClr val="bg1"/>
                </a:solidFill>
                <a:latin typeface="Montserrat" panose="00000500000000000000" pitchFamily="2" charset="0"/>
              </a:rPr>
              <a:t>Design and implement a scalable Snowflake-native feature store with data science-led feature selection and engineering, and highly efficient production architecture.</a:t>
            </a:r>
            <a:endParaRPr lang="en-GB" sz="1050" spc="12">
              <a:solidFill>
                <a:schemeClr val="bg1"/>
              </a:solidFill>
              <a:latin typeface="Montserrat" panose="00000500000000000000" pitchFamily="2" charset="0"/>
            </a:endParaRPr>
          </a:p>
          <a:p>
            <a:pPr marL="171450" indent="-171450" defTabSz="228600" hangingPunct="0">
              <a:lnSpc>
                <a:spcPct val="110000"/>
              </a:lnSpc>
              <a:spcAft>
                <a:spcPts val="600"/>
              </a:spcAft>
              <a:buFont typeface="Arial" panose="020B0604020202020204" pitchFamily="34" charset="0"/>
              <a:buChar char="•"/>
              <a:defRPr sz="2400" spc="12"/>
            </a:pPr>
            <a:r>
              <a:rPr lang="en-GB" sz="1050" b="1" spc="12">
                <a:solidFill>
                  <a:srgbClr val="414156"/>
                </a:solidFill>
                <a:latin typeface="Montserrat" panose="00000500000000000000" pitchFamily="2" charset="0"/>
              </a:rPr>
              <a:t>Model Monitoring</a:t>
            </a:r>
            <a:r>
              <a:rPr lang="en-GB" sz="1050" spc="12">
                <a:solidFill>
                  <a:schemeClr val="bg1"/>
                </a:solidFill>
                <a:latin typeface="Montserrat" panose="00000500000000000000" pitchFamily="2" charset="0"/>
              </a:rPr>
              <a:t>: Implement monitoring functionality in </a:t>
            </a:r>
            <a:r>
              <a:rPr lang="en-GB" sz="1050" spc="12" err="1">
                <a:solidFill>
                  <a:schemeClr val="bg1"/>
                </a:solidFill>
                <a:latin typeface="Montserrat" panose="00000500000000000000" pitchFamily="2" charset="0"/>
              </a:rPr>
              <a:t>SnowflakeML</a:t>
            </a:r>
            <a:r>
              <a:rPr lang="en-GB" sz="1050" spc="12">
                <a:solidFill>
                  <a:schemeClr val="bg1"/>
                </a:solidFill>
                <a:latin typeface="Montserrat" panose="00000500000000000000" pitchFamily="2" charset="0"/>
              </a:rPr>
              <a:t> and c</a:t>
            </a:r>
            <a:r>
              <a:rPr lang="en-US" sz="1050" err="1">
                <a:solidFill>
                  <a:schemeClr val="bg1"/>
                </a:solidFill>
                <a:latin typeface="Montserrat" panose="00000500000000000000" pitchFamily="2" charset="0"/>
              </a:rPr>
              <a:t>reate</a:t>
            </a:r>
            <a:r>
              <a:rPr lang="en-US" sz="1050">
                <a:solidFill>
                  <a:schemeClr val="bg1"/>
                </a:solidFill>
                <a:latin typeface="Montserrat" panose="00000500000000000000" pitchFamily="2" charset="0"/>
              </a:rPr>
              <a:t> dashboards (Tableau/</a:t>
            </a:r>
            <a:r>
              <a:rPr lang="en-US" sz="1050" err="1">
                <a:solidFill>
                  <a:schemeClr val="bg1"/>
                </a:solidFill>
                <a:latin typeface="Montserrat" panose="00000500000000000000" pitchFamily="2" charset="0"/>
              </a:rPr>
              <a:t>Streamlit</a:t>
            </a:r>
            <a:r>
              <a:rPr lang="en-US" sz="1050">
                <a:solidFill>
                  <a:schemeClr val="bg1"/>
                </a:solidFill>
                <a:latin typeface="Montserrat" panose="00000500000000000000" pitchFamily="2" charset="0"/>
              </a:rPr>
              <a:t>) for model health, data drift, and performance over time.</a:t>
            </a:r>
            <a:endParaRPr lang="en-GB" sz="1050" spc="12">
              <a:solidFill>
                <a:schemeClr val="bg1"/>
              </a:solidFill>
              <a:latin typeface="Montserrat" panose="00000500000000000000" pitchFamily="2" charset="0"/>
            </a:endParaRPr>
          </a:p>
          <a:p>
            <a:pPr marL="171450" indent="-171450" defTabSz="228600" hangingPunct="0">
              <a:lnSpc>
                <a:spcPct val="110000"/>
              </a:lnSpc>
              <a:spcAft>
                <a:spcPts val="600"/>
              </a:spcAft>
              <a:buFont typeface="Arial" panose="020B0604020202020204" pitchFamily="34" charset="0"/>
              <a:buChar char="•"/>
              <a:defRPr sz="2400" spc="12"/>
            </a:pPr>
            <a:r>
              <a:rPr lang="en-GB" sz="1050" b="1" spc="12">
                <a:solidFill>
                  <a:srgbClr val="414156"/>
                </a:solidFill>
                <a:latin typeface="Montserrat" panose="00000500000000000000" pitchFamily="2" charset="0"/>
              </a:rPr>
              <a:t>Governance and Playbooks</a:t>
            </a:r>
            <a:r>
              <a:rPr lang="en-GB" sz="1050" spc="12">
                <a:solidFill>
                  <a:schemeClr val="bg1"/>
                </a:solidFill>
                <a:latin typeface="Montserrat" panose="00000500000000000000" pitchFamily="2" charset="0"/>
              </a:rPr>
              <a:t>: </a:t>
            </a:r>
            <a:r>
              <a:rPr lang="en-US" sz="1050">
                <a:solidFill>
                  <a:schemeClr val="bg1"/>
                </a:solidFill>
                <a:latin typeface="Montserrat" panose="00000500000000000000" pitchFamily="2" charset="0"/>
              </a:rPr>
              <a:t>Document best practices for model deployment, testing (including test vs. control), retraining schedules, and post-launch measurement of business impact.</a:t>
            </a:r>
            <a:endParaRPr lang="en-US" sz="1050" spc="12">
              <a:solidFill>
                <a:schemeClr val="bg1"/>
              </a:solidFill>
              <a:latin typeface="Montserrat" panose="00000500000000000000" pitchFamily="2" charset="0"/>
            </a:endParaRPr>
          </a:p>
          <a:p>
            <a:pPr marL="171450" indent="-171450" defTabSz="228600" hangingPunct="0">
              <a:lnSpc>
                <a:spcPct val="110000"/>
              </a:lnSpc>
              <a:spcAft>
                <a:spcPts val="600"/>
              </a:spcAft>
              <a:buFont typeface="Arial" panose="020B0604020202020204" pitchFamily="34" charset="0"/>
              <a:buChar char="•"/>
              <a:defRPr sz="2400" spc="12"/>
            </a:pPr>
            <a:endParaRPr lang="en-US" sz="1200" spc="12">
              <a:solidFill>
                <a:srgbClr val="414156"/>
              </a:solidFill>
              <a:latin typeface="Montserrat" panose="00000500000000000000" pitchFamily="2" charset="0"/>
            </a:endParaRPr>
          </a:p>
        </p:txBody>
      </p:sp>
      <p:sp>
        <p:nvSpPr>
          <p:cNvPr id="7" name="Chevron 1">
            <a:extLst>
              <a:ext uri="{FF2B5EF4-FFF2-40B4-BE49-F238E27FC236}">
                <a16:creationId xmlns:a16="http://schemas.microsoft.com/office/drawing/2014/main" id="{C4873A46-0C95-75C7-4BD6-382D54B33C85}"/>
              </a:ext>
            </a:extLst>
          </p:cNvPr>
          <p:cNvSpPr/>
          <p:nvPr/>
        </p:nvSpPr>
        <p:spPr>
          <a:xfrm>
            <a:off x="7220739" y="2039651"/>
            <a:ext cx="4181621" cy="399860"/>
          </a:xfrm>
          <a:prstGeom prst="chevron">
            <a:avLst/>
          </a:prstGeom>
          <a:solidFill>
            <a:schemeClr val="bg2">
              <a:lumMod val="75000"/>
              <a:lumOff val="25000"/>
            </a:schemeClr>
          </a:solidFill>
          <a:ln w="12700" cap="flat" cmpd="sng" algn="ctr">
            <a:noFill/>
            <a:prstDash val="solid"/>
            <a:miter lim="800000"/>
          </a:ln>
          <a:effectLst/>
        </p:spPr>
        <p:txBody>
          <a:bodyPr rtlCol="0" anchor="ctr"/>
          <a:lstStyle/>
          <a:p>
            <a:pPr algn="ctr" defTabSz="914217"/>
            <a:r>
              <a:rPr lang="en-US" sz="1200">
                <a:solidFill>
                  <a:srgbClr val="FFFFFF"/>
                </a:solidFill>
                <a:latin typeface="Montserrat Medium"/>
              </a:rPr>
              <a:t>Key Deliverables</a:t>
            </a:r>
          </a:p>
        </p:txBody>
      </p:sp>
      <p:graphicFrame>
        <p:nvGraphicFramePr>
          <p:cNvPr id="42" name="Diagram 41">
            <a:extLst>
              <a:ext uri="{FF2B5EF4-FFF2-40B4-BE49-F238E27FC236}">
                <a16:creationId xmlns:a16="http://schemas.microsoft.com/office/drawing/2014/main" id="{1AB0F520-08F9-8F5F-3580-5EE5D68E5309}"/>
              </a:ext>
            </a:extLst>
          </p:cNvPr>
          <p:cNvGraphicFramePr/>
          <p:nvPr>
            <p:extLst>
              <p:ext uri="{D42A27DB-BD31-4B8C-83A1-F6EECF244321}">
                <p14:modId xmlns:p14="http://schemas.microsoft.com/office/powerpoint/2010/main" val="2045820330"/>
              </p:ext>
            </p:extLst>
          </p:nvPr>
        </p:nvGraphicFramePr>
        <p:xfrm>
          <a:off x="7817438" y="2579613"/>
          <a:ext cx="2999579" cy="29995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6C48A71A-D3AA-8F48-99F1-C24871838511}"/>
              </a:ext>
            </a:extLst>
          </p:cNvPr>
          <p:cNvCxnSpPr>
            <a:cxnSpLocks/>
          </p:cNvCxnSpPr>
          <p:nvPr/>
        </p:nvCxnSpPr>
        <p:spPr>
          <a:xfrm flipH="1">
            <a:off x="654079" y="5866177"/>
            <a:ext cx="10658904" cy="0"/>
          </a:xfrm>
          <a:prstGeom prst="line">
            <a:avLst/>
          </a:prstGeom>
          <a:noFill/>
          <a:ln w="57150" cap="flat">
            <a:solidFill>
              <a:srgbClr val="000000">
                <a:lumMod val="20000"/>
                <a:lumOff val="80000"/>
              </a:srgbClr>
            </a:solidFill>
            <a:prstDash val="solid"/>
            <a:round/>
          </a:ln>
          <a:effectLst/>
          <a:sp3d/>
        </p:spPr>
      </p:cxnSp>
      <p:sp>
        <p:nvSpPr>
          <p:cNvPr id="13" name="“One of the best teams I've had the opportunity to work with- Their experience &amp; expertise has set them up as thought leaders.”…">
            <a:extLst>
              <a:ext uri="{FF2B5EF4-FFF2-40B4-BE49-F238E27FC236}">
                <a16:creationId xmlns:a16="http://schemas.microsoft.com/office/drawing/2014/main" id="{AB6645A4-A89E-788D-63D1-B0A0535C3B37}"/>
              </a:ext>
            </a:extLst>
          </p:cNvPr>
          <p:cNvSpPr txBox="1"/>
          <p:nvPr/>
        </p:nvSpPr>
        <p:spPr>
          <a:xfrm>
            <a:off x="4968476" y="6036067"/>
            <a:ext cx="2514290" cy="411972"/>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nchor="t">
            <a:spAutoFit/>
          </a:bodyPr>
          <a:lstStyle/>
          <a:p>
            <a:pPr defTabSz="228600" hangingPunct="0">
              <a:lnSpc>
                <a:spcPct val="110000"/>
              </a:lnSpc>
              <a:spcAft>
                <a:spcPts val="600"/>
              </a:spcAft>
              <a:defRPr sz="2400" spc="12"/>
            </a:pPr>
            <a:r>
              <a:rPr lang="en-GB" sz="1100" kern="0" spc="12">
                <a:solidFill>
                  <a:srgbClr val="000000"/>
                </a:solidFill>
                <a:latin typeface="+mj-lt"/>
                <a:sym typeface="Montserrat Regular"/>
              </a:rPr>
              <a:t>Scalable Feature Store to serve Enterprise Data Science</a:t>
            </a:r>
          </a:p>
        </p:txBody>
      </p:sp>
      <p:sp>
        <p:nvSpPr>
          <p:cNvPr id="14" name="“One of the best teams I've had the opportunity to work with- Their experience &amp; expertise has set them up as thought leaders.”…">
            <a:extLst>
              <a:ext uri="{FF2B5EF4-FFF2-40B4-BE49-F238E27FC236}">
                <a16:creationId xmlns:a16="http://schemas.microsoft.com/office/drawing/2014/main" id="{79A17E51-B268-3E9C-6C3B-2F49F56F7644}"/>
              </a:ext>
            </a:extLst>
          </p:cNvPr>
          <p:cNvSpPr txBox="1"/>
          <p:nvPr/>
        </p:nvSpPr>
        <p:spPr>
          <a:xfrm>
            <a:off x="2187911" y="6032837"/>
            <a:ext cx="2377183" cy="411972"/>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nchor="t">
            <a:spAutoFit/>
          </a:bodyPr>
          <a:lstStyle/>
          <a:p>
            <a:pPr defTabSz="228600" hangingPunct="0">
              <a:lnSpc>
                <a:spcPct val="110000"/>
              </a:lnSpc>
              <a:spcAft>
                <a:spcPts val="600"/>
              </a:spcAft>
              <a:defRPr sz="2400" spc="12"/>
            </a:pPr>
            <a:r>
              <a:rPr lang="en-GB" sz="1100" kern="0" spc="12">
                <a:solidFill>
                  <a:srgbClr val="000000"/>
                </a:solidFill>
                <a:latin typeface="+mj-lt"/>
                <a:sym typeface="Montserrat Regular"/>
              </a:rPr>
              <a:t>Modern ML Production Framework in Snowflake</a:t>
            </a:r>
            <a:endParaRPr lang="en-US" sz="1100" kern="0" spc="12">
              <a:solidFill>
                <a:srgbClr val="000000"/>
              </a:solidFill>
              <a:latin typeface="+mj-lt"/>
              <a:sym typeface="Montserrat Regular"/>
            </a:endParaRPr>
          </a:p>
        </p:txBody>
      </p:sp>
      <p:pic>
        <p:nvPicPr>
          <p:cNvPr id="15" name="Graphic 14">
            <a:extLst>
              <a:ext uri="{FF2B5EF4-FFF2-40B4-BE49-F238E27FC236}">
                <a16:creationId xmlns:a16="http://schemas.microsoft.com/office/drawing/2014/main" id="{42709B4E-000C-289C-12EF-22C2FDB494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20329" y="5986218"/>
            <a:ext cx="524918" cy="524918"/>
          </a:xfrm>
          <a:prstGeom prst="rect">
            <a:avLst/>
          </a:prstGeom>
        </p:spPr>
      </p:pic>
      <p:grpSp>
        <p:nvGrpSpPr>
          <p:cNvPr id="16" name="Group 15">
            <a:extLst>
              <a:ext uri="{FF2B5EF4-FFF2-40B4-BE49-F238E27FC236}">
                <a16:creationId xmlns:a16="http://schemas.microsoft.com/office/drawing/2014/main" id="{7B1BE0A3-6B04-3C6E-14D7-002EDF79D750}"/>
              </a:ext>
            </a:extLst>
          </p:cNvPr>
          <p:cNvGrpSpPr/>
          <p:nvPr/>
        </p:nvGrpSpPr>
        <p:grpSpPr>
          <a:xfrm>
            <a:off x="1743898" y="5976477"/>
            <a:ext cx="529477" cy="678588"/>
            <a:chOff x="9490107" y="5234546"/>
            <a:chExt cx="879583" cy="1127294"/>
          </a:xfrm>
          <a:solidFill>
            <a:srgbClr val="399BF4"/>
          </a:solidFill>
        </p:grpSpPr>
        <p:pic>
          <p:nvPicPr>
            <p:cNvPr id="17" name="Graphic 16">
              <a:extLst>
                <a:ext uri="{FF2B5EF4-FFF2-40B4-BE49-F238E27FC236}">
                  <a16:creationId xmlns:a16="http://schemas.microsoft.com/office/drawing/2014/main" id="{57F1FC36-FBE4-092E-3BC3-F8F0419CFA8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490107" y="5643107"/>
              <a:ext cx="718733" cy="718733"/>
            </a:xfrm>
            <a:prstGeom prst="rect">
              <a:avLst/>
            </a:prstGeom>
          </p:spPr>
        </p:pic>
        <p:grpSp>
          <p:nvGrpSpPr>
            <p:cNvPr id="18" name="Group 17">
              <a:extLst>
                <a:ext uri="{FF2B5EF4-FFF2-40B4-BE49-F238E27FC236}">
                  <a16:creationId xmlns:a16="http://schemas.microsoft.com/office/drawing/2014/main" id="{ACF1E821-BC17-35F5-B8D1-E0888ED7BBC2}"/>
                </a:ext>
              </a:extLst>
            </p:cNvPr>
            <p:cNvGrpSpPr/>
            <p:nvPr/>
          </p:nvGrpSpPr>
          <p:grpSpPr>
            <a:xfrm>
              <a:off x="9497681" y="5234546"/>
              <a:ext cx="872009" cy="872009"/>
              <a:chOff x="9596105" y="5205477"/>
              <a:chExt cx="718733" cy="718733"/>
            </a:xfrm>
            <a:grpFill/>
          </p:grpSpPr>
          <p:pic>
            <p:nvPicPr>
              <p:cNvPr id="19" name="Graphic 18">
                <a:extLst>
                  <a:ext uri="{FF2B5EF4-FFF2-40B4-BE49-F238E27FC236}">
                    <a16:creationId xmlns:a16="http://schemas.microsoft.com/office/drawing/2014/main" id="{D922201C-8E80-D53F-538B-F22BA39CAD6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782456" y="5417207"/>
                <a:ext cx="346031" cy="346031"/>
              </a:xfrm>
              <a:prstGeom prst="rect">
                <a:avLst/>
              </a:prstGeom>
            </p:spPr>
          </p:pic>
          <p:pic>
            <p:nvPicPr>
              <p:cNvPr id="20" name="Graphic 19">
                <a:extLst>
                  <a:ext uri="{FF2B5EF4-FFF2-40B4-BE49-F238E27FC236}">
                    <a16:creationId xmlns:a16="http://schemas.microsoft.com/office/drawing/2014/main" id="{E5AE49B2-C236-F75F-6FC6-56BB55EECAF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96105" y="5205477"/>
                <a:ext cx="718733" cy="718733"/>
              </a:xfrm>
              <a:prstGeom prst="rect">
                <a:avLst/>
              </a:prstGeom>
            </p:spPr>
          </p:pic>
        </p:grpSp>
      </p:grpSp>
      <p:sp>
        <p:nvSpPr>
          <p:cNvPr id="21" name="Title 1">
            <a:extLst>
              <a:ext uri="{FF2B5EF4-FFF2-40B4-BE49-F238E27FC236}">
                <a16:creationId xmlns:a16="http://schemas.microsoft.com/office/drawing/2014/main" id="{DA6DCE3D-6A66-1096-DBC4-8575BDCD4C51}"/>
              </a:ext>
            </a:extLst>
          </p:cNvPr>
          <p:cNvSpPr>
            <a:spLocks noGrp="1"/>
          </p:cNvSpPr>
          <p:nvPr>
            <p:ph type="title"/>
          </p:nvPr>
        </p:nvSpPr>
        <p:spPr>
          <a:xfrm>
            <a:off x="571260" y="500455"/>
            <a:ext cx="10870828" cy="430887"/>
          </a:xfrm>
        </p:spPr>
        <p:txBody>
          <a:bodyPr/>
          <a:lstStyle/>
          <a:p>
            <a:r>
              <a:rPr lang="en-GB" sz="2800" b="1">
                <a:solidFill>
                  <a:schemeClr val="accent2"/>
                </a:solidFill>
              </a:rPr>
              <a:t>Our Approach: </a:t>
            </a:r>
            <a:r>
              <a:rPr lang="en-GB" sz="2800">
                <a:solidFill>
                  <a:schemeClr val="accent2"/>
                </a:solidFill>
              </a:rPr>
              <a:t>Retainer-Based Pod</a:t>
            </a:r>
            <a:endParaRPr lang="en-GB" sz="2800">
              <a:solidFill>
                <a:schemeClr val="tx1"/>
              </a:solidFill>
            </a:endParaRPr>
          </a:p>
        </p:txBody>
      </p:sp>
      <p:sp>
        <p:nvSpPr>
          <p:cNvPr id="22" name="“One of the best teams I've had the opportunity to work with- Their experience &amp; expertise has set them up as thought leaders.”…">
            <a:extLst>
              <a:ext uri="{FF2B5EF4-FFF2-40B4-BE49-F238E27FC236}">
                <a16:creationId xmlns:a16="http://schemas.microsoft.com/office/drawing/2014/main" id="{79B304C7-1735-1481-DE90-3D794F1D41E5}"/>
              </a:ext>
            </a:extLst>
          </p:cNvPr>
          <p:cNvSpPr txBox="1"/>
          <p:nvPr/>
        </p:nvSpPr>
        <p:spPr>
          <a:xfrm>
            <a:off x="8449656" y="6025641"/>
            <a:ext cx="2014830" cy="411972"/>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nchor="t">
            <a:spAutoFit/>
          </a:bodyPr>
          <a:lstStyle/>
          <a:p>
            <a:pPr defTabSz="228600" hangingPunct="0">
              <a:lnSpc>
                <a:spcPct val="110000"/>
              </a:lnSpc>
              <a:spcAft>
                <a:spcPts val="600"/>
              </a:spcAft>
              <a:defRPr sz="2400" spc="12"/>
            </a:pPr>
            <a:r>
              <a:rPr lang="en-GB" sz="1100" kern="0" spc="12">
                <a:solidFill>
                  <a:srgbClr val="000000"/>
                </a:solidFill>
                <a:latin typeface="+mj-lt"/>
                <a:sym typeface="Montserrat Regular"/>
              </a:rPr>
              <a:t>End-to-End </a:t>
            </a:r>
            <a:r>
              <a:rPr lang="en-GB" sz="1100" kern="0" spc="12" err="1">
                <a:solidFill>
                  <a:srgbClr val="000000"/>
                </a:solidFill>
                <a:latin typeface="+mj-lt"/>
                <a:sym typeface="Montserrat Regular"/>
              </a:rPr>
              <a:t>MLOps</a:t>
            </a:r>
            <a:r>
              <a:rPr lang="en-GB" sz="1100" kern="0" spc="12">
                <a:solidFill>
                  <a:srgbClr val="000000"/>
                </a:solidFill>
                <a:latin typeface="+mj-lt"/>
                <a:sym typeface="Montserrat Regular"/>
              </a:rPr>
              <a:t> and Governance Frameworks</a:t>
            </a:r>
          </a:p>
        </p:txBody>
      </p:sp>
      <p:grpSp>
        <p:nvGrpSpPr>
          <p:cNvPr id="23" name="Graphic 159">
            <a:extLst>
              <a:ext uri="{FF2B5EF4-FFF2-40B4-BE49-F238E27FC236}">
                <a16:creationId xmlns:a16="http://schemas.microsoft.com/office/drawing/2014/main" id="{9A5F85BD-EABC-0478-656E-F6250FF2DB21}"/>
              </a:ext>
            </a:extLst>
          </p:cNvPr>
          <p:cNvGrpSpPr>
            <a:grpSpLocks noChangeAspect="1"/>
          </p:cNvGrpSpPr>
          <p:nvPr/>
        </p:nvGrpSpPr>
        <p:grpSpPr>
          <a:xfrm>
            <a:off x="7886148" y="5987762"/>
            <a:ext cx="517702" cy="521832"/>
            <a:chOff x="4519977" y="3153873"/>
            <a:chExt cx="706205" cy="711841"/>
          </a:xfrm>
          <a:solidFill>
            <a:srgbClr val="07467F"/>
          </a:solidFill>
        </p:grpSpPr>
        <p:sp>
          <p:nvSpPr>
            <p:cNvPr id="24" name="Freeform 7">
              <a:extLst>
                <a:ext uri="{FF2B5EF4-FFF2-40B4-BE49-F238E27FC236}">
                  <a16:creationId xmlns:a16="http://schemas.microsoft.com/office/drawing/2014/main" id="{5D06CBF6-7D71-99D4-D507-D92A6963A32C}"/>
                </a:ext>
              </a:extLst>
            </p:cNvPr>
            <p:cNvSpPr/>
            <p:nvPr/>
          </p:nvSpPr>
          <p:spPr>
            <a:xfrm>
              <a:off x="4557468" y="3249684"/>
              <a:ext cx="635388" cy="463125"/>
            </a:xfrm>
            <a:custGeom>
              <a:avLst/>
              <a:gdLst>
                <a:gd name="connsiteX0" fmla="*/ 554035 w 635388"/>
                <a:gd name="connsiteY0" fmla="*/ 463126 h 463125"/>
                <a:gd name="connsiteX1" fmla="*/ 81353 w 635388"/>
                <a:gd name="connsiteY1" fmla="*/ 463126 h 463125"/>
                <a:gd name="connsiteX2" fmla="*/ 0 w 635388"/>
                <a:gd name="connsiteY2" fmla="*/ 381037 h 463125"/>
                <a:gd name="connsiteX3" fmla="*/ 0 w 635388"/>
                <a:gd name="connsiteY3" fmla="*/ 23279 h 463125"/>
                <a:gd name="connsiteX4" fmla="*/ 23279 w 635388"/>
                <a:gd name="connsiteY4" fmla="*/ 0 h 463125"/>
                <a:gd name="connsiteX5" fmla="*/ 46558 w 635388"/>
                <a:gd name="connsiteY5" fmla="*/ 23279 h 463125"/>
                <a:gd name="connsiteX6" fmla="*/ 46558 w 635388"/>
                <a:gd name="connsiteY6" fmla="*/ 381037 h 463125"/>
                <a:gd name="connsiteX7" fmla="*/ 81353 w 635388"/>
                <a:gd name="connsiteY7" fmla="*/ 416568 h 463125"/>
                <a:gd name="connsiteX8" fmla="*/ 554035 w 635388"/>
                <a:gd name="connsiteY8" fmla="*/ 416568 h 463125"/>
                <a:gd name="connsiteX9" fmla="*/ 588831 w 635388"/>
                <a:gd name="connsiteY9" fmla="*/ 381037 h 463125"/>
                <a:gd name="connsiteX10" fmla="*/ 588831 w 635388"/>
                <a:gd name="connsiteY10" fmla="*/ 23279 h 463125"/>
                <a:gd name="connsiteX11" fmla="*/ 612110 w 635388"/>
                <a:gd name="connsiteY11" fmla="*/ 0 h 463125"/>
                <a:gd name="connsiteX12" fmla="*/ 635389 w 635388"/>
                <a:gd name="connsiteY12" fmla="*/ 23279 h 463125"/>
                <a:gd name="connsiteX13" fmla="*/ 635389 w 635388"/>
                <a:gd name="connsiteY13" fmla="*/ 381037 h 463125"/>
                <a:gd name="connsiteX14" fmla="*/ 554035 w 635388"/>
                <a:gd name="connsiteY14" fmla="*/ 463126 h 46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5388" h="463125">
                  <a:moveTo>
                    <a:pt x="554035" y="463126"/>
                  </a:moveTo>
                  <a:lnTo>
                    <a:pt x="81353" y="463126"/>
                  </a:lnTo>
                  <a:cubicBezTo>
                    <a:pt x="36511" y="463126"/>
                    <a:pt x="0" y="426370"/>
                    <a:pt x="0" y="381037"/>
                  </a:cubicBezTo>
                  <a:lnTo>
                    <a:pt x="0" y="23279"/>
                  </a:lnTo>
                  <a:cubicBezTo>
                    <a:pt x="0" y="10537"/>
                    <a:pt x="10537" y="0"/>
                    <a:pt x="23279" y="0"/>
                  </a:cubicBezTo>
                  <a:cubicBezTo>
                    <a:pt x="36021" y="0"/>
                    <a:pt x="46558" y="10537"/>
                    <a:pt x="46558" y="23279"/>
                  </a:cubicBezTo>
                  <a:lnTo>
                    <a:pt x="46558" y="381037"/>
                  </a:lnTo>
                  <a:cubicBezTo>
                    <a:pt x="46558" y="400640"/>
                    <a:pt x="62240" y="416568"/>
                    <a:pt x="81353" y="416568"/>
                  </a:cubicBezTo>
                  <a:lnTo>
                    <a:pt x="554035" y="416568"/>
                  </a:lnTo>
                  <a:cubicBezTo>
                    <a:pt x="573149" y="416568"/>
                    <a:pt x="588831" y="400640"/>
                    <a:pt x="588831" y="381037"/>
                  </a:cubicBezTo>
                  <a:lnTo>
                    <a:pt x="588831" y="23279"/>
                  </a:lnTo>
                  <a:cubicBezTo>
                    <a:pt x="588831" y="10537"/>
                    <a:pt x="599368" y="0"/>
                    <a:pt x="612110" y="0"/>
                  </a:cubicBezTo>
                  <a:cubicBezTo>
                    <a:pt x="624852" y="0"/>
                    <a:pt x="635389" y="10537"/>
                    <a:pt x="635389" y="23279"/>
                  </a:cubicBezTo>
                  <a:lnTo>
                    <a:pt x="635389" y="381037"/>
                  </a:lnTo>
                  <a:cubicBezTo>
                    <a:pt x="635389" y="426370"/>
                    <a:pt x="598878" y="463126"/>
                    <a:pt x="554035" y="463126"/>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25" name="Freeform 8">
              <a:extLst>
                <a:ext uri="{FF2B5EF4-FFF2-40B4-BE49-F238E27FC236}">
                  <a16:creationId xmlns:a16="http://schemas.microsoft.com/office/drawing/2014/main" id="{EBAB1711-9843-3044-D7B7-74BE3B4E62E5}"/>
                </a:ext>
              </a:extLst>
            </p:cNvPr>
            <p:cNvSpPr/>
            <p:nvPr/>
          </p:nvSpPr>
          <p:spPr>
            <a:xfrm>
              <a:off x="4519977" y="3189159"/>
              <a:ext cx="706205" cy="106837"/>
            </a:xfrm>
            <a:custGeom>
              <a:avLst/>
              <a:gdLst>
                <a:gd name="connsiteX0" fmla="*/ 682927 w 706205"/>
                <a:gd name="connsiteY0" fmla="*/ 106837 h 106837"/>
                <a:gd name="connsiteX1" fmla="*/ 23279 w 706205"/>
                <a:gd name="connsiteY1" fmla="*/ 106837 h 106837"/>
                <a:gd name="connsiteX2" fmla="*/ 0 w 706205"/>
                <a:gd name="connsiteY2" fmla="*/ 83559 h 106837"/>
                <a:gd name="connsiteX3" fmla="*/ 0 w 706205"/>
                <a:gd name="connsiteY3" fmla="*/ 23279 h 106837"/>
                <a:gd name="connsiteX4" fmla="*/ 23279 w 706205"/>
                <a:gd name="connsiteY4" fmla="*/ 0 h 106837"/>
                <a:gd name="connsiteX5" fmla="*/ 682927 w 706205"/>
                <a:gd name="connsiteY5" fmla="*/ 0 h 106837"/>
                <a:gd name="connsiteX6" fmla="*/ 706205 w 706205"/>
                <a:gd name="connsiteY6" fmla="*/ 23279 h 106837"/>
                <a:gd name="connsiteX7" fmla="*/ 706205 w 706205"/>
                <a:gd name="connsiteY7" fmla="*/ 83559 h 106837"/>
                <a:gd name="connsiteX8" fmla="*/ 682927 w 706205"/>
                <a:gd name="connsiteY8" fmla="*/ 106837 h 106837"/>
                <a:gd name="connsiteX9" fmla="*/ 46558 w 706205"/>
                <a:gd name="connsiteY9" fmla="*/ 60280 h 106837"/>
                <a:gd name="connsiteX10" fmla="*/ 659648 w 706205"/>
                <a:gd name="connsiteY10" fmla="*/ 60280 h 106837"/>
                <a:gd name="connsiteX11" fmla="*/ 659648 w 706205"/>
                <a:gd name="connsiteY11" fmla="*/ 46558 h 106837"/>
                <a:gd name="connsiteX12" fmla="*/ 46558 w 706205"/>
                <a:gd name="connsiteY12" fmla="*/ 46558 h 106837"/>
                <a:gd name="connsiteX13" fmla="*/ 46558 w 706205"/>
                <a:gd name="connsiteY13" fmla="*/ 60280 h 106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6205" h="106837">
                  <a:moveTo>
                    <a:pt x="682927" y="106837"/>
                  </a:moveTo>
                  <a:lnTo>
                    <a:pt x="23279" y="106837"/>
                  </a:lnTo>
                  <a:cubicBezTo>
                    <a:pt x="10537" y="106837"/>
                    <a:pt x="0" y="96301"/>
                    <a:pt x="0" y="83559"/>
                  </a:cubicBezTo>
                  <a:lnTo>
                    <a:pt x="0" y="23279"/>
                  </a:lnTo>
                  <a:cubicBezTo>
                    <a:pt x="0" y="10537"/>
                    <a:pt x="10537" y="0"/>
                    <a:pt x="23279" y="0"/>
                  </a:cubicBezTo>
                  <a:lnTo>
                    <a:pt x="682927" y="0"/>
                  </a:lnTo>
                  <a:cubicBezTo>
                    <a:pt x="695669" y="0"/>
                    <a:pt x="706205" y="10537"/>
                    <a:pt x="706205" y="23279"/>
                  </a:cubicBezTo>
                  <a:lnTo>
                    <a:pt x="706205" y="83559"/>
                  </a:lnTo>
                  <a:cubicBezTo>
                    <a:pt x="706205" y="96301"/>
                    <a:pt x="695669" y="106837"/>
                    <a:pt x="682927" y="106837"/>
                  </a:cubicBezTo>
                  <a:close/>
                  <a:moveTo>
                    <a:pt x="46558" y="60280"/>
                  </a:moveTo>
                  <a:lnTo>
                    <a:pt x="659648" y="60280"/>
                  </a:lnTo>
                  <a:lnTo>
                    <a:pt x="659648" y="46558"/>
                  </a:lnTo>
                  <a:lnTo>
                    <a:pt x="46558" y="46558"/>
                  </a:lnTo>
                  <a:lnTo>
                    <a:pt x="46558" y="60280"/>
                  </a:ln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26" name="Freeform 9">
              <a:extLst>
                <a:ext uri="{FF2B5EF4-FFF2-40B4-BE49-F238E27FC236}">
                  <a16:creationId xmlns:a16="http://schemas.microsoft.com/office/drawing/2014/main" id="{8EF02B58-0CEF-1A86-782E-E7BBE8380BBC}"/>
                </a:ext>
              </a:extLst>
            </p:cNvPr>
            <p:cNvSpPr/>
            <p:nvPr/>
          </p:nvSpPr>
          <p:spPr>
            <a:xfrm>
              <a:off x="4851761" y="3666007"/>
              <a:ext cx="46557" cy="199707"/>
            </a:xfrm>
            <a:custGeom>
              <a:avLst/>
              <a:gdLst>
                <a:gd name="connsiteX0" fmla="*/ 23279 w 46557"/>
                <a:gd name="connsiteY0" fmla="*/ 199708 h 199707"/>
                <a:gd name="connsiteX1" fmla="*/ 0 w 46557"/>
                <a:gd name="connsiteY1" fmla="*/ 176429 h 199707"/>
                <a:gd name="connsiteX2" fmla="*/ 0 w 46557"/>
                <a:gd name="connsiteY2" fmla="*/ 23279 h 199707"/>
                <a:gd name="connsiteX3" fmla="*/ 23279 w 46557"/>
                <a:gd name="connsiteY3" fmla="*/ 0 h 199707"/>
                <a:gd name="connsiteX4" fmla="*/ 46558 w 46557"/>
                <a:gd name="connsiteY4" fmla="*/ 23279 h 199707"/>
                <a:gd name="connsiteX5" fmla="*/ 46558 w 46557"/>
                <a:gd name="connsiteY5" fmla="*/ 176429 h 199707"/>
                <a:gd name="connsiteX6" fmla="*/ 23279 w 46557"/>
                <a:gd name="connsiteY6" fmla="*/ 199708 h 199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57" h="199707">
                  <a:moveTo>
                    <a:pt x="23279" y="199708"/>
                  </a:moveTo>
                  <a:cubicBezTo>
                    <a:pt x="10537" y="199708"/>
                    <a:pt x="0" y="189171"/>
                    <a:pt x="0" y="176429"/>
                  </a:cubicBezTo>
                  <a:lnTo>
                    <a:pt x="0" y="23279"/>
                  </a:lnTo>
                  <a:cubicBezTo>
                    <a:pt x="0" y="10537"/>
                    <a:pt x="10537" y="0"/>
                    <a:pt x="23279" y="0"/>
                  </a:cubicBezTo>
                  <a:cubicBezTo>
                    <a:pt x="36021" y="0"/>
                    <a:pt x="46558" y="10537"/>
                    <a:pt x="46558" y="23279"/>
                  </a:cubicBezTo>
                  <a:lnTo>
                    <a:pt x="46558" y="176429"/>
                  </a:lnTo>
                  <a:cubicBezTo>
                    <a:pt x="46558" y="189171"/>
                    <a:pt x="36021" y="199708"/>
                    <a:pt x="23279" y="199708"/>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27" name="Freeform 10">
              <a:extLst>
                <a:ext uri="{FF2B5EF4-FFF2-40B4-BE49-F238E27FC236}">
                  <a16:creationId xmlns:a16="http://schemas.microsoft.com/office/drawing/2014/main" id="{7838C55B-4015-DA75-3B0E-E479C414079E}"/>
                </a:ext>
              </a:extLst>
            </p:cNvPr>
            <p:cNvSpPr/>
            <p:nvPr/>
          </p:nvSpPr>
          <p:spPr>
            <a:xfrm>
              <a:off x="4994956" y="3357593"/>
              <a:ext cx="104449" cy="104295"/>
            </a:xfrm>
            <a:custGeom>
              <a:avLst/>
              <a:gdLst>
                <a:gd name="connsiteX0" fmla="*/ 89593 w 104449"/>
                <a:gd name="connsiteY0" fmla="*/ 104296 h 104295"/>
                <a:gd name="connsiteX1" fmla="*/ 79302 w 104449"/>
                <a:gd name="connsiteY1" fmla="*/ 99885 h 104295"/>
                <a:gd name="connsiteX2" fmla="*/ 4319 w 104449"/>
                <a:gd name="connsiteY2" fmla="*/ 25148 h 104295"/>
                <a:gd name="connsiteX3" fmla="*/ 4319 w 104449"/>
                <a:gd name="connsiteY3" fmla="*/ 4319 h 104295"/>
                <a:gd name="connsiteX4" fmla="*/ 25148 w 104449"/>
                <a:gd name="connsiteY4" fmla="*/ 4319 h 104295"/>
                <a:gd name="connsiteX5" fmla="*/ 100130 w 104449"/>
                <a:gd name="connsiteY5" fmla="*/ 79057 h 104295"/>
                <a:gd name="connsiteX6" fmla="*/ 100130 w 104449"/>
                <a:gd name="connsiteY6" fmla="*/ 99885 h 104295"/>
                <a:gd name="connsiteX7" fmla="*/ 89593 w 104449"/>
                <a:gd name="connsiteY7" fmla="*/ 104296 h 10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49" h="104295">
                  <a:moveTo>
                    <a:pt x="89593" y="104296"/>
                  </a:moveTo>
                  <a:cubicBezTo>
                    <a:pt x="85918" y="104296"/>
                    <a:pt x="81997" y="102825"/>
                    <a:pt x="79302" y="99885"/>
                  </a:cubicBezTo>
                  <a:lnTo>
                    <a:pt x="4319" y="25148"/>
                  </a:lnTo>
                  <a:cubicBezTo>
                    <a:pt x="-1317" y="19512"/>
                    <a:pt x="-1562" y="10200"/>
                    <a:pt x="4319" y="4319"/>
                  </a:cubicBezTo>
                  <a:cubicBezTo>
                    <a:pt x="9955" y="-1317"/>
                    <a:pt x="19267" y="-1562"/>
                    <a:pt x="25148" y="4319"/>
                  </a:cubicBezTo>
                  <a:lnTo>
                    <a:pt x="100130" y="79057"/>
                  </a:lnTo>
                  <a:cubicBezTo>
                    <a:pt x="105766" y="84692"/>
                    <a:pt x="106011" y="94004"/>
                    <a:pt x="100130" y="99885"/>
                  </a:cubicBezTo>
                  <a:cubicBezTo>
                    <a:pt x="97190" y="102825"/>
                    <a:pt x="93269" y="104296"/>
                    <a:pt x="89593" y="104296"/>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28" name="Freeform 11">
              <a:extLst>
                <a:ext uri="{FF2B5EF4-FFF2-40B4-BE49-F238E27FC236}">
                  <a16:creationId xmlns:a16="http://schemas.microsoft.com/office/drawing/2014/main" id="{48E91ED6-4763-F205-933B-91E153024E04}"/>
                </a:ext>
              </a:extLst>
            </p:cNvPr>
            <p:cNvSpPr/>
            <p:nvPr/>
          </p:nvSpPr>
          <p:spPr>
            <a:xfrm>
              <a:off x="4995048" y="3357685"/>
              <a:ext cx="104264" cy="104203"/>
            </a:xfrm>
            <a:custGeom>
              <a:avLst/>
              <a:gdLst>
                <a:gd name="connsiteX0" fmla="*/ 14519 w 104264"/>
                <a:gd name="connsiteY0" fmla="*/ 104203 h 104203"/>
                <a:gd name="connsiteX1" fmla="*/ 4227 w 104264"/>
                <a:gd name="connsiteY1" fmla="*/ 99793 h 104203"/>
                <a:gd name="connsiteX2" fmla="*/ 4227 w 104264"/>
                <a:gd name="connsiteY2" fmla="*/ 78964 h 104203"/>
                <a:gd name="connsiteX3" fmla="*/ 79209 w 104264"/>
                <a:gd name="connsiteY3" fmla="*/ 4227 h 104203"/>
                <a:gd name="connsiteX4" fmla="*/ 100038 w 104264"/>
                <a:gd name="connsiteY4" fmla="*/ 4227 h 104203"/>
                <a:gd name="connsiteX5" fmla="*/ 100038 w 104264"/>
                <a:gd name="connsiteY5" fmla="*/ 25055 h 104203"/>
                <a:gd name="connsiteX6" fmla="*/ 25055 w 104264"/>
                <a:gd name="connsiteY6" fmla="*/ 99793 h 104203"/>
                <a:gd name="connsiteX7" fmla="*/ 14519 w 104264"/>
                <a:gd name="connsiteY7" fmla="*/ 104203 h 10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64" h="104203">
                  <a:moveTo>
                    <a:pt x="14519" y="104203"/>
                  </a:moveTo>
                  <a:cubicBezTo>
                    <a:pt x="10843" y="104203"/>
                    <a:pt x="6922" y="102733"/>
                    <a:pt x="4227" y="99793"/>
                  </a:cubicBezTo>
                  <a:cubicBezTo>
                    <a:pt x="-1409" y="94157"/>
                    <a:pt x="-1409" y="84845"/>
                    <a:pt x="4227" y="78964"/>
                  </a:cubicBezTo>
                  <a:lnTo>
                    <a:pt x="79209" y="4227"/>
                  </a:lnTo>
                  <a:cubicBezTo>
                    <a:pt x="84845" y="-1409"/>
                    <a:pt x="94157" y="-1409"/>
                    <a:pt x="100038" y="4227"/>
                  </a:cubicBezTo>
                  <a:cubicBezTo>
                    <a:pt x="105674" y="9863"/>
                    <a:pt x="105674" y="19174"/>
                    <a:pt x="100038" y="25055"/>
                  </a:cubicBezTo>
                  <a:lnTo>
                    <a:pt x="25055" y="99793"/>
                  </a:lnTo>
                  <a:cubicBezTo>
                    <a:pt x="22115" y="102733"/>
                    <a:pt x="18194" y="104203"/>
                    <a:pt x="14519" y="104203"/>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29" name="Freeform 12">
              <a:extLst>
                <a:ext uri="{FF2B5EF4-FFF2-40B4-BE49-F238E27FC236}">
                  <a16:creationId xmlns:a16="http://schemas.microsoft.com/office/drawing/2014/main" id="{74322263-6D85-2D67-B7AD-884CF7F9B133}"/>
                </a:ext>
              </a:extLst>
            </p:cNvPr>
            <p:cNvSpPr/>
            <p:nvPr/>
          </p:nvSpPr>
          <p:spPr>
            <a:xfrm>
              <a:off x="4785784" y="3517206"/>
              <a:ext cx="104019" cy="104448"/>
            </a:xfrm>
            <a:custGeom>
              <a:avLst/>
              <a:gdLst>
                <a:gd name="connsiteX0" fmla="*/ 89256 w 104019"/>
                <a:gd name="connsiteY0" fmla="*/ 104448 h 104448"/>
                <a:gd name="connsiteX1" fmla="*/ 78964 w 104019"/>
                <a:gd name="connsiteY1" fmla="*/ 100038 h 104448"/>
                <a:gd name="connsiteX2" fmla="*/ 4227 w 104019"/>
                <a:gd name="connsiteY2" fmla="*/ 25055 h 104448"/>
                <a:gd name="connsiteX3" fmla="*/ 4227 w 104019"/>
                <a:gd name="connsiteY3" fmla="*/ 4227 h 104448"/>
                <a:gd name="connsiteX4" fmla="*/ 25055 w 104019"/>
                <a:gd name="connsiteY4" fmla="*/ 4227 h 104448"/>
                <a:gd name="connsiteX5" fmla="*/ 99793 w 104019"/>
                <a:gd name="connsiteY5" fmla="*/ 79209 h 104448"/>
                <a:gd name="connsiteX6" fmla="*/ 99793 w 104019"/>
                <a:gd name="connsiteY6" fmla="*/ 100038 h 104448"/>
                <a:gd name="connsiteX7" fmla="*/ 89256 w 104019"/>
                <a:gd name="connsiteY7" fmla="*/ 104448 h 104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19" h="104448">
                  <a:moveTo>
                    <a:pt x="89256" y="104448"/>
                  </a:moveTo>
                  <a:cubicBezTo>
                    <a:pt x="85580" y="104448"/>
                    <a:pt x="81660" y="102978"/>
                    <a:pt x="78964" y="100038"/>
                  </a:cubicBezTo>
                  <a:lnTo>
                    <a:pt x="4227" y="25055"/>
                  </a:lnTo>
                  <a:cubicBezTo>
                    <a:pt x="-1409" y="19419"/>
                    <a:pt x="-1409" y="10108"/>
                    <a:pt x="4227" y="4227"/>
                  </a:cubicBezTo>
                  <a:cubicBezTo>
                    <a:pt x="9863" y="-1409"/>
                    <a:pt x="19174" y="-1409"/>
                    <a:pt x="25055" y="4227"/>
                  </a:cubicBezTo>
                  <a:lnTo>
                    <a:pt x="99793" y="79209"/>
                  </a:lnTo>
                  <a:cubicBezTo>
                    <a:pt x="105429" y="84845"/>
                    <a:pt x="105429" y="94157"/>
                    <a:pt x="99793" y="100038"/>
                  </a:cubicBezTo>
                  <a:cubicBezTo>
                    <a:pt x="96852" y="102978"/>
                    <a:pt x="92931" y="104448"/>
                    <a:pt x="89256" y="104448"/>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30" name="Freeform 13">
              <a:extLst>
                <a:ext uri="{FF2B5EF4-FFF2-40B4-BE49-F238E27FC236}">
                  <a16:creationId xmlns:a16="http://schemas.microsoft.com/office/drawing/2014/main" id="{DEA034C3-66A0-B1AB-223C-B2E662F03DB0}"/>
                </a:ext>
              </a:extLst>
            </p:cNvPr>
            <p:cNvSpPr/>
            <p:nvPr/>
          </p:nvSpPr>
          <p:spPr>
            <a:xfrm>
              <a:off x="4785691" y="3517114"/>
              <a:ext cx="104204" cy="104540"/>
            </a:xfrm>
            <a:custGeom>
              <a:avLst/>
              <a:gdLst>
                <a:gd name="connsiteX0" fmla="*/ 14611 w 104204"/>
                <a:gd name="connsiteY0" fmla="*/ 104541 h 104540"/>
                <a:gd name="connsiteX1" fmla="*/ 4319 w 104204"/>
                <a:gd name="connsiteY1" fmla="*/ 100130 h 104540"/>
                <a:gd name="connsiteX2" fmla="*/ 4319 w 104204"/>
                <a:gd name="connsiteY2" fmla="*/ 79302 h 104540"/>
                <a:gd name="connsiteX3" fmla="*/ 79057 w 104204"/>
                <a:gd name="connsiteY3" fmla="*/ 4319 h 104540"/>
                <a:gd name="connsiteX4" fmla="*/ 99885 w 104204"/>
                <a:gd name="connsiteY4" fmla="*/ 4319 h 104540"/>
                <a:gd name="connsiteX5" fmla="*/ 99885 w 104204"/>
                <a:gd name="connsiteY5" fmla="*/ 25148 h 104540"/>
                <a:gd name="connsiteX6" fmla="*/ 25148 w 104204"/>
                <a:gd name="connsiteY6" fmla="*/ 100130 h 104540"/>
                <a:gd name="connsiteX7" fmla="*/ 14611 w 104204"/>
                <a:gd name="connsiteY7" fmla="*/ 104541 h 1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04" h="104540">
                  <a:moveTo>
                    <a:pt x="14611" y="104541"/>
                  </a:moveTo>
                  <a:cubicBezTo>
                    <a:pt x="10935" y="104541"/>
                    <a:pt x="7015" y="103070"/>
                    <a:pt x="4319" y="100130"/>
                  </a:cubicBezTo>
                  <a:cubicBezTo>
                    <a:pt x="-1317" y="94494"/>
                    <a:pt x="-1562" y="85183"/>
                    <a:pt x="4319" y="79302"/>
                  </a:cubicBezTo>
                  <a:lnTo>
                    <a:pt x="79057" y="4319"/>
                  </a:lnTo>
                  <a:cubicBezTo>
                    <a:pt x="84693" y="-1317"/>
                    <a:pt x="94004" y="-1562"/>
                    <a:pt x="99885" y="4319"/>
                  </a:cubicBezTo>
                  <a:cubicBezTo>
                    <a:pt x="105521" y="9955"/>
                    <a:pt x="105766" y="19267"/>
                    <a:pt x="99885" y="25148"/>
                  </a:cubicBezTo>
                  <a:lnTo>
                    <a:pt x="25148" y="100130"/>
                  </a:lnTo>
                  <a:cubicBezTo>
                    <a:pt x="22207" y="103070"/>
                    <a:pt x="18287" y="104541"/>
                    <a:pt x="14611" y="104541"/>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31" name="Freeform 14">
              <a:extLst>
                <a:ext uri="{FF2B5EF4-FFF2-40B4-BE49-F238E27FC236}">
                  <a16:creationId xmlns:a16="http://schemas.microsoft.com/office/drawing/2014/main" id="{881DFE57-A788-C0D7-F9CC-5CDC7BA364C9}"/>
                </a:ext>
              </a:extLst>
            </p:cNvPr>
            <p:cNvSpPr/>
            <p:nvPr/>
          </p:nvSpPr>
          <p:spPr>
            <a:xfrm>
              <a:off x="4653278" y="3335203"/>
              <a:ext cx="126440" cy="126440"/>
            </a:xfrm>
            <a:custGeom>
              <a:avLst/>
              <a:gdLst>
                <a:gd name="connsiteX0" fmla="*/ 63220 w 126440"/>
                <a:gd name="connsiteY0" fmla="*/ 126441 h 126440"/>
                <a:gd name="connsiteX1" fmla="*/ 0 w 126440"/>
                <a:gd name="connsiteY1" fmla="*/ 63220 h 126440"/>
                <a:gd name="connsiteX2" fmla="*/ 63220 w 126440"/>
                <a:gd name="connsiteY2" fmla="*/ 0 h 126440"/>
                <a:gd name="connsiteX3" fmla="*/ 126441 w 126440"/>
                <a:gd name="connsiteY3" fmla="*/ 63220 h 126440"/>
                <a:gd name="connsiteX4" fmla="*/ 63220 w 126440"/>
                <a:gd name="connsiteY4" fmla="*/ 126441 h 126440"/>
                <a:gd name="connsiteX5" fmla="*/ 63220 w 126440"/>
                <a:gd name="connsiteY5" fmla="*/ 29405 h 126440"/>
                <a:gd name="connsiteX6" fmla="*/ 29405 w 126440"/>
                <a:gd name="connsiteY6" fmla="*/ 63220 h 126440"/>
                <a:gd name="connsiteX7" fmla="*/ 63220 w 126440"/>
                <a:gd name="connsiteY7" fmla="*/ 97036 h 126440"/>
                <a:gd name="connsiteX8" fmla="*/ 97036 w 126440"/>
                <a:gd name="connsiteY8" fmla="*/ 63220 h 126440"/>
                <a:gd name="connsiteX9" fmla="*/ 63220 w 126440"/>
                <a:gd name="connsiteY9" fmla="*/ 29405 h 126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40" h="126440">
                  <a:moveTo>
                    <a:pt x="63220" y="126441"/>
                  </a:moveTo>
                  <a:cubicBezTo>
                    <a:pt x="28425" y="126441"/>
                    <a:pt x="0" y="98016"/>
                    <a:pt x="0" y="63220"/>
                  </a:cubicBezTo>
                  <a:cubicBezTo>
                    <a:pt x="0" y="28425"/>
                    <a:pt x="28425" y="0"/>
                    <a:pt x="63220" y="0"/>
                  </a:cubicBezTo>
                  <a:cubicBezTo>
                    <a:pt x="98016" y="0"/>
                    <a:pt x="126441" y="28425"/>
                    <a:pt x="126441" y="63220"/>
                  </a:cubicBezTo>
                  <a:cubicBezTo>
                    <a:pt x="126441" y="98016"/>
                    <a:pt x="98016" y="126441"/>
                    <a:pt x="63220" y="126441"/>
                  </a:cubicBezTo>
                  <a:close/>
                  <a:moveTo>
                    <a:pt x="63220" y="29405"/>
                  </a:moveTo>
                  <a:cubicBezTo>
                    <a:pt x="44597" y="29405"/>
                    <a:pt x="29405" y="44597"/>
                    <a:pt x="29405" y="63220"/>
                  </a:cubicBezTo>
                  <a:cubicBezTo>
                    <a:pt x="29405" y="81843"/>
                    <a:pt x="44597" y="97036"/>
                    <a:pt x="63220" y="97036"/>
                  </a:cubicBezTo>
                  <a:cubicBezTo>
                    <a:pt x="81843" y="97036"/>
                    <a:pt x="97036" y="81843"/>
                    <a:pt x="97036" y="63220"/>
                  </a:cubicBezTo>
                  <a:cubicBezTo>
                    <a:pt x="97036" y="44597"/>
                    <a:pt x="81843" y="29405"/>
                    <a:pt x="63220" y="29405"/>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grpSp>
          <p:nvGrpSpPr>
            <p:cNvPr id="32" name="Graphic 159">
              <a:extLst>
                <a:ext uri="{FF2B5EF4-FFF2-40B4-BE49-F238E27FC236}">
                  <a16:creationId xmlns:a16="http://schemas.microsoft.com/office/drawing/2014/main" id="{70503CCD-1424-32E0-A89C-D50519203B8E}"/>
                </a:ext>
              </a:extLst>
            </p:cNvPr>
            <p:cNvGrpSpPr/>
            <p:nvPr/>
          </p:nvGrpSpPr>
          <p:grpSpPr>
            <a:xfrm>
              <a:off x="4810728" y="3363704"/>
              <a:ext cx="190290" cy="237612"/>
              <a:chOff x="4810728" y="3363704"/>
              <a:chExt cx="190290" cy="237612"/>
            </a:xfrm>
            <a:grpFill/>
          </p:grpSpPr>
          <p:sp>
            <p:nvSpPr>
              <p:cNvPr id="37" name="Freeform 20">
                <a:extLst>
                  <a:ext uri="{FF2B5EF4-FFF2-40B4-BE49-F238E27FC236}">
                    <a16:creationId xmlns:a16="http://schemas.microsoft.com/office/drawing/2014/main" id="{721ABF0A-2FCE-F6AB-0455-375942C0805B}"/>
                  </a:ext>
                </a:extLst>
              </p:cNvPr>
              <p:cNvSpPr/>
              <p:nvPr/>
            </p:nvSpPr>
            <p:spPr>
              <a:xfrm>
                <a:off x="4815292" y="3388664"/>
                <a:ext cx="185726" cy="212652"/>
              </a:xfrm>
              <a:custGeom>
                <a:avLst/>
                <a:gdLst>
                  <a:gd name="connsiteX0" fmla="*/ 170995 w 185726"/>
                  <a:gd name="connsiteY0" fmla="*/ 212652 h 212652"/>
                  <a:gd name="connsiteX1" fmla="*/ 156293 w 185726"/>
                  <a:gd name="connsiteY1" fmla="*/ 198930 h 212652"/>
                  <a:gd name="connsiteX2" fmla="*/ 10984 w 185726"/>
                  <a:gd name="connsiteY2" fmla="*/ 28872 h 212652"/>
                  <a:gd name="connsiteX3" fmla="*/ 448 w 185726"/>
                  <a:gd name="connsiteY3" fmla="*/ 10984 h 212652"/>
                  <a:gd name="connsiteX4" fmla="*/ 18336 w 185726"/>
                  <a:gd name="connsiteY4" fmla="*/ 447 h 212652"/>
                  <a:gd name="connsiteX5" fmla="*/ 97483 w 185726"/>
                  <a:gd name="connsiteY5" fmla="*/ 40144 h 212652"/>
                  <a:gd name="connsiteX6" fmla="*/ 185698 w 185726"/>
                  <a:gd name="connsiteY6" fmla="*/ 196970 h 212652"/>
                  <a:gd name="connsiteX7" fmla="*/ 172221 w 185726"/>
                  <a:gd name="connsiteY7" fmla="*/ 212652 h 212652"/>
                  <a:gd name="connsiteX8" fmla="*/ 170995 w 185726"/>
                  <a:gd name="connsiteY8" fmla="*/ 212652 h 212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726" h="212652">
                    <a:moveTo>
                      <a:pt x="170995" y="212652"/>
                    </a:moveTo>
                    <a:cubicBezTo>
                      <a:pt x="163399" y="212652"/>
                      <a:pt x="157028" y="206771"/>
                      <a:pt x="156293" y="198930"/>
                    </a:cubicBezTo>
                    <a:cubicBezTo>
                      <a:pt x="146491" y="65873"/>
                      <a:pt x="12210" y="29117"/>
                      <a:pt x="10984" y="28872"/>
                    </a:cubicBezTo>
                    <a:cubicBezTo>
                      <a:pt x="3143" y="26912"/>
                      <a:pt x="-1513" y="18825"/>
                      <a:pt x="448" y="10984"/>
                    </a:cubicBezTo>
                    <a:cubicBezTo>
                      <a:pt x="2408" y="3143"/>
                      <a:pt x="10494" y="-1513"/>
                      <a:pt x="18336" y="447"/>
                    </a:cubicBezTo>
                    <a:cubicBezTo>
                      <a:pt x="20051" y="938"/>
                      <a:pt x="57787" y="10984"/>
                      <a:pt x="97483" y="40144"/>
                    </a:cubicBezTo>
                    <a:cubicBezTo>
                      <a:pt x="150412" y="79105"/>
                      <a:pt x="181042" y="133259"/>
                      <a:pt x="185698" y="196970"/>
                    </a:cubicBezTo>
                    <a:cubicBezTo>
                      <a:pt x="186188" y="205056"/>
                      <a:pt x="180307" y="212162"/>
                      <a:pt x="172221" y="212652"/>
                    </a:cubicBezTo>
                    <a:cubicBezTo>
                      <a:pt x="171731" y="212652"/>
                      <a:pt x="171240" y="212652"/>
                      <a:pt x="170995" y="212652"/>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38" name="Freeform 21">
                <a:extLst>
                  <a:ext uri="{FF2B5EF4-FFF2-40B4-BE49-F238E27FC236}">
                    <a16:creationId xmlns:a16="http://schemas.microsoft.com/office/drawing/2014/main" id="{71556914-50A5-4311-1831-B5A2B1070354}"/>
                  </a:ext>
                </a:extLst>
              </p:cNvPr>
              <p:cNvSpPr/>
              <p:nvPr/>
            </p:nvSpPr>
            <p:spPr>
              <a:xfrm>
                <a:off x="4810728" y="3388020"/>
                <a:ext cx="56336" cy="88325"/>
              </a:xfrm>
              <a:custGeom>
                <a:avLst/>
                <a:gdLst>
                  <a:gd name="connsiteX0" fmla="*/ 41768 w 56336"/>
                  <a:gd name="connsiteY0" fmla="*/ 88326 h 88325"/>
                  <a:gd name="connsiteX1" fmla="*/ 28291 w 56336"/>
                  <a:gd name="connsiteY1" fmla="*/ 79749 h 88325"/>
                  <a:gd name="connsiteX2" fmla="*/ 1337 w 56336"/>
                  <a:gd name="connsiteY2" fmla="*/ 20695 h 88325"/>
                  <a:gd name="connsiteX3" fmla="*/ 8688 w 56336"/>
                  <a:gd name="connsiteY3" fmla="*/ 1337 h 88325"/>
                  <a:gd name="connsiteX4" fmla="*/ 28046 w 56336"/>
                  <a:gd name="connsiteY4" fmla="*/ 8688 h 88325"/>
                  <a:gd name="connsiteX5" fmla="*/ 55000 w 56336"/>
                  <a:gd name="connsiteY5" fmla="*/ 67742 h 88325"/>
                  <a:gd name="connsiteX6" fmla="*/ 47649 w 56336"/>
                  <a:gd name="connsiteY6" fmla="*/ 87101 h 88325"/>
                  <a:gd name="connsiteX7" fmla="*/ 41768 w 56336"/>
                  <a:gd name="connsiteY7" fmla="*/ 88326 h 8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36" h="88325">
                    <a:moveTo>
                      <a:pt x="41768" y="88326"/>
                    </a:moveTo>
                    <a:cubicBezTo>
                      <a:pt x="36132" y="88326"/>
                      <a:pt x="30741" y="85140"/>
                      <a:pt x="28291" y="79749"/>
                    </a:cubicBezTo>
                    <a:lnTo>
                      <a:pt x="1337" y="20695"/>
                    </a:lnTo>
                    <a:cubicBezTo>
                      <a:pt x="-2094" y="13344"/>
                      <a:pt x="1337" y="4522"/>
                      <a:pt x="8688" y="1337"/>
                    </a:cubicBezTo>
                    <a:cubicBezTo>
                      <a:pt x="16039" y="-2094"/>
                      <a:pt x="24860" y="1337"/>
                      <a:pt x="28046" y="8688"/>
                    </a:cubicBezTo>
                    <a:lnTo>
                      <a:pt x="55000" y="67742"/>
                    </a:lnTo>
                    <a:cubicBezTo>
                      <a:pt x="58431" y="75094"/>
                      <a:pt x="55000" y="83915"/>
                      <a:pt x="47649" y="87101"/>
                    </a:cubicBezTo>
                    <a:cubicBezTo>
                      <a:pt x="45934" y="87836"/>
                      <a:pt x="43729" y="88326"/>
                      <a:pt x="41768" y="88326"/>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39" name="Freeform 22">
                <a:extLst>
                  <a:ext uri="{FF2B5EF4-FFF2-40B4-BE49-F238E27FC236}">
                    <a16:creationId xmlns:a16="http://schemas.microsoft.com/office/drawing/2014/main" id="{C08B5C22-41BC-533C-35B4-4DB93BDAB77E}"/>
                  </a:ext>
                </a:extLst>
              </p:cNvPr>
              <p:cNvSpPr/>
              <p:nvPr/>
            </p:nvSpPr>
            <p:spPr>
              <a:xfrm>
                <a:off x="4810915" y="3363704"/>
                <a:ext cx="87817" cy="53342"/>
              </a:xfrm>
              <a:custGeom>
                <a:avLst/>
                <a:gdLst>
                  <a:gd name="connsiteX0" fmla="*/ 14626 w 87817"/>
                  <a:gd name="connsiteY0" fmla="*/ 53343 h 53342"/>
                  <a:gd name="connsiteX1" fmla="*/ 1149 w 87817"/>
                  <a:gd name="connsiteY1" fmla="*/ 44276 h 53342"/>
                  <a:gd name="connsiteX2" fmla="*/ 9236 w 87817"/>
                  <a:gd name="connsiteY2" fmla="*/ 25163 h 53342"/>
                  <a:gd name="connsiteX3" fmla="*/ 67555 w 87817"/>
                  <a:gd name="connsiteY3" fmla="*/ 1149 h 53342"/>
                  <a:gd name="connsiteX4" fmla="*/ 86668 w 87817"/>
                  <a:gd name="connsiteY4" fmla="*/ 9235 h 53342"/>
                  <a:gd name="connsiteX5" fmla="*/ 78582 w 87817"/>
                  <a:gd name="connsiteY5" fmla="*/ 28349 h 53342"/>
                  <a:gd name="connsiteX6" fmla="*/ 20262 w 87817"/>
                  <a:gd name="connsiteY6" fmla="*/ 52362 h 53342"/>
                  <a:gd name="connsiteX7" fmla="*/ 14626 w 87817"/>
                  <a:gd name="connsiteY7" fmla="*/ 53343 h 5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17" h="53342">
                    <a:moveTo>
                      <a:pt x="14626" y="53343"/>
                    </a:moveTo>
                    <a:cubicBezTo>
                      <a:pt x="8745" y="53343"/>
                      <a:pt x="3355" y="49912"/>
                      <a:pt x="1149" y="44276"/>
                    </a:cubicBezTo>
                    <a:cubicBezTo>
                      <a:pt x="-2036" y="36680"/>
                      <a:pt x="1639" y="28103"/>
                      <a:pt x="9236" y="25163"/>
                    </a:cubicBezTo>
                    <a:lnTo>
                      <a:pt x="67555" y="1149"/>
                    </a:lnTo>
                    <a:cubicBezTo>
                      <a:pt x="75151" y="-2036"/>
                      <a:pt x="83728" y="1639"/>
                      <a:pt x="86668" y="9235"/>
                    </a:cubicBezTo>
                    <a:cubicBezTo>
                      <a:pt x="89854" y="16832"/>
                      <a:pt x="86178" y="25408"/>
                      <a:pt x="78582" y="28349"/>
                    </a:cubicBezTo>
                    <a:lnTo>
                      <a:pt x="20262" y="52362"/>
                    </a:lnTo>
                    <a:cubicBezTo>
                      <a:pt x="18302" y="53098"/>
                      <a:pt x="16587" y="53343"/>
                      <a:pt x="14626" y="53343"/>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grpSp>
        <p:sp>
          <p:nvSpPr>
            <p:cNvPr id="33" name="Freeform 16">
              <a:extLst>
                <a:ext uri="{FF2B5EF4-FFF2-40B4-BE49-F238E27FC236}">
                  <a16:creationId xmlns:a16="http://schemas.microsoft.com/office/drawing/2014/main" id="{D01A17D7-3452-FA97-4D41-7C2F42A1CA87}"/>
                </a:ext>
              </a:extLst>
            </p:cNvPr>
            <p:cNvSpPr/>
            <p:nvPr/>
          </p:nvSpPr>
          <p:spPr>
            <a:xfrm>
              <a:off x="4851761" y="3153873"/>
              <a:ext cx="46557" cy="78902"/>
            </a:xfrm>
            <a:custGeom>
              <a:avLst/>
              <a:gdLst>
                <a:gd name="connsiteX0" fmla="*/ 23279 w 46557"/>
                <a:gd name="connsiteY0" fmla="*/ 78903 h 78902"/>
                <a:gd name="connsiteX1" fmla="*/ 0 w 46557"/>
                <a:gd name="connsiteY1" fmla="*/ 55624 h 78902"/>
                <a:gd name="connsiteX2" fmla="*/ 0 w 46557"/>
                <a:gd name="connsiteY2" fmla="*/ 23279 h 78902"/>
                <a:gd name="connsiteX3" fmla="*/ 23279 w 46557"/>
                <a:gd name="connsiteY3" fmla="*/ 0 h 78902"/>
                <a:gd name="connsiteX4" fmla="*/ 46558 w 46557"/>
                <a:gd name="connsiteY4" fmla="*/ 23279 h 78902"/>
                <a:gd name="connsiteX5" fmla="*/ 46558 w 46557"/>
                <a:gd name="connsiteY5" fmla="*/ 55624 h 78902"/>
                <a:gd name="connsiteX6" fmla="*/ 23279 w 46557"/>
                <a:gd name="connsiteY6" fmla="*/ 78903 h 7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57" h="78902">
                  <a:moveTo>
                    <a:pt x="23279" y="78903"/>
                  </a:moveTo>
                  <a:cubicBezTo>
                    <a:pt x="10537" y="78903"/>
                    <a:pt x="0" y="68366"/>
                    <a:pt x="0" y="55624"/>
                  </a:cubicBezTo>
                  <a:lnTo>
                    <a:pt x="0" y="23279"/>
                  </a:lnTo>
                  <a:cubicBezTo>
                    <a:pt x="0" y="10537"/>
                    <a:pt x="10537" y="0"/>
                    <a:pt x="23279" y="0"/>
                  </a:cubicBezTo>
                  <a:cubicBezTo>
                    <a:pt x="36021" y="0"/>
                    <a:pt x="46558" y="10537"/>
                    <a:pt x="46558" y="23279"/>
                  </a:cubicBezTo>
                  <a:lnTo>
                    <a:pt x="46558" y="55624"/>
                  </a:lnTo>
                  <a:cubicBezTo>
                    <a:pt x="46558" y="68366"/>
                    <a:pt x="36021" y="78903"/>
                    <a:pt x="23279" y="78903"/>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grpSp>
          <p:nvGrpSpPr>
            <p:cNvPr id="34" name="Graphic 159">
              <a:extLst>
                <a:ext uri="{FF2B5EF4-FFF2-40B4-BE49-F238E27FC236}">
                  <a16:creationId xmlns:a16="http://schemas.microsoft.com/office/drawing/2014/main" id="{A4F74A13-05DB-044F-8CDA-83D153827C1D}"/>
                </a:ext>
              </a:extLst>
            </p:cNvPr>
            <p:cNvGrpSpPr/>
            <p:nvPr/>
          </p:nvGrpSpPr>
          <p:grpSpPr>
            <a:xfrm>
              <a:off x="4731953" y="3713071"/>
              <a:ext cx="286418" cy="152643"/>
              <a:chOff x="4731953" y="3713071"/>
              <a:chExt cx="286418" cy="152643"/>
            </a:xfrm>
            <a:grpFill/>
          </p:grpSpPr>
          <p:sp>
            <p:nvSpPr>
              <p:cNvPr id="35" name="Freeform 18">
                <a:extLst>
                  <a:ext uri="{FF2B5EF4-FFF2-40B4-BE49-F238E27FC236}">
                    <a16:creationId xmlns:a16="http://schemas.microsoft.com/office/drawing/2014/main" id="{B2CE7B70-2FAD-9ADF-1040-EA0A172F852E}"/>
                  </a:ext>
                </a:extLst>
              </p:cNvPr>
              <p:cNvSpPr/>
              <p:nvPr/>
            </p:nvSpPr>
            <p:spPr>
              <a:xfrm>
                <a:off x="4731953" y="3713071"/>
                <a:ext cx="165613" cy="152643"/>
              </a:xfrm>
              <a:custGeom>
                <a:avLst/>
                <a:gdLst>
                  <a:gd name="connsiteX0" fmla="*/ 23262 w 165613"/>
                  <a:gd name="connsiteY0" fmla="*/ 152643 h 152643"/>
                  <a:gd name="connsiteX1" fmla="*/ 5864 w 165613"/>
                  <a:gd name="connsiteY1" fmla="*/ 144802 h 152643"/>
                  <a:gd name="connsiteX2" fmla="*/ 7825 w 165613"/>
                  <a:gd name="connsiteY2" fmla="*/ 111967 h 152643"/>
                  <a:gd name="connsiteX3" fmla="*/ 126914 w 165613"/>
                  <a:gd name="connsiteY3" fmla="*/ 5864 h 152643"/>
                  <a:gd name="connsiteX4" fmla="*/ 159750 w 165613"/>
                  <a:gd name="connsiteY4" fmla="*/ 7825 h 152643"/>
                  <a:gd name="connsiteX5" fmla="*/ 157789 w 165613"/>
                  <a:gd name="connsiteY5" fmla="*/ 40660 h 152643"/>
                  <a:gd name="connsiteX6" fmla="*/ 38700 w 165613"/>
                  <a:gd name="connsiteY6" fmla="*/ 146762 h 152643"/>
                  <a:gd name="connsiteX7" fmla="*/ 23262 w 165613"/>
                  <a:gd name="connsiteY7" fmla="*/ 152643 h 15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613" h="152643">
                    <a:moveTo>
                      <a:pt x="23262" y="152643"/>
                    </a:moveTo>
                    <a:cubicBezTo>
                      <a:pt x="16891" y="152643"/>
                      <a:pt x="10520" y="149948"/>
                      <a:pt x="5864" y="144802"/>
                    </a:cubicBezTo>
                    <a:cubicBezTo>
                      <a:pt x="-2712" y="135245"/>
                      <a:pt x="-1732" y="120543"/>
                      <a:pt x="7825" y="111967"/>
                    </a:cubicBezTo>
                    <a:lnTo>
                      <a:pt x="126914" y="5864"/>
                    </a:lnTo>
                    <a:cubicBezTo>
                      <a:pt x="136471" y="-2712"/>
                      <a:pt x="151173" y="-1732"/>
                      <a:pt x="159750" y="7825"/>
                    </a:cubicBezTo>
                    <a:cubicBezTo>
                      <a:pt x="168326" y="17381"/>
                      <a:pt x="167346" y="32084"/>
                      <a:pt x="157789" y="40660"/>
                    </a:cubicBezTo>
                    <a:lnTo>
                      <a:pt x="38700" y="146762"/>
                    </a:lnTo>
                    <a:cubicBezTo>
                      <a:pt x="34289" y="150683"/>
                      <a:pt x="28898" y="152643"/>
                      <a:pt x="23262" y="152643"/>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sp>
            <p:nvSpPr>
              <p:cNvPr id="36" name="Freeform 19">
                <a:extLst>
                  <a:ext uri="{FF2B5EF4-FFF2-40B4-BE49-F238E27FC236}">
                    <a16:creationId xmlns:a16="http://schemas.microsoft.com/office/drawing/2014/main" id="{A7366B46-51D8-2324-8D28-6EC0D85D0E9D}"/>
                  </a:ext>
                </a:extLst>
              </p:cNvPr>
              <p:cNvSpPr/>
              <p:nvPr/>
            </p:nvSpPr>
            <p:spPr>
              <a:xfrm>
                <a:off x="4852758" y="3713071"/>
                <a:ext cx="165613" cy="152643"/>
              </a:xfrm>
              <a:custGeom>
                <a:avLst/>
                <a:gdLst>
                  <a:gd name="connsiteX0" fmla="*/ 142351 w 165613"/>
                  <a:gd name="connsiteY0" fmla="*/ 152643 h 152643"/>
                  <a:gd name="connsiteX1" fmla="*/ 126914 w 165613"/>
                  <a:gd name="connsiteY1" fmla="*/ 146762 h 152643"/>
                  <a:gd name="connsiteX2" fmla="*/ 7825 w 165613"/>
                  <a:gd name="connsiteY2" fmla="*/ 40660 h 152643"/>
                  <a:gd name="connsiteX3" fmla="*/ 5864 w 165613"/>
                  <a:gd name="connsiteY3" fmla="*/ 7825 h 152643"/>
                  <a:gd name="connsiteX4" fmla="*/ 38700 w 165613"/>
                  <a:gd name="connsiteY4" fmla="*/ 5864 h 152643"/>
                  <a:gd name="connsiteX5" fmla="*/ 157789 w 165613"/>
                  <a:gd name="connsiteY5" fmla="*/ 111967 h 152643"/>
                  <a:gd name="connsiteX6" fmla="*/ 159750 w 165613"/>
                  <a:gd name="connsiteY6" fmla="*/ 144802 h 152643"/>
                  <a:gd name="connsiteX7" fmla="*/ 142351 w 165613"/>
                  <a:gd name="connsiteY7" fmla="*/ 152643 h 15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613" h="152643">
                    <a:moveTo>
                      <a:pt x="142351" y="152643"/>
                    </a:moveTo>
                    <a:cubicBezTo>
                      <a:pt x="136961" y="152643"/>
                      <a:pt x="131325" y="150683"/>
                      <a:pt x="126914" y="146762"/>
                    </a:cubicBezTo>
                    <a:lnTo>
                      <a:pt x="7825" y="40660"/>
                    </a:lnTo>
                    <a:cubicBezTo>
                      <a:pt x="-1732" y="32084"/>
                      <a:pt x="-2712" y="17381"/>
                      <a:pt x="5864" y="7825"/>
                    </a:cubicBezTo>
                    <a:cubicBezTo>
                      <a:pt x="14441" y="-1732"/>
                      <a:pt x="29143" y="-2712"/>
                      <a:pt x="38700" y="5864"/>
                    </a:cubicBezTo>
                    <a:lnTo>
                      <a:pt x="157789" y="111967"/>
                    </a:lnTo>
                    <a:cubicBezTo>
                      <a:pt x="167346" y="120543"/>
                      <a:pt x="168326" y="135245"/>
                      <a:pt x="159750" y="144802"/>
                    </a:cubicBezTo>
                    <a:cubicBezTo>
                      <a:pt x="155094" y="149948"/>
                      <a:pt x="148723" y="152643"/>
                      <a:pt x="142351" y="152643"/>
                    </a:cubicBezTo>
                    <a:close/>
                  </a:path>
                </a:pathLst>
              </a:custGeom>
              <a:grpFill/>
              <a:ln w="2441" cap="flat">
                <a:noFill/>
                <a:prstDash val="solid"/>
                <a:miter/>
              </a:ln>
            </p:spPr>
            <p:txBody>
              <a:bodyPr rtlCol="0" anchor="ctr"/>
              <a:lstStyle/>
              <a:p>
                <a:pPr defTabSz="914400"/>
                <a:endParaRPr lang="en-US">
                  <a:solidFill>
                    <a:srgbClr val="FFFFFF"/>
                  </a:solidFill>
                  <a:latin typeface="Montserrat" panose="00000500000000000000" pitchFamily="2" charset="0"/>
                </a:endParaRPr>
              </a:p>
            </p:txBody>
          </p:sp>
        </p:grpSp>
      </p:grpSp>
      <p:sp>
        <p:nvSpPr>
          <p:cNvPr id="40" name="Text Placeholder 3">
            <a:extLst>
              <a:ext uri="{FF2B5EF4-FFF2-40B4-BE49-F238E27FC236}">
                <a16:creationId xmlns:a16="http://schemas.microsoft.com/office/drawing/2014/main" id="{7B8888D5-BB40-4683-762D-70FB8828F68A}"/>
              </a:ext>
            </a:extLst>
          </p:cNvPr>
          <p:cNvSpPr txBox="1">
            <a:spLocks/>
          </p:cNvSpPr>
          <p:nvPr/>
        </p:nvSpPr>
        <p:spPr>
          <a:xfrm>
            <a:off x="1163955" y="5724445"/>
            <a:ext cx="1192650" cy="265988"/>
          </a:xfrm>
          <a:prstGeom prst="rect">
            <a:avLst/>
          </a:prstGeom>
          <a:solidFill>
            <a:srgbClr val="FFFFFF"/>
          </a:solidFill>
          <a:ln>
            <a:solidFill>
              <a:schemeClr val="accent1"/>
            </a:solidFill>
          </a:ln>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GB" sz="1400" b="1">
                <a:solidFill>
                  <a:schemeClr val="accent2">
                    <a:lumMod val="50000"/>
                  </a:schemeClr>
                </a:solidFill>
                <a:latin typeface="Montserrat" panose="00000500000000000000" pitchFamily="2" charset="0"/>
              </a:rPr>
              <a:t>Outcomes</a:t>
            </a:r>
          </a:p>
        </p:txBody>
      </p:sp>
      <p:sp>
        <p:nvSpPr>
          <p:cNvPr id="3" name="TextBox 2">
            <a:extLst>
              <a:ext uri="{FF2B5EF4-FFF2-40B4-BE49-F238E27FC236}">
                <a16:creationId xmlns:a16="http://schemas.microsoft.com/office/drawing/2014/main" id="{5F0348E0-AB5D-54CF-7268-69D2E52E601B}"/>
              </a:ext>
            </a:extLst>
          </p:cNvPr>
          <p:cNvSpPr txBox="1"/>
          <p:nvPr/>
        </p:nvSpPr>
        <p:spPr>
          <a:xfrm>
            <a:off x="968919" y="1314474"/>
            <a:ext cx="10029224" cy="584775"/>
          </a:xfrm>
          <a:prstGeom prst="rect">
            <a:avLst/>
          </a:prstGeom>
          <a:noFill/>
        </p:spPr>
        <p:txBody>
          <a:bodyPr wrap="square" lIns="91440" tIns="45720" rIns="91440" bIns="45720" anchor="t">
            <a:spAutoFit/>
          </a:bodyPr>
          <a:lstStyle/>
          <a:p>
            <a:r>
              <a:rPr lang="en-US" sz="1600">
                <a:solidFill>
                  <a:schemeClr val="accent2">
                    <a:lumMod val="50000"/>
                  </a:schemeClr>
                </a:solidFill>
                <a:latin typeface="Montserrat" panose="00000500000000000000" pitchFamily="2" charset="0"/>
              </a:rPr>
              <a:t>We propose a dual-skilled retainer team of Data Engineering and Data Science </a:t>
            </a:r>
            <a:r>
              <a:rPr lang="en-US" sz="1600" err="1">
                <a:solidFill>
                  <a:schemeClr val="accent2">
                    <a:lumMod val="50000"/>
                  </a:schemeClr>
                </a:solidFill>
                <a:latin typeface="Montserrat" panose="00000500000000000000" pitchFamily="2" charset="0"/>
              </a:rPr>
              <a:t>practioners</a:t>
            </a:r>
            <a:r>
              <a:rPr lang="en-US" sz="1600">
                <a:solidFill>
                  <a:schemeClr val="accent2">
                    <a:lumMod val="50000"/>
                  </a:schemeClr>
                </a:solidFill>
                <a:latin typeface="Montserrat" panose="00000500000000000000" pitchFamily="2" charset="0"/>
              </a:rPr>
              <a:t> that co-develops, implements, and transitions to a modern ML production environment.</a:t>
            </a:r>
          </a:p>
        </p:txBody>
      </p:sp>
    </p:spTree>
    <p:extLst>
      <p:ext uri="{BB962C8B-B14F-4D97-AF65-F5344CB8AC3E}">
        <p14:creationId xmlns:p14="http://schemas.microsoft.com/office/powerpoint/2010/main" val="3432275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35C46511-2F9D-27C0-1136-D93E45C6DAF5}"/>
              </a:ext>
            </a:extLst>
          </p:cNvPr>
          <p:cNvSpPr/>
          <p:nvPr/>
        </p:nvSpPr>
        <p:spPr>
          <a:xfrm>
            <a:off x="139050" y="1828862"/>
            <a:ext cx="11915487" cy="4029013"/>
          </a:xfrm>
          <a:prstGeom prst="rect">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Title 2">
            <a:extLst>
              <a:ext uri="{FF2B5EF4-FFF2-40B4-BE49-F238E27FC236}">
                <a16:creationId xmlns:a16="http://schemas.microsoft.com/office/drawing/2014/main" id="{EBFEF894-C94F-00A7-7668-C0EC6DDE7997}"/>
              </a:ext>
            </a:extLst>
          </p:cNvPr>
          <p:cNvSpPr>
            <a:spLocks noGrp="1"/>
          </p:cNvSpPr>
          <p:nvPr>
            <p:ph type="title"/>
          </p:nvPr>
        </p:nvSpPr>
        <p:spPr/>
        <p:txBody>
          <a:bodyPr/>
          <a:lstStyle/>
          <a:p>
            <a:r>
              <a:rPr lang="en-US"/>
              <a:t>Illustrative Timeline</a:t>
            </a:r>
            <a:endParaRPr lang="en-IN"/>
          </a:p>
        </p:txBody>
      </p:sp>
      <p:sp>
        <p:nvSpPr>
          <p:cNvPr id="36" name="TextBox 35">
            <a:extLst>
              <a:ext uri="{FF2B5EF4-FFF2-40B4-BE49-F238E27FC236}">
                <a16:creationId xmlns:a16="http://schemas.microsoft.com/office/drawing/2014/main" id="{8A3BFA4F-D0EF-1ECD-ABB3-AE180DF98C01}"/>
              </a:ext>
            </a:extLst>
          </p:cNvPr>
          <p:cNvSpPr txBox="1"/>
          <p:nvPr/>
        </p:nvSpPr>
        <p:spPr>
          <a:xfrm>
            <a:off x="421606" y="1930371"/>
            <a:ext cx="4825675"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a:solidFill>
                  <a:srgbClr val="000000"/>
                </a:solidFill>
                <a:latin typeface="Montserrat" panose="00000500000000000000" pitchFamily="2" charset="0"/>
                <a:ea typeface="Open Sans" panose="020B0606030504020204" pitchFamily="34" charset="0"/>
                <a:cs typeface="Open Sans" panose="020B0606030504020204" pitchFamily="34" charset="0"/>
              </a:rPr>
              <a:t>MLOPS FOUNDATION DELVELOPMENT</a:t>
            </a:r>
            <a:endParaRPr kumimoji="0" lang="en-US" sz="900" b="1" i="0" u="none" strike="noStrike" kern="0" cap="none" spc="0" normalizeH="0" baseline="0" noProof="0">
              <a:ln>
                <a:noFill/>
              </a:ln>
              <a:solidFill>
                <a:srgbClr val="000000"/>
              </a:solidFill>
              <a:effectLst/>
              <a:uLnTx/>
              <a:uFillTx/>
              <a:latin typeface="Montserrat" panose="00000500000000000000" pitchFamily="2" charset="0"/>
            </a:endParaRPr>
          </a:p>
        </p:txBody>
      </p:sp>
      <p:graphicFrame>
        <p:nvGraphicFramePr>
          <p:cNvPr id="37" name="Table 36">
            <a:extLst>
              <a:ext uri="{FF2B5EF4-FFF2-40B4-BE49-F238E27FC236}">
                <a16:creationId xmlns:a16="http://schemas.microsoft.com/office/drawing/2014/main" id="{EFB06BCD-8DBC-9FC4-E9F5-15FDE1CA4F0E}"/>
              </a:ext>
            </a:extLst>
          </p:cNvPr>
          <p:cNvGraphicFramePr>
            <a:graphicFrameLocks noGrp="1"/>
          </p:cNvGraphicFramePr>
          <p:nvPr>
            <p:extLst>
              <p:ext uri="{D42A27DB-BD31-4B8C-83A1-F6EECF244321}">
                <p14:modId xmlns:p14="http://schemas.microsoft.com/office/powerpoint/2010/main" val="3734710764"/>
              </p:ext>
            </p:extLst>
          </p:nvPr>
        </p:nvGraphicFramePr>
        <p:xfrm>
          <a:off x="249195" y="2171520"/>
          <a:ext cx="11689176" cy="250953"/>
        </p:xfrm>
        <a:graphic>
          <a:graphicData uri="http://schemas.openxmlformats.org/drawingml/2006/table">
            <a:tbl>
              <a:tblPr firstRow="1" bandRow="1">
                <a:tableStyleId>{F5AB1C69-6EDB-4FF4-983F-18BD219EF322}</a:tableStyleId>
              </a:tblPr>
              <a:tblGrid>
                <a:gridCol w="1948196">
                  <a:extLst>
                    <a:ext uri="{9D8B030D-6E8A-4147-A177-3AD203B41FA5}">
                      <a16:colId xmlns:a16="http://schemas.microsoft.com/office/drawing/2014/main" val="2190796455"/>
                    </a:ext>
                  </a:extLst>
                </a:gridCol>
                <a:gridCol w="1948196">
                  <a:extLst>
                    <a:ext uri="{9D8B030D-6E8A-4147-A177-3AD203B41FA5}">
                      <a16:colId xmlns:a16="http://schemas.microsoft.com/office/drawing/2014/main" val="512579614"/>
                    </a:ext>
                  </a:extLst>
                </a:gridCol>
                <a:gridCol w="1948196">
                  <a:extLst>
                    <a:ext uri="{9D8B030D-6E8A-4147-A177-3AD203B41FA5}">
                      <a16:colId xmlns:a16="http://schemas.microsoft.com/office/drawing/2014/main" val="422884862"/>
                    </a:ext>
                  </a:extLst>
                </a:gridCol>
                <a:gridCol w="1948196">
                  <a:extLst>
                    <a:ext uri="{9D8B030D-6E8A-4147-A177-3AD203B41FA5}">
                      <a16:colId xmlns:a16="http://schemas.microsoft.com/office/drawing/2014/main" val="1297481496"/>
                    </a:ext>
                  </a:extLst>
                </a:gridCol>
                <a:gridCol w="1948196">
                  <a:extLst>
                    <a:ext uri="{9D8B030D-6E8A-4147-A177-3AD203B41FA5}">
                      <a16:colId xmlns:a16="http://schemas.microsoft.com/office/drawing/2014/main" val="696999320"/>
                    </a:ext>
                  </a:extLst>
                </a:gridCol>
                <a:gridCol w="1948196">
                  <a:extLst>
                    <a:ext uri="{9D8B030D-6E8A-4147-A177-3AD203B41FA5}">
                      <a16:colId xmlns:a16="http://schemas.microsoft.com/office/drawing/2014/main" val="2517378783"/>
                    </a:ext>
                  </a:extLst>
                </a:gridCol>
              </a:tblGrid>
              <a:tr h="250953">
                <a:tc>
                  <a:txBody>
                    <a:bodyPr/>
                    <a:lstStyle/>
                    <a:p>
                      <a:pPr algn="ctr"/>
                      <a:r>
                        <a:rPr lang="en-US" sz="1000" b="0">
                          <a:solidFill>
                            <a:schemeClr val="tx1"/>
                          </a:solidFill>
                          <a:latin typeface="Montserrat" panose="00000500000000000000" pitchFamily="2" charset="0"/>
                        </a:rPr>
                        <a:t>Month 1</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0">
                          <a:solidFill>
                            <a:schemeClr val="tx1"/>
                          </a:solidFill>
                          <a:latin typeface="Montserrat" panose="00000500000000000000" pitchFamily="2" charset="0"/>
                        </a:rPr>
                        <a:t>Month 2</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0">
                          <a:solidFill>
                            <a:schemeClr val="tx1"/>
                          </a:solidFill>
                          <a:latin typeface="Montserrat" panose="00000500000000000000" pitchFamily="2" charset="0"/>
                        </a:rPr>
                        <a:t>Month 3</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0">
                          <a:solidFill>
                            <a:schemeClr val="tx1"/>
                          </a:solidFill>
                          <a:latin typeface="Montserrat" panose="00000500000000000000" pitchFamily="2" charset="0"/>
                        </a:rPr>
                        <a:t>Month 4</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0">
                          <a:solidFill>
                            <a:schemeClr val="tx1"/>
                          </a:solidFill>
                          <a:latin typeface="Montserrat" panose="00000500000000000000" pitchFamily="2" charset="0"/>
                        </a:rPr>
                        <a:t>Month 5</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0">
                          <a:solidFill>
                            <a:schemeClr val="tx1"/>
                          </a:solidFill>
                          <a:latin typeface="Montserrat" panose="00000500000000000000" pitchFamily="2" charset="0"/>
                        </a:rPr>
                        <a:t>Month 6</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686909161"/>
                  </a:ext>
                </a:extLst>
              </a:tr>
            </a:tbl>
          </a:graphicData>
        </a:graphic>
      </p:graphicFrame>
      <p:sp>
        <p:nvSpPr>
          <p:cNvPr id="2" name="TextBox 1">
            <a:extLst>
              <a:ext uri="{FF2B5EF4-FFF2-40B4-BE49-F238E27FC236}">
                <a16:creationId xmlns:a16="http://schemas.microsoft.com/office/drawing/2014/main" id="{0339928A-AB61-1B26-8953-9E91CE7F5EE9}"/>
              </a:ext>
            </a:extLst>
          </p:cNvPr>
          <p:cNvSpPr txBox="1"/>
          <p:nvPr/>
        </p:nvSpPr>
        <p:spPr>
          <a:xfrm>
            <a:off x="249198" y="2543722"/>
            <a:ext cx="2471141" cy="261610"/>
          </a:xfrm>
          <a:prstGeom prst="rect">
            <a:avLst/>
          </a:prstGeom>
          <a:solidFill>
            <a:schemeClr val="accent2"/>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Montserrat" panose="00000500000000000000" pitchFamily="2" charset="0"/>
                <a:ea typeface="Open Sans" panose="020B0606030504020204" pitchFamily="34" charset="0"/>
                <a:cs typeface="Open Sans" panose="020B0606030504020204" pitchFamily="34" charset="0"/>
              </a:rPr>
              <a:t>Discovery and Planning</a:t>
            </a:r>
            <a:endParaRPr kumimoji="0" lang="en-US" sz="1100" i="0" u="none" strike="noStrike" kern="0" cap="none" spc="0" normalizeH="0" baseline="0" noProof="0">
              <a:ln>
                <a:noFill/>
              </a:ln>
              <a:solidFill>
                <a:srgbClr val="000000"/>
              </a:solidFill>
              <a:effectLst/>
              <a:uLnTx/>
              <a:uFillTx/>
              <a:latin typeface="Montserrat" panose="00000500000000000000" pitchFamily="2" charset="0"/>
            </a:endParaRPr>
          </a:p>
        </p:txBody>
      </p:sp>
      <p:sp>
        <p:nvSpPr>
          <p:cNvPr id="4" name="TextBox 3">
            <a:extLst>
              <a:ext uri="{FF2B5EF4-FFF2-40B4-BE49-F238E27FC236}">
                <a16:creationId xmlns:a16="http://schemas.microsoft.com/office/drawing/2014/main" id="{854768B9-415B-0104-DBEC-5AB98B69A72F}"/>
              </a:ext>
            </a:extLst>
          </p:cNvPr>
          <p:cNvSpPr txBox="1"/>
          <p:nvPr/>
        </p:nvSpPr>
        <p:spPr>
          <a:xfrm>
            <a:off x="249196" y="2805332"/>
            <a:ext cx="2267018" cy="2139047"/>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Team mobilization and access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Confirm model inventory, priorities, and stakeholders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Audit current state (models, pipelines, data sources)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Infrastructure readiness assessment (Snowflake, downstream tools)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Align on governance, </a:t>
            </a:r>
            <a:r>
              <a:rPr lang="en-US" sz="900" err="1">
                <a:solidFill>
                  <a:schemeClr val="bg1"/>
                </a:solidFill>
                <a:latin typeface="Montserrat" panose="00000500000000000000" pitchFamily="2" charset="0"/>
              </a:rPr>
              <a:t>MLOps</a:t>
            </a:r>
            <a:r>
              <a:rPr lang="en-US" sz="900">
                <a:solidFill>
                  <a:schemeClr val="bg1"/>
                </a:solidFill>
                <a:latin typeface="Montserrat" panose="00000500000000000000" pitchFamily="2" charset="0"/>
              </a:rPr>
              <a:t> goals, and collaboration model</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Define success metrics and initial backlog</a:t>
            </a:r>
          </a:p>
          <a:p>
            <a:pPr>
              <a:spcAft>
                <a:spcPts val="300"/>
              </a:spcAft>
            </a:pPr>
            <a:endParaRPr lang="en-US" sz="1000">
              <a:latin typeface="Montserrat" panose="00000500000000000000" pitchFamily="2" charset="0"/>
            </a:endParaRPr>
          </a:p>
        </p:txBody>
      </p:sp>
      <p:sp>
        <p:nvSpPr>
          <p:cNvPr id="5" name="TextBox 4">
            <a:extLst>
              <a:ext uri="{FF2B5EF4-FFF2-40B4-BE49-F238E27FC236}">
                <a16:creationId xmlns:a16="http://schemas.microsoft.com/office/drawing/2014/main" id="{1B971C6B-18EC-9D97-C768-8C68604ED762}"/>
              </a:ext>
            </a:extLst>
          </p:cNvPr>
          <p:cNvSpPr txBox="1"/>
          <p:nvPr/>
        </p:nvSpPr>
        <p:spPr>
          <a:xfrm>
            <a:off x="2728965" y="2823744"/>
            <a:ext cx="1887338" cy="261610"/>
          </a:xfrm>
          <a:prstGeom prst="rect">
            <a:avLst/>
          </a:prstGeom>
          <a:solidFill>
            <a:schemeClr val="accent1">
              <a:lumMod val="25000"/>
              <a:lumOff val="75000"/>
            </a:schemeClr>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Montserrat" panose="00000500000000000000" pitchFamily="2" charset="0"/>
                <a:ea typeface="Open Sans" panose="020B0606030504020204" pitchFamily="34" charset="0"/>
                <a:cs typeface="Open Sans" panose="020B0606030504020204" pitchFamily="34" charset="0"/>
              </a:rPr>
              <a:t>Foundational Set-Up</a:t>
            </a:r>
            <a:endParaRPr kumimoji="0" lang="en-US" sz="1100" i="0" u="none" strike="noStrike" kern="0" cap="none" spc="0" normalizeH="0" baseline="0" noProof="0">
              <a:ln>
                <a:noFill/>
              </a:ln>
              <a:solidFill>
                <a:srgbClr val="000000"/>
              </a:solidFill>
              <a:effectLst/>
              <a:uLnTx/>
              <a:uFillTx/>
              <a:latin typeface="Montserrat" panose="00000500000000000000" pitchFamily="2" charset="0"/>
            </a:endParaRPr>
          </a:p>
        </p:txBody>
      </p:sp>
      <p:sp>
        <p:nvSpPr>
          <p:cNvPr id="10" name="TextBox 9">
            <a:extLst>
              <a:ext uri="{FF2B5EF4-FFF2-40B4-BE49-F238E27FC236}">
                <a16:creationId xmlns:a16="http://schemas.microsoft.com/office/drawing/2014/main" id="{8EB55D7D-DBBB-5205-74C0-23FD9F54C283}"/>
              </a:ext>
            </a:extLst>
          </p:cNvPr>
          <p:cNvSpPr txBox="1"/>
          <p:nvPr/>
        </p:nvSpPr>
        <p:spPr>
          <a:xfrm>
            <a:off x="2680911" y="3085354"/>
            <a:ext cx="1887338" cy="1869743"/>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Stand up Git-based </a:t>
            </a:r>
            <a:r>
              <a:rPr lang="en-US" sz="900" err="1">
                <a:solidFill>
                  <a:schemeClr val="bg1"/>
                </a:solidFill>
                <a:latin typeface="Montserrat" panose="00000500000000000000" pitchFamily="2" charset="0"/>
              </a:rPr>
              <a:t>MLOps</a:t>
            </a:r>
            <a:r>
              <a:rPr lang="en-US" sz="900">
                <a:solidFill>
                  <a:schemeClr val="bg1"/>
                </a:solidFill>
                <a:latin typeface="Montserrat" panose="00000500000000000000" pitchFamily="2" charset="0"/>
              </a:rPr>
              <a:t> framework and CI/CD pipelines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Design and begin building Snowflake-native feature store</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Start migrating 1–2 high-priority models (R to Python/Snowflake ML)</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Begin defining monitoring/observability framework</a:t>
            </a:r>
          </a:p>
        </p:txBody>
      </p:sp>
      <p:sp>
        <p:nvSpPr>
          <p:cNvPr id="11" name="TextBox 10">
            <a:extLst>
              <a:ext uri="{FF2B5EF4-FFF2-40B4-BE49-F238E27FC236}">
                <a16:creationId xmlns:a16="http://schemas.microsoft.com/office/drawing/2014/main" id="{0080636D-7ED7-2F4A-201C-15A84D34F85E}"/>
              </a:ext>
            </a:extLst>
          </p:cNvPr>
          <p:cNvSpPr txBox="1"/>
          <p:nvPr/>
        </p:nvSpPr>
        <p:spPr>
          <a:xfrm>
            <a:off x="4637402" y="3108915"/>
            <a:ext cx="3333115" cy="261610"/>
          </a:xfrm>
          <a:prstGeom prst="rect">
            <a:avLst/>
          </a:prstGeom>
          <a:solidFill>
            <a:schemeClr val="tx2">
              <a:lumMod val="75000"/>
            </a:schemeClr>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Montserrat" panose="00000500000000000000" pitchFamily="2" charset="0"/>
                <a:ea typeface="Open Sans" panose="020B0606030504020204" pitchFamily="34" charset="0"/>
                <a:cs typeface="Open Sans" panose="020B0606030504020204" pitchFamily="34" charset="0"/>
              </a:rPr>
              <a:t>Model Migration and </a:t>
            </a:r>
            <a:r>
              <a:rPr lang="en-US" sz="1100" kern="0" err="1">
                <a:solidFill>
                  <a:srgbClr val="000000"/>
                </a:solidFill>
                <a:latin typeface="Montserrat" panose="00000500000000000000" pitchFamily="2" charset="0"/>
                <a:ea typeface="Open Sans" panose="020B0606030504020204" pitchFamily="34" charset="0"/>
                <a:cs typeface="Open Sans" panose="020B0606030504020204" pitchFamily="34" charset="0"/>
              </a:rPr>
              <a:t>MLOps</a:t>
            </a:r>
            <a:r>
              <a:rPr lang="en-US" sz="1100" kern="0">
                <a:solidFill>
                  <a:srgbClr val="000000"/>
                </a:solidFill>
                <a:latin typeface="Montserrat" panose="00000500000000000000" pitchFamily="2" charset="0"/>
                <a:ea typeface="Open Sans" panose="020B0606030504020204" pitchFamily="34" charset="0"/>
                <a:cs typeface="Open Sans" panose="020B0606030504020204" pitchFamily="34" charset="0"/>
              </a:rPr>
              <a:t> Hardening</a:t>
            </a:r>
            <a:endParaRPr kumimoji="0" lang="en-US" sz="1100" i="0" u="none" strike="noStrike" kern="0" cap="none" spc="0" normalizeH="0" baseline="0" noProof="0">
              <a:ln>
                <a:noFill/>
              </a:ln>
              <a:solidFill>
                <a:srgbClr val="000000"/>
              </a:solidFill>
              <a:effectLst/>
              <a:uLnTx/>
              <a:uFillTx/>
              <a:latin typeface="Montserrat" panose="00000500000000000000" pitchFamily="2" charset="0"/>
            </a:endParaRPr>
          </a:p>
        </p:txBody>
      </p:sp>
      <p:sp>
        <p:nvSpPr>
          <p:cNvPr id="17" name="TextBox 16">
            <a:extLst>
              <a:ext uri="{FF2B5EF4-FFF2-40B4-BE49-F238E27FC236}">
                <a16:creationId xmlns:a16="http://schemas.microsoft.com/office/drawing/2014/main" id="{5C67695C-4AD2-67C7-5CFE-E4E69210A334}"/>
              </a:ext>
            </a:extLst>
          </p:cNvPr>
          <p:cNvSpPr txBox="1"/>
          <p:nvPr/>
        </p:nvSpPr>
        <p:spPr>
          <a:xfrm>
            <a:off x="4616304" y="3370525"/>
            <a:ext cx="3333116" cy="1177245"/>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Complete migration of initial batch of models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Operationalize retraining workflows and model scoring pipelines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Implement model versioning and performance monitoring</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Embed </a:t>
            </a:r>
            <a:r>
              <a:rPr lang="en-US" sz="900" err="1">
                <a:solidFill>
                  <a:schemeClr val="bg1"/>
                </a:solidFill>
                <a:latin typeface="Montserrat" panose="00000500000000000000" pitchFamily="2" charset="0"/>
              </a:rPr>
              <a:t>Streamlit</a:t>
            </a:r>
            <a:r>
              <a:rPr lang="en-US" sz="900">
                <a:solidFill>
                  <a:schemeClr val="bg1"/>
                </a:solidFill>
                <a:latin typeface="Montserrat" panose="00000500000000000000" pitchFamily="2" charset="0"/>
              </a:rPr>
              <a:t> dashboards for model and feature monitoring (pilot)</a:t>
            </a:r>
          </a:p>
        </p:txBody>
      </p:sp>
      <p:sp>
        <p:nvSpPr>
          <p:cNvPr id="18" name="TextBox 17">
            <a:extLst>
              <a:ext uri="{FF2B5EF4-FFF2-40B4-BE49-F238E27FC236}">
                <a16:creationId xmlns:a16="http://schemas.microsoft.com/office/drawing/2014/main" id="{E4ED00DF-4EDC-9A0F-036C-E891F7E01DE9}"/>
              </a:ext>
            </a:extLst>
          </p:cNvPr>
          <p:cNvSpPr txBox="1"/>
          <p:nvPr/>
        </p:nvSpPr>
        <p:spPr>
          <a:xfrm>
            <a:off x="7999964" y="3370525"/>
            <a:ext cx="1954483" cy="261610"/>
          </a:xfrm>
          <a:prstGeom prst="rect">
            <a:avLst/>
          </a:prstGeom>
          <a:solidFill>
            <a:schemeClr val="accent6">
              <a:lumMod val="25000"/>
              <a:lumOff val="75000"/>
            </a:schemeClr>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Montserrat" panose="00000500000000000000" pitchFamily="2" charset="0"/>
                <a:ea typeface="Open Sans" panose="020B0606030504020204" pitchFamily="34" charset="0"/>
                <a:cs typeface="Open Sans" panose="020B0606030504020204" pitchFamily="34" charset="0"/>
              </a:rPr>
              <a:t>Governance &amp; Expansion</a:t>
            </a:r>
            <a:endParaRPr kumimoji="0" lang="en-US" sz="1100" i="0" u="none" strike="noStrike" kern="0" cap="none" spc="0" normalizeH="0" baseline="0" noProof="0">
              <a:ln>
                <a:noFill/>
              </a:ln>
              <a:solidFill>
                <a:srgbClr val="000000"/>
              </a:solidFill>
              <a:effectLst/>
              <a:uLnTx/>
              <a:uFillTx/>
              <a:latin typeface="Montserrat" panose="00000500000000000000" pitchFamily="2" charset="0"/>
            </a:endParaRPr>
          </a:p>
        </p:txBody>
      </p:sp>
      <p:sp>
        <p:nvSpPr>
          <p:cNvPr id="34" name="TextBox 33">
            <a:extLst>
              <a:ext uri="{FF2B5EF4-FFF2-40B4-BE49-F238E27FC236}">
                <a16:creationId xmlns:a16="http://schemas.microsoft.com/office/drawing/2014/main" id="{EECFE487-8B8C-9CC1-68E4-B45176419B2C}"/>
              </a:ext>
            </a:extLst>
          </p:cNvPr>
          <p:cNvSpPr txBox="1"/>
          <p:nvPr/>
        </p:nvSpPr>
        <p:spPr>
          <a:xfrm>
            <a:off x="7970523" y="3644796"/>
            <a:ext cx="1983924" cy="1554272"/>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Finalize and document playbooks for model deployment, testing, and impact measurement</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Begin onboarding additional models using refined approach</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Expand feature store and begin driving reuse across DS team</a:t>
            </a:r>
          </a:p>
        </p:txBody>
      </p:sp>
      <p:sp>
        <p:nvSpPr>
          <p:cNvPr id="38" name="TextBox 37">
            <a:extLst>
              <a:ext uri="{FF2B5EF4-FFF2-40B4-BE49-F238E27FC236}">
                <a16:creationId xmlns:a16="http://schemas.microsoft.com/office/drawing/2014/main" id="{06FAD739-08BA-DA45-01F1-C6748F47E700}"/>
              </a:ext>
            </a:extLst>
          </p:cNvPr>
          <p:cNvSpPr txBox="1"/>
          <p:nvPr/>
        </p:nvSpPr>
        <p:spPr>
          <a:xfrm>
            <a:off x="9954447" y="3644796"/>
            <a:ext cx="1983924" cy="261610"/>
          </a:xfrm>
          <a:prstGeom prst="rect">
            <a:avLst/>
          </a:prstGeom>
          <a:solidFill>
            <a:schemeClr val="accent5">
              <a:lumMod val="25000"/>
              <a:lumOff val="75000"/>
            </a:schemeClr>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Montserrat" panose="00000500000000000000" pitchFamily="2" charset="0"/>
                <a:ea typeface="Open Sans" panose="020B0606030504020204" pitchFamily="34" charset="0"/>
                <a:cs typeface="Open Sans" panose="020B0606030504020204" pitchFamily="34" charset="0"/>
              </a:rPr>
              <a:t>Enablement and KT</a:t>
            </a:r>
            <a:endParaRPr kumimoji="0" lang="en-US" sz="1100" i="0" u="none" strike="noStrike" kern="0" cap="none" spc="0" normalizeH="0" baseline="0" noProof="0">
              <a:ln>
                <a:noFill/>
              </a:ln>
              <a:solidFill>
                <a:srgbClr val="000000"/>
              </a:solidFill>
              <a:effectLst/>
              <a:uLnTx/>
              <a:uFillTx/>
              <a:latin typeface="Montserrat" panose="00000500000000000000" pitchFamily="2" charset="0"/>
            </a:endParaRPr>
          </a:p>
        </p:txBody>
      </p:sp>
      <p:sp>
        <p:nvSpPr>
          <p:cNvPr id="39" name="TextBox 38">
            <a:extLst>
              <a:ext uri="{FF2B5EF4-FFF2-40B4-BE49-F238E27FC236}">
                <a16:creationId xmlns:a16="http://schemas.microsoft.com/office/drawing/2014/main" id="{610199C6-A935-9AF4-4D98-9D75F3F8C59A}"/>
              </a:ext>
            </a:extLst>
          </p:cNvPr>
          <p:cNvSpPr txBox="1"/>
          <p:nvPr/>
        </p:nvSpPr>
        <p:spPr>
          <a:xfrm>
            <a:off x="9954441" y="3921794"/>
            <a:ext cx="2100097" cy="1592744"/>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Co-develop training materials for internal team</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Transfer ownership of CI/CD and monitoring frameworks</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Final review of deployed models, dashboards, and infrastructure</a:t>
            </a:r>
          </a:p>
          <a:p>
            <a:pPr marL="171450" indent="-171450">
              <a:spcAft>
                <a:spcPts val="300"/>
              </a:spcAft>
              <a:buFont typeface="Arial" panose="020B0604020202020204" pitchFamily="34" charset="0"/>
              <a:buChar char="•"/>
            </a:pPr>
            <a:r>
              <a:rPr lang="en-US" sz="900">
                <a:solidFill>
                  <a:schemeClr val="bg1"/>
                </a:solidFill>
                <a:latin typeface="Montserrat" panose="00000500000000000000" pitchFamily="2" charset="0"/>
              </a:rPr>
              <a:t>Roadmap and staffing plan for Phase 2 (continued scale + innovation)</a:t>
            </a:r>
          </a:p>
        </p:txBody>
      </p:sp>
      <p:sp>
        <p:nvSpPr>
          <p:cNvPr id="6" name="TextBox 5">
            <a:extLst>
              <a:ext uri="{FF2B5EF4-FFF2-40B4-BE49-F238E27FC236}">
                <a16:creationId xmlns:a16="http://schemas.microsoft.com/office/drawing/2014/main" id="{049E750A-64A0-AC41-6E9C-7FCDB0EBF71C}"/>
              </a:ext>
            </a:extLst>
          </p:cNvPr>
          <p:cNvSpPr txBox="1"/>
          <p:nvPr/>
        </p:nvSpPr>
        <p:spPr>
          <a:xfrm>
            <a:off x="968919" y="1314474"/>
            <a:ext cx="10461034" cy="338554"/>
          </a:xfrm>
          <a:prstGeom prst="rect">
            <a:avLst/>
          </a:prstGeom>
          <a:noFill/>
        </p:spPr>
        <p:txBody>
          <a:bodyPr wrap="square" lIns="91440" tIns="45720" rIns="91440" bIns="45720" anchor="t">
            <a:spAutoFit/>
          </a:bodyPr>
          <a:lstStyle/>
          <a:p>
            <a:r>
              <a:rPr lang="en-US" sz="1600">
                <a:solidFill>
                  <a:schemeClr val="accent2">
                    <a:lumMod val="50000"/>
                  </a:schemeClr>
                </a:solidFill>
                <a:latin typeface="Montserrat" panose="00000500000000000000" pitchFamily="2" charset="0"/>
              </a:rPr>
              <a:t>Blend will co-create process foundations with your team to ensure adoption and high impact</a:t>
            </a:r>
          </a:p>
        </p:txBody>
      </p:sp>
    </p:spTree>
    <p:extLst>
      <p:ext uri="{BB962C8B-B14F-4D97-AF65-F5344CB8AC3E}">
        <p14:creationId xmlns:p14="http://schemas.microsoft.com/office/powerpoint/2010/main" val="40943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C9D9-60E5-CEC5-872D-2E3A1E9E63F5}"/>
            </a:ext>
          </a:extLst>
        </p:cNvPr>
        <p:cNvGrpSpPr/>
        <p:nvPr/>
      </p:nvGrpSpPr>
      <p:grpSpPr>
        <a:xfrm>
          <a:off x="0" y="0"/>
          <a:ext cx="0" cy="0"/>
          <a:chOff x="0" y="0"/>
          <a:chExt cx="0" cy="0"/>
        </a:xfrm>
      </p:grpSpPr>
      <p:sp>
        <p:nvSpPr>
          <p:cNvPr id="43" name="Text Placeholder 42">
            <a:extLst>
              <a:ext uri="{FF2B5EF4-FFF2-40B4-BE49-F238E27FC236}">
                <a16:creationId xmlns:a16="http://schemas.microsoft.com/office/drawing/2014/main" id="{941B8BEE-5142-4F0D-A7BE-3226F76636FB}"/>
              </a:ext>
            </a:extLst>
          </p:cNvPr>
          <p:cNvSpPr>
            <a:spLocks noGrp="1"/>
          </p:cNvSpPr>
          <p:nvPr>
            <p:ph type="body" sz="quarter" idx="14"/>
          </p:nvPr>
        </p:nvSpPr>
        <p:spPr>
          <a:xfrm>
            <a:off x="570540" y="1285227"/>
            <a:ext cx="5306153" cy="4948303"/>
          </a:xfrm>
        </p:spPr>
        <p:txBody>
          <a:bodyPr>
            <a:normAutofit fontScale="85000" lnSpcReduction="20000"/>
          </a:bodyPr>
          <a:lstStyle/>
          <a:p>
            <a:endParaRPr lang="en-US" sz="1600" b="1"/>
          </a:p>
          <a:p>
            <a:r>
              <a:rPr lang="en-US" sz="1600" b="1"/>
              <a:t>Delivery Leader</a:t>
            </a:r>
            <a:endParaRPr lang="en-US" sz="1400"/>
          </a:p>
          <a:p>
            <a:pPr marL="285750" indent="-285750">
              <a:spcBef>
                <a:spcPts val="600"/>
              </a:spcBef>
              <a:buFont typeface="Arial" panose="020B0604020202020204" pitchFamily="34" charset="0"/>
              <a:buChar char="•"/>
            </a:pPr>
            <a:r>
              <a:rPr lang="en-US" sz="1300">
                <a:latin typeface="Aptos" panose="020B0004020202020204" pitchFamily="34" charset="0"/>
              </a:rPr>
              <a:t>Owns overall project delivery, ensures alignment with NCL’s goals, and guides both strategic and technical direction. Acts as primary point of contact and ensures cross-functional coordination.</a:t>
            </a:r>
          </a:p>
          <a:p>
            <a:pPr>
              <a:spcBef>
                <a:spcPts val="600"/>
              </a:spcBef>
            </a:pPr>
            <a:r>
              <a:rPr lang="en-US" sz="1600" b="1"/>
              <a:t>Data Engineering Leader</a:t>
            </a:r>
          </a:p>
          <a:p>
            <a:pPr marL="285750" indent="-285750">
              <a:spcBef>
                <a:spcPts val="600"/>
              </a:spcBef>
              <a:buFont typeface="Arial" panose="020B0604020202020204" pitchFamily="34" charset="0"/>
              <a:buChar char="•"/>
            </a:pPr>
            <a:r>
              <a:rPr lang="en-US" sz="1300">
                <a:latin typeface="Aptos" panose="020B0004020202020204" pitchFamily="34" charset="0"/>
              </a:rPr>
              <a:t>Leads architecture and implementation of the Snowflake-based ML infrastructure, including the feature store, model pipelines, and </a:t>
            </a:r>
            <a:r>
              <a:rPr lang="en-US" sz="1300" err="1">
                <a:latin typeface="Aptos" panose="020B0004020202020204" pitchFamily="34" charset="0"/>
              </a:rPr>
              <a:t>MLOps</a:t>
            </a:r>
            <a:r>
              <a:rPr lang="en-US" sz="1300">
                <a:latin typeface="Aptos" panose="020B0004020202020204" pitchFamily="34" charset="0"/>
              </a:rPr>
              <a:t> integration. </a:t>
            </a:r>
          </a:p>
          <a:p>
            <a:pPr marL="285750" indent="-285750">
              <a:spcBef>
                <a:spcPts val="600"/>
              </a:spcBef>
              <a:buFont typeface="Arial" panose="020B0604020202020204" pitchFamily="34" charset="0"/>
              <a:buChar char="•"/>
            </a:pPr>
            <a:r>
              <a:rPr lang="en-US" sz="1300">
                <a:latin typeface="Aptos" panose="020B0004020202020204" pitchFamily="34" charset="0"/>
              </a:rPr>
              <a:t>Drives best practices and ensures scalability.</a:t>
            </a:r>
          </a:p>
          <a:p>
            <a:pPr>
              <a:spcBef>
                <a:spcPts val="600"/>
              </a:spcBef>
            </a:pPr>
            <a:r>
              <a:rPr lang="en-US" sz="1600" b="1"/>
              <a:t>Data Engineer</a:t>
            </a:r>
          </a:p>
          <a:p>
            <a:pPr marL="285750" indent="-285750">
              <a:spcBef>
                <a:spcPts val="600"/>
              </a:spcBef>
              <a:buFont typeface="Arial" panose="020B0604020202020204" pitchFamily="34" charset="0"/>
              <a:buChar char="•"/>
            </a:pPr>
            <a:r>
              <a:rPr lang="en-US" sz="1300">
                <a:latin typeface="Aptos" panose="020B0004020202020204" pitchFamily="34" charset="0"/>
              </a:rPr>
              <a:t>Executes the technical build of the feature store, CI/CD pipelines, and model scoring infrastructure within Snowflake. </a:t>
            </a:r>
          </a:p>
          <a:p>
            <a:pPr marL="285750" indent="-285750">
              <a:spcBef>
                <a:spcPts val="600"/>
              </a:spcBef>
              <a:buFont typeface="Arial" panose="020B0604020202020204" pitchFamily="34" charset="0"/>
              <a:buChar char="•"/>
            </a:pPr>
            <a:r>
              <a:rPr lang="en-US" sz="1300">
                <a:latin typeface="Aptos" panose="020B0004020202020204" pitchFamily="34" charset="0"/>
              </a:rPr>
              <a:t>Works closely with DS team to translate model requirements into production-ready code.</a:t>
            </a:r>
          </a:p>
          <a:p>
            <a:pPr>
              <a:spcBef>
                <a:spcPts val="600"/>
              </a:spcBef>
            </a:pPr>
            <a:r>
              <a:rPr lang="en-US" sz="1600" b="1"/>
              <a:t>Data Scientists (x2)</a:t>
            </a:r>
          </a:p>
          <a:p>
            <a:pPr marL="285750" indent="-285750">
              <a:spcBef>
                <a:spcPts val="600"/>
              </a:spcBef>
              <a:buFont typeface="Arial" panose="020B0604020202020204" pitchFamily="34" charset="0"/>
              <a:buChar char="•"/>
            </a:pPr>
            <a:r>
              <a:rPr lang="en-US" sz="1300">
                <a:latin typeface="Aptos" panose="020B0004020202020204" pitchFamily="34" charset="0"/>
              </a:rPr>
              <a:t>Collaborate on refactoring and migrating R-based models into the new ML environment. </a:t>
            </a:r>
          </a:p>
          <a:p>
            <a:pPr marL="285750" indent="-285750">
              <a:spcBef>
                <a:spcPts val="600"/>
              </a:spcBef>
              <a:buFont typeface="Arial" panose="020B0604020202020204" pitchFamily="34" charset="0"/>
              <a:buChar char="•"/>
            </a:pPr>
            <a:r>
              <a:rPr lang="en-US" sz="1300">
                <a:latin typeface="Aptos" panose="020B0004020202020204" pitchFamily="34" charset="0"/>
              </a:rPr>
              <a:t>Define and document features, evaluate model performance, support monitoring frameworks, and contribute to post-deployment testing design. </a:t>
            </a:r>
          </a:p>
          <a:p>
            <a:pPr marL="285750" indent="-285750">
              <a:spcBef>
                <a:spcPts val="600"/>
              </a:spcBef>
              <a:buFont typeface="Arial" panose="020B0604020202020204" pitchFamily="34" charset="0"/>
              <a:buChar char="•"/>
            </a:pPr>
            <a:r>
              <a:rPr lang="en-US" sz="1300">
                <a:latin typeface="Aptos" panose="020B0004020202020204" pitchFamily="34" charset="0"/>
              </a:rPr>
              <a:t>Define playbooks for model explainability, performance evaluation, health and lifecycle performance evaluation.</a:t>
            </a:r>
          </a:p>
          <a:p>
            <a:pPr>
              <a:spcBef>
                <a:spcPts val="600"/>
              </a:spcBef>
            </a:pPr>
            <a:r>
              <a:rPr lang="en-US" sz="1600" b="1" err="1"/>
              <a:t>MLOps</a:t>
            </a:r>
            <a:r>
              <a:rPr lang="en-US" sz="1600" b="1"/>
              <a:t> Practice Leader </a:t>
            </a:r>
            <a:r>
              <a:rPr lang="en-US" sz="1600"/>
              <a:t>(Blend investment)</a:t>
            </a:r>
          </a:p>
          <a:p>
            <a:pPr marL="285750" indent="-285750">
              <a:spcBef>
                <a:spcPts val="600"/>
              </a:spcBef>
              <a:buFont typeface="Arial" panose="020B0604020202020204" pitchFamily="34" charset="0"/>
              <a:buChar char="•"/>
            </a:pPr>
            <a:r>
              <a:rPr lang="en-US" sz="1300">
                <a:latin typeface="Aptos" panose="020B0004020202020204" pitchFamily="34" charset="0"/>
              </a:rPr>
              <a:t>Designs core </a:t>
            </a:r>
            <a:r>
              <a:rPr lang="en-US" sz="1300" err="1">
                <a:latin typeface="Aptos" panose="020B0004020202020204" pitchFamily="34" charset="0"/>
              </a:rPr>
              <a:t>MLOps</a:t>
            </a:r>
            <a:r>
              <a:rPr lang="en-US" sz="1300">
                <a:latin typeface="Aptos" panose="020B0004020202020204" pitchFamily="34" charset="0"/>
              </a:rPr>
              <a:t> framework (CI/CD, monitoring, Git workflows), co-develops scalable processes with NCL’s team, and provides strategic guidance to ensure long-term sustainability.</a:t>
            </a:r>
          </a:p>
        </p:txBody>
      </p:sp>
      <p:sp>
        <p:nvSpPr>
          <p:cNvPr id="45" name="Title 44">
            <a:extLst>
              <a:ext uri="{FF2B5EF4-FFF2-40B4-BE49-F238E27FC236}">
                <a16:creationId xmlns:a16="http://schemas.microsoft.com/office/drawing/2014/main" id="{7FBA4423-A6C2-4BFB-8352-9A0541115621}"/>
              </a:ext>
            </a:extLst>
          </p:cNvPr>
          <p:cNvSpPr>
            <a:spLocks noGrp="1"/>
          </p:cNvSpPr>
          <p:nvPr>
            <p:ph type="title"/>
          </p:nvPr>
        </p:nvSpPr>
        <p:spPr/>
        <p:txBody>
          <a:bodyPr/>
          <a:lstStyle/>
          <a:p>
            <a:r>
              <a:rPr lang="en-US"/>
              <a:t>Team &amp; Responsibilities</a:t>
            </a:r>
          </a:p>
        </p:txBody>
      </p:sp>
      <p:sp>
        <p:nvSpPr>
          <p:cNvPr id="46" name="Hexagon 45">
            <a:extLst>
              <a:ext uri="{FF2B5EF4-FFF2-40B4-BE49-F238E27FC236}">
                <a16:creationId xmlns:a16="http://schemas.microsoft.com/office/drawing/2014/main" id="{3C213C0E-B6F3-DB83-280C-48750FF1281D}"/>
              </a:ext>
            </a:extLst>
          </p:cNvPr>
          <p:cNvSpPr>
            <a:spLocks noChangeAspect="1"/>
          </p:cNvSpPr>
          <p:nvPr/>
        </p:nvSpPr>
        <p:spPr>
          <a:xfrm>
            <a:off x="6114003" y="2460001"/>
            <a:ext cx="2084869" cy="1775804"/>
          </a:xfrm>
          <a:prstGeom prst="hexagon">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28" tIns="45714" rIns="91428" bIns="45714" rtlCol="0" anchor="ctr"/>
          <a:lstStyle/>
          <a:p>
            <a:pPr algn="ctr"/>
            <a:r>
              <a:rPr lang="en-US" sz="1400" b="1">
                <a:solidFill>
                  <a:schemeClr val="tx1"/>
                </a:solidFill>
                <a:latin typeface="Montserrat" panose="00000500000000000000" pitchFamily="2" charset="0"/>
              </a:rPr>
              <a:t>Data Engineering Leader</a:t>
            </a:r>
            <a:endParaRPr lang="en-US" sz="1400">
              <a:solidFill>
                <a:schemeClr val="tx1"/>
              </a:solidFill>
              <a:latin typeface="Montserrat" panose="00000500000000000000" pitchFamily="2" charset="0"/>
            </a:endParaRPr>
          </a:p>
        </p:txBody>
      </p:sp>
      <p:sp>
        <p:nvSpPr>
          <p:cNvPr id="47" name="Hexagon 46">
            <a:extLst>
              <a:ext uri="{FF2B5EF4-FFF2-40B4-BE49-F238E27FC236}">
                <a16:creationId xmlns:a16="http://schemas.microsoft.com/office/drawing/2014/main" id="{005626D8-A894-DBAB-7C1B-4F80D0A8E241}"/>
              </a:ext>
            </a:extLst>
          </p:cNvPr>
          <p:cNvSpPr>
            <a:spLocks/>
          </p:cNvSpPr>
          <p:nvPr/>
        </p:nvSpPr>
        <p:spPr>
          <a:xfrm>
            <a:off x="7812156" y="1524643"/>
            <a:ext cx="2084869" cy="1770436"/>
          </a:xfrm>
          <a:prstGeom prst="hexagon">
            <a:avLst/>
          </a:prstGeom>
          <a:solidFill>
            <a:schemeClr val="bg2"/>
          </a:solidFill>
          <a:ln w="571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28" tIns="45714" rIns="91428" bIns="45714" rtlCol="0" anchor="ctr"/>
          <a:lstStyle/>
          <a:p>
            <a:pPr algn="ctr"/>
            <a:endParaRPr lang="en-US" sz="1400" b="1">
              <a:solidFill>
                <a:schemeClr val="tx1"/>
              </a:solidFill>
              <a:latin typeface="Montserrat" panose="00000500000000000000" pitchFamily="2" charset="0"/>
            </a:endParaRPr>
          </a:p>
          <a:p>
            <a:pPr algn="ctr"/>
            <a:r>
              <a:rPr lang="en-US" sz="1400" b="1">
                <a:solidFill>
                  <a:schemeClr val="tx1"/>
                </a:solidFill>
                <a:latin typeface="Montserrat" panose="00000500000000000000" pitchFamily="2" charset="0"/>
              </a:rPr>
              <a:t>Delivery Leader</a:t>
            </a:r>
            <a:br>
              <a:rPr lang="en-US" sz="1400" b="1">
                <a:solidFill>
                  <a:schemeClr val="tx1"/>
                </a:solidFill>
                <a:latin typeface="Montserrat" panose="00000500000000000000" pitchFamily="2" charset="0"/>
              </a:rPr>
            </a:br>
            <a:endParaRPr lang="en-US" sz="1400">
              <a:solidFill>
                <a:schemeClr val="tx1"/>
              </a:solidFill>
              <a:latin typeface="Montserrat" panose="00000500000000000000" pitchFamily="2" charset="0"/>
            </a:endParaRPr>
          </a:p>
        </p:txBody>
      </p:sp>
      <p:sp>
        <p:nvSpPr>
          <p:cNvPr id="48" name="Hexagon 47">
            <a:extLst>
              <a:ext uri="{FF2B5EF4-FFF2-40B4-BE49-F238E27FC236}">
                <a16:creationId xmlns:a16="http://schemas.microsoft.com/office/drawing/2014/main" id="{D36B02E7-ACF3-AB7B-3769-A46719715FAD}"/>
              </a:ext>
            </a:extLst>
          </p:cNvPr>
          <p:cNvSpPr>
            <a:spLocks noChangeAspect="1"/>
          </p:cNvSpPr>
          <p:nvPr/>
        </p:nvSpPr>
        <p:spPr>
          <a:xfrm>
            <a:off x="6108986" y="4310176"/>
            <a:ext cx="2108548" cy="1783921"/>
          </a:xfrm>
          <a:prstGeom prst="hexagon">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28" tIns="45714" rIns="91428" bIns="45714" rtlCol="0" anchor="ctr"/>
          <a:lstStyle/>
          <a:p>
            <a:pPr algn="ctr">
              <a:spcAft>
                <a:spcPts val="600"/>
              </a:spcAft>
            </a:pPr>
            <a:r>
              <a:rPr lang="en-US" sz="1400" b="1">
                <a:solidFill>
                  <a:schemeClr val="tx1"/>
                </a:solidFill>
                <a:latin typeface="Montserrat" panose="00000500000000000000" pitchFamily="2" charset="0"/>
              </a:rPr>
              <a:t>Data Engineer</a:t>
            </a:r>
          </a:p>
        </p:txBody>
      </p:sp>
      <p:sp>
        <p:nvSpPr>
          <p:cNvPr id="49" name="Hexagon 48">
            <a:extLst>
              <a:ext uri="{FF2B5EF4-FFF2-40B4-BE49-F238E27FC236}">
                <a16:creationId xmlns:a16="http://schemas.microsoft.com/office/drawing/2014/main" id="{254D2EBD-882B-1620-FE64-E052621B1383}"/>
              </a:ext>
            </a:extLst>
          </p:cNvPr>
          <p:cNvSpPr>
            <a:spLocks/>
          </p:cNvSpPr>
          <p:nvPr/>
        </p:nvSpPr>
        <p:spPr>
          <a:xfrm>
            <a:off x="7830818" y="3372189"/>
            <a:ext cx="2084869" cy="1783921"/>
          </a:xfrm>
          <a:prstGeom prst="hexagon">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28" tIns="45714" rIns="91428" bIns="45714" rtlCol="0" anchor="ctr"/>
          <a:lstStyle/>
          <a:p>
            <a:pPr algn="ctr">
              <a:spcAft>
                <a:spcPts val="600"/>
              </a:spcAft>
            </a:pPr>
            <a:r>
              <a:rPr lang="en-US" sz="1400" b="1">
                <a:solidFill>
                  <a:schemeClr val="tx1"/>
                </a:solidFill>
                <a:latin typeface="Montserrat" panose="00000500000000000000" pitchFamily="2" charset="0"/>
              </a:rPr>
              <a:t>Data Scientist</a:t>
            </a:r>
          </a:p>
        </p:txBody>
      </p:sp>
      <p:sp>
        <p:nvSpPr>
          <p:cNvPr id="51" name="Hexagon 50">
            <a:extLst>
              <a:ext uri="{FF2B5EF4-FFF2-40B4-BE49-F238E27FC236}">
                <a16:creationId xmlns:a16="http://schemas.microsoft.com/office/drawing/2014/main" id="{27BEC572-26CF-F10C-CD14-CDBB780B2E0B}"/>
              </a:ext>
            </a:extLst>
          </p:cNvPr>
          <p:cNvSpPr>
            <a:spLocks/>
          </p:cNvSpPr>
          <p:nvPr/>
        </p:nvSpPr>
        <p:spPr>
          <a:xfrm>
            <a:off x="9549192" y="2437176"/>
            <a:ext cx="2084869" cy="1770436"/>
          </a:xfrm>
          <a:prstGeom prst="hexagon">
            <a:avLst/>
          </a:prstGeom>
          <a:solidFill>
            <a:schemeClr val="tx1"/>
          </a:solidFill>
          <a:ln w="57150">
            <a:solidFill>
              <a:schemeClr val="bg2"/>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28" tIns="45714" rIns="91428" bIns="45714" rtlCol="0" anchor="ctr"/>
          <a:lstStyle/>
          <a:p>
            <a:pPr algn="ctr"/>
            <a:endParaRPr lang="en-US" sz="1400" b="1">
              <a:solidFill>
                <a:schemeClr val="tx1"/>
              </a:solidFill>
              <a:latin typeface="Montserrat" panose="00000500000000000000" pitchFamily="2" charset="0"/>
            </a:endParaRPr>
          </a:p>
          <a:p>
            <a:pPr algn="ctr"/>
            <a:r>
              <a:rPr lang="en-US" sz="1400" b="1" err="1">
                <a:solidFill>
                  <a:schemeClr val="bg2"/>
                </a:solidFill>
                <a:latin typeface="Montserrat" panose="00000500000000000000" pitchFamily="2" charset="0"/>
              </a:rPr>
              <a:t>MLOps</a:t>
            </a:r>
            <a:r>
              <a:rPr lang="en-US" sz="1400" b="1">
                <a:solidFill>
                  <a:schemeClr val="bg2"/>
                </a:solidFill>
                <a:latin typeface="Montserrat" panose="00000500000000000000" pitchFamily="2" charset="0"/>
              </a:rPr>
              <a:t> Practice Leader</a:t>
            </a:r>
          </a:p>
          <a:p>
            <a:pPr algn="ctr"/>
            <a:r>
              <a:rPr lang="en-US" sz="1200">
                <a:solidFill>
                  <a:schemeClr val="bg2"/>
                </a:solidFill>
                <a:latin typeface="Montserrat" panose="00000500000000000000" pitchFamily="2" charset="0"/>
              </a:rPr>
              <a:t>Blend Investment</a:t>
            </a:r>
          </a:p>
        </p:txBody>
      </p:sp>
      <p:sp>
        <p:nvSpPr>
          <p:cNvPr id="2" name="Hexagon 1">
            <a:extLst>
              <a:ext uri="{FF2B5EF4-FFF2-40B4-BE49-F238E27FC236}">
                <a16:creationId xmlns:a16="http://schemas.microsoft.com/office/drawing/2014/main" id="{8BA253C6-5D17-18FA-44D1-ED61E5BBE1C9}"/>
              </a:ext>
            </a:extLst>
          </p:cNvPr>
          <p:cNvSpPr>
            <a:spLocks/>
          </p:cNvSpPr>
          <p:nvPr/>
        </p:nvSpPr>
        <p:spPr>
          <a:xfrm>
            <a:off x="9535441" y="4296569"/>
            <a:ext cx="2084869" cy="1783921"/>
          </a:xfrm>
          <a:prstGeom prst="hexagon">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28" tIns="45714" rIns="91428" bIns="45714" rtlCol="0" anchor="ctr"/>
          <a:lstStyle/>
          <a:p>
            <a:pPr algn="ctr">
              <a:spcAft>
                <a:spcPts val="600"/>
              </a:spcAft>
            </a:pPr>
            <a:r>
              <a:rPr lang="en-US" sz="1400" b="1">
                <a:solidFill>
                  <a:schemeClr val="tx1"/>
                </a:solidFill>
                <a:latin typeface="Montserrat" panose="00000500000000000000" pitchFamily="2" charset="0"/>
              </a:rPr>
              <a:t>Data Scientist</a:t>
            </a:r>
          </a:p>
        </p:txBody>
      </p:sp>
    </p:spTree>
    <p:extLst>
      <p:ext uri="{BB962C8B-B14F-4D97-AF65-F5344CB8AC3E}">
        <p14:creationId xmlns:p14="http://schemas.microsoft.com/office/powerpoint/2010/main" val="1438581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286738-688D-BCC8-9E31-9BA1151671C6}"/>
              </a:ext>
            </a:extLst>
          </p:cNvPr>
          <p:cNvSpPr>
            <a:spLocks noGrp="1"/>
          </p:cNvSpPr>
          <p:nvPr>
            <p:ph type="body" sz="quarter" idx="14"/>
          </p:nvPr>
        </p:nvSpPr>
        <p:spPr>
          <a:xfrm>
            <a:off x="570540" y="1363288"/>
            <a:ext cx="5172220" cy="4890519"/>
          </a:xfrm>
          <a:solidFill>
            <a:schemeClr val="accent5">
              <a:lumMod val="10000"/>
              <a:lumOff val="90000"/>
            </a:schemeClr>
          </a:solidFill>
        </p:spPr>
        <p:txBody>
          <a:bodyPr lIns="91440" tIns="91440" rIns="91440" bIns="91440">
            <a:normAutofit/>
          </a:bodyPr>
          <a:lstStyle/>
          <a:p>
            <a:pPr>
              <a:lnSpc>
                <a:spcPct val="80000"/>
              </a:lnSpc>
            </a:pPr>
            <a:r>
              <a:rPr lang="en-US" sz="1600" b="1">
                <a:latin typeface="Aptos" panose="020B0004020202020204" pitchFamily="34" charset="0"/>
              </a:rPr>
              <a:t>Option 1</a:t>
            </a:r>
            <a:r>
              <a:rPr lang="en-US" sz="1600">
                <a:latin typeface="Aptos" panose="020B0004020202020204" pitchFamily="34" charset="0"/>
              </a:rPr>
              <a:t>: Fixed Monthly Retainer (Blended POD)</a:t>
            </a:r>
          </a:p>
          <a:p>
            <a:pPr>
              <a:lnSpc>
                <a:spcPct val="80000"/>
              </a:lnSpc>
            </a:pPr>
            <a:endParaRPr lang="en-US" sz="1600">
              <a:latin typeface="Aptos" panose="020B0004020202020204" pitchFamily="34" charset="0"/>
            </a:endParaRPr>
          </a:p>
          <a:p>
            <a:pPr>
              <a:lnSpc>
                <a:spcPct val="80000"/>
              </a:lnSpc>
            </a:pPr>
            <a:r>
              <a:rPr lang="en-US" sz="1600" b="1">
                <a:latin typeface="Aptos" panose="020B0004020202020204" pitchFamily="34" charset="0"/>
              </a:rPr>
              <a:t>Structure:</a:t>
            </a:r>
            <a:r>
              <a:rPr lang="en-US" sz="1600">
                <a:latin typeface="Aptos" panose="020B0004020202020204" pitchFamily="34" charset="0"/>
              </a:rPr>
              <a:t> </a:t>
            </a:r>
            <a:r>
              <a:rPr lang="en-US" sz="1400">
                <a:latin typeface="Aptos" panose="020B0004020202020204" pitchFamily="34" charset="0"/>
              </a:rPr>
              <a:t>A fixed monthly fee over 6 months for a dedicated cross-functional team </a:t>
            </a:r>
            <a:endParaRPr lang="en-US" sz="1400" b="1">
              <a:latin typeface="Aptos" panose="020B0004020202020204" pitchFamily="34" charset="0"/>
            </a:endParaRPr>
          </a:p>
          <a:p>
            <a:pPr>
              <a:lnSpc>
                <a:spcPct val="80000"/>
              </a:lnSpc>
            </a:pPr>
            <a:r>
              <a:rPr lang="en-US" sz="1600" b="1">
                <a:latin typeface="Aptos" panose="020B0004020202020204" pitchFamily="34" charset="0"/>
              </a:rPr>
              <a:t>Estimated Cost Range: </a:t>
            </a:r>
            <a:r>
              <a:rPr lang="en-US" sz="1400">
                <a:latin typeface="Aptos" panose="020B0004020202020204" pitchFamily="34" charset="0"/>
              </a:rPr>
              <a:t>$80k / month</a:t>
            </a:r>
          </a:p>
          <a:p>
            <a:pPr>
              <a:lnSpc>
                <a:spcPct val="80000"/>
              </a:lnSpc>
            </a:pPr>
            <a:r>
              <a:rPr lang="en-US" sz="1600" b="1">
                <a:latin typeface="Aptos" panose="020B0004020202020204" pitchFamily="34" charset="0"/>
              </a:rPr>
              <a:t>Ideal For: </a:t>
            </a:r>
            <a:r>
              <a:rPr lang="en-US" sz="1400">
                <a:latin typeface="Aptos" panose="020B0004020202020204" pitchFamily="34" charset="0"/>
              </a:rPr>
              <a:t>Collaborative, dynamic engagements where priorities may shift and team capacity is more valuable than strict deliverables.</a:t>
            </a:r>
            <a:endParaRPr lang="en-US" sz="1400" b="1">
              <a:latin typeface="Aptos" panose="020B0004020202020204" pitchFamily="34" charset="0"/>
            </a:endParaRPr>
          </a:p>
          <a:p>
            <a:pPr>
              <a:lnSpc>
                <a:spcPct val="80000"/>
              </a:lnSpc>
            </a:pPr>
            <a:r>
              <a:rPr lang="en-US" sz="1600" b="1">
                <a:latin typeface="Aptos" panose="020B0004020202020204" pitchFamily="34" charset="0"/>
              </a:rPr>
              <a:t>Investments from Blend:</a:t>
            </a:r>
          </a:p>
          <a:p>
            <a:pPr marL="285750" indent="-285750">
              <a:lnSpc>
                <a:spcPct val="80000"/>
              </a:lnSpc>
              <a:buFont typeface="Arial" panose="020B0604020202020204" pitchFamily="34" charset="0"/>
              <a:buChar char="•"/>
            </a:pPr>
            <a:r>
              <a:rPr lang="en-US" sz="1400" u="sng" err="1">
                <a:latin typeface="Aptos" panose="020B0004020202020204" pitchFamily="34" charset="0"/>
              </a:rPr>
              <a:t>MLOps</a:t>
            </a:r>
            <a:r>
              <a:rPr lang="en-US" sz="1400" u="sng">
                <a:latin typeface="Aptos" panose="020B0004020202020204" pitchFamily="34" charset="0"/>
              </a:rPr>
              <a:t> Practice Leader </a:t>
            </a:r>
            <a:r>
              <a:rPr lang="en-US" sz="1400">
                <a:latin typeface="Aptos" panose="020B0004020202020204" pitchFamily="34" charset="0"/>
              </a:rPr>
              <a:t>- Dedicated time from a senior </a:t>
            </a:r>
            <a:r>
              <a:rPr lang="en-US" sz="1400" err="1">
                <a:latin typeface="Aptos" panose="020B0004020202020204" pitchFamily="34" charset="0"/>
              </a:rPr>
              <a:t>MLOps</a:t>
            </a:r>
            <a:r>
              <a:rPr lang="en-US" sz="1400">
                <a:latin typeface="Aptos" panose="020B0004020202020204" pitchFamily="34" charset="0"/>
              </a:rPr>
              <a:t> architect to define framework and guide internal adoption (included, not billed separately)</a:t>
            </a:r>
          </a:p>
          <a:p>
            <a:pPr marL="285750" indent="-285750">
              <a:lnSpc>
                <a:spcPct val="80000"/>
              </a:lnSpc>
              <a:buFont typeface="Arial" panose="020B0604020202020204" pitchFamily="34" charset="0"/>
              <a:buChar char="•"/>
            </a:pPr>
            <a:r>
              <a:rPr lang="en-US" sz="1400" u="sng">
                <a:latin typeface="Aptos" panose="020B0004020202020204" pitchFamily="34" charset="0"/>
              </a:rPr>
              <a:t>Re-Usable IP/Accelerators </a:t>
            </a:r>
            <a:r>
              <a:rPr lang="en-US" sz="1400">
                <a:latin typeface="Aptos" panose="020B0004020202020204" pitchFamily="34" charset="0"/>
              </a:rPr>
              <a:t>- Access to Blend’s internal feature store templates, model deployment frameworks, and dashboarding standards.</a:t>
            </a:r>
          </a:p>
          <a:p>
            <a:pPr marL="285750" indent="-285750">
              <a:lnSpc>
                <a:spcPct val="80000"/>
              </a:lnSpc>
              <a:buFont typeface="Arial" panose="020B0604020202020204" pitchFamily="34" charset="0"/>
              <a:buChar char="•"/>
            </a:pPr>
            <a:r>
              <a:rPr lang="en-US" sz="1400" u="sng">
                <a:latin typeface="Aptos" panose="020B0004020202020204" pitchFamily="34" charset="0"/>
              </a:rPr>
              <a:t>Flexible Access to Specialists:</a:t>
            </a:r>
            <a:r>
              <a:rPr lang="en-US" sz="1400">
                <a:latin typeface="Aptos" panose="020B0004020202020204" pitchFamily="34" charset="0"/>
              </a:rPr>
              <a:t> On-Demand SME pull in from Blend global resource platform w/out additional fees</a:t>
            </a:r>
          </a:p>
          <a:p>
            <a:pPr marL="285750" indent="-285750">
              <a:lnSpc>
                <a:spcPct val="80000"/>
              </a:lnSpc>
              <a:buFont typeface="Arial" panose="020B0604020202020204" pitchFamily="34" charset="0"/>
              <a:buChar char="•"/>
            </a:pPr>
            <a:endParaRPr lang="en-US" sz="1400" u="sng"/>
          </a:p>
          <a:p>
            <a:pPr marL="285750" indent="-285750">
              <a:lnSpc>
                <a:spcPct val="80000"/>
              </a:lnSpc>
              <a:buFont typeface="Arial" panose="020B0604020202020204" pitchFamily="34" charset="0"/>
              <a:buChar char="•"/>
            </a:pPr>
            <a:endParaRPr lang="en-US" sz="1400"/>
          </a:p>
        </p:txBody>
      </p:sp>
      <p:sp>
        <p:nvSpPr>
          <p:cNvPr id="3" name="Text Placeholder 2">
            <a:extLst>
              <a:ext uri="{FF2B5EF4-FFF2-40B4-BE49-F238E27FC236}">
                <a16:creationId xmlns:a16="http://schemas.microsoft.com/office/drawing/2014/main" id="{049B7DF3-D5E4-130E-26D3-4435FAC3DACB}"/>
              </a:ext>
            </a:extLst>
          </p:cNvPr>
          <p:cNvSpPr>
            <a:spLocks noGrp="1"/>
          </p:cNvSpPr>
          <p:nvPr>
            <p:ph type="body" sz="quarter" idx="15"/>
          </p:nvPr>
        </p:nvSpPr>
        <p:spPr>
          <a:xfrm>
            <a:off x="6257734" y="1363288"/>
            <a:ext cx="5172219" cy="4890519"/>
          </a:xfrm>
          <a:solidFill>
            <a:schemeClr val="accent3">
              <a:lumMod val="20000"/>
              <a:lumOff val="80000"/>
            </a:schemeClr>
          </a:solidFill>
        </p:spPr>
        <p:txBody>
          <a:bodyPr lIns="91440" tIns="91440" rIns="91440" bIns="91440">
            <a:normAutofit fontScale="92500" lnSpcReduction="10000"/>
          </a:bodyPr>
          <a:lstStyle/>
          <a:p>
            <a:r>
              <a:rPr lang="en-US" sz="1700" b="1">
                <a:latin typeface="Aptos" panose="020B0004020202020204" pitchFamily="34" charset="0"/>
              </a:rPr>
              <a:t>Option 2</a:t>
            </a:r>
            <a:r>
              <a:rPr lang="en-US" sz="1700">
                <a:latin typeface="Aptos" panose="020B0004020202020204" pitchFamily="34" charset="0"/>
              </a:rPr>
              <a:t>: Fixed Monthly Retainer (Blended POD)</a:t>
            </a:r>
          </a:p>
          <a:p>
            <a:endParaRPr lang="en-US" sz="1600" b="1">
              <a:latin typeface="Aptos" panose="020B0004020202020204" pitchFamily="34" charset="0"/>
            </a:endParaRPr>
          </a:p>
          <a:p>
            <a:r>
              <a:rPr lang="en-US" sz="1700" b="1">
                <a:latin typeface="Aptos" panose="020B0004020202020204" pitchFamily="34" charset="0"/>
              </a:rPr>
              <a:t>Structure</a:t>
            </a:r>
            <a:r>
              <a:rPr lang="en-US" sz="1600" b="1">
                <a:latin typeface="Aptos" panose="020B0004020202020204" pitchFamily="34" charset="0"/>
              </a:rPr>
              <a:t>: </a:t>
            </a:r>
            <a:r>
              <a:rPr lang="en-US" sz="1500">
                <a:latin typeface="Aptos" panose="020B0004020202020204" pitchFamily="34" charset="0"/>
              </a:rPr>
              <a:t>Defined payment milestones based on delivery of key assets (e.g., feature store MVP, 5 model migrations, CI/CD pipeline setup, dashboard delivery, etc.)</a:t>
            </a:r>
            <a:endParaRPr lang="en-US" sz="1500" b="1">
              <a:latin typeface="Aptos" panose="020B0004020202020204" pitchFamily="34" charset="0"/>
            </a:endParaRPr>
          </a:p>
          <a:p>
            <a:r>
              <a:rPr lang="en-US" sz="1600" b="1">
                <a:latin typeface="Aptos" panose="020B0004020202020204" pitchFamily="34" charset="0"/>
              </a:rPr>
              <a:t>Estimated Cost Range:  </a:t>
            </a:r>
            <a:r>
              <a:rPr lang="en-US" sz="1500">
                <a:latin typeface="Aptos" panose="020B0004020202020204" pitchFamily="34" charset="0"/>
              </a:rPr>
              <a:t>$490 – 500k total estimating 6-month delivery plan</a:t>
            </a:r>
          </a:p>
          <a:p>
            <a:r>
              <a:rPr lang="en-US" sz="1600" b="1">
                <a:latin typeface="Aptos" panose="020B0004020202020204" pitchFamily="34" charset="0"/>
              </a:rPr>
              <a:t>Example Milestones:</a:t>
            </a:r>
            <a:endParaRPr lang="en-US" sz="1600">
              <a:latin typeface="Aptos" panose="020B0004020202020204" pitchFamily="34" charset="0"/>
            </a:endParaRPr>
          </a:p>
          <a:p>
            <a:pPr marL="342900" indent="-342900">
              <a:spcBef>
                <a:spcPts val="500"/>
              </a:spcBef>
              <a:buFont typeface="+mj-lt"/>
              <a:buAutoNum type="arabicPeriod"/>
            </a:pPr>
            <a:r>
              <a:rPr lang="en-US" sz="1400">
                <a:latin typeface="Aptos" panose="020B0004020202020204" pitchFamily="34" charset="0"/>
              </a:rPr>
              <a:t>Project kickoff, backlog, and foundational design ($75K)</a:t>
            </a:r>
          </a:p>
          <a:p>
            <a:pPr marL="342900" indent="-342900">
              <a:spcBef>
                <a:spcPts val="500"/>
              </a:spcBef>
              <a:buFont typeface="+mj-lt"/>
              <a:buAutoNum type="arabicPeriod"/>
            </a:pPr>
            <a:r>
              <a:rPr lang="en-US" sz="1400">
                <a:latin typeface="Aptos" panose="020B0004020202020204" pitchFamily="34" charset="0"/>
              </a:rPr>
              <a:t>Feature store MVP and first 2 model migrations ($125K)</a:t>
            </a:r>
          </a:p>
          <a:p>
            <a:pPr marL="342900" indent="-342900">
              <a:spcBef>
                <a:spcPts val="500"/>
              </a:spcBef>
              <a:buFont typeface="+mj-lt"/>
              <a:buAutoNum type="arabicPeriod"/>
            </a:pPr>
            <a:r>
              <a:rPr lang="en-US" sz="1400">
                <a:latin typeface="Aptos" panose="020B0004020202020204" pitchFamily="34" charset="0"/>
              </a:rPr>
              <a:t>CI/CD pipelines + monitoring framework live ($125K)</a:t>
            </a:r>
          </a:p>
          <a:p>
            <a:pPr marL="342900" indent="-342900">
              <a:spcBef>
                <a:spcPts val="500"/>
              </a:spcBef>
              <a:buFont typeface="+mj-lt"/>
              <a:buAutoNum type="arabicPeriod"/>
            </a:pPr>
            <a:r>
              <a:rPr lang="en-US" sz="1400">
                <a:latin typeface="Aptos" panose="020B0004020202020204" pitchFamily="34" charset="0"/>
              </a:rPr>
              <a:t>Final batch of models migrated + </a:t>
            </a:r>
            <a:r>
              <a:rPr lang="en-US" sz="1400" err="1">
                <a:latin typeface="Aptos" panose="020B0004020202020204" pitchFamily="34" charset="0"/>
              </a:rPr>
              <a:t>Streamlit</a:t>
            </a:r>
            <a:r>
              <a:rPr lang="en-US" sz="1400">
                <a:latin typeface="Aptos" panose="020B0004020202020204" pitchFamily="34" charset="0"/>
              </a:rPr>
              <a:t> dashboards ($125K)</a:t>
            </a:r>
          </a:p>
          <a:p>
            <a:pPr marL="342900" indent="-342900">
              <a:spcBef>
                <a:spcPts val="500"/>
              </a:spcBef>
              <a:buFont typeface="+mj-lt"/>
              <a:buAutoNum type="arabicPeriod"/>
            </a:pPr>
            <a:r>
              <a:rPr lang="en-US" sz="1400">
                <a:latin typeface="Aptos" panose="020B0004020202020204" pitchFamily="34" charset="0"/>
              </a:rPr>
              <a:t>Enablement, playbooks, knowledge transfer, roadmap ($75K)</a:t>
            </a:r>
          </a:p>
          <a:p>
            <a:pPr marL="742735" lvl="1" indent="-285750">
              <a:buFont typeface="Arial" panose="020B0604020202020204" pitchFamily="34" charset="0"/>
              <a:buChar char="•"/>
            </a:pPr>
            <a:endParaRPr lang="en-US" sz="1200" b="1">
              <a:latin typeface="Aptos" panose="020B0004020202020204" pitchFamily="34" charset="0"/>
            </a:endParaRPr>
          </a:p>
          <a:p>
            <a:r>
              <a:rPr lang="en-US" sz="1600" b="1">
                <a:latin typeface="Aptos" panose="020B0004020202020204" pitchFamily="34" charset="0"/>
              </a:rPr>
              <a:t>Ideal For: </a:t>
            </a:r>
            <a:r>
              <a:rPr lang="en-US" sz="1600">
                <a:latin typeface="Aptos" panose="020B0004020202020204" pitchFamily="34" charset="0"/>
              </a:rPr>
              <a:t>clients and/or procurement and finance teams that prefer payment aligned to tangible deliverables and risk-managed execution</a:t>
            </a:r>
          </a:p>
          <a:p>
            <a:r>
              <a:rPr lang="en-US" sz="1600" b="1">
                <a:latin typeface="Aptos" panose="020B0004020202020204" pitchFamily="34" charset="0"/>
              </a:rPr>
              <a:t>Investments from Blend:</a:t>
            </a:r>
            <a:r>
              <a:rPr lang="en-US" sz="1600">
                <a:latin typeface="Aptos" panose="020B0004020202020204" pitchFamily="34" charset="0"/>
              </a:rPr>
              <a:t> (same as option 1)</a:t>
            </a:r>
            <a:endParaRPr lang="en-US" sz="1600" b="1">
              <a:latin typeface="Aptos" panose="020B0004020202020204" pitchFamily="34" charset="0"/>
            </a:endParaRPr>
          </a:p>
          <a:p>
            <a:endParaRPr lang="en-US"/>
          </a:p>
        </p:txBody>
      </p:sp>
      <p:sp>
        <p:nvSpPr>
          <p:cNvPr id="4" name="Title 3">
            <a:extLst>
              <a:ext uri="{FF2B5EF4-FFF2-40B4-BE49-F238E27FC236}">
                <a16:creationId xmlns:a16="http://schemas.microsoft.com/office/drawing/2014/main" id="{654123C8-7754-4221-BB9A-A1A580997986}"/>
              </a:ext>
            </a:extLst>
          </p:cNvPr>
          <p:cNvSpPr>
            <a:spLocks noGrp="1"/>
          </p:cNvSpPr>
          <p:nvPr>
            <p:ph type="title"/>
          </p:nvPr>
        </p:nvSpPr>
        <p:spPr/>
        <p:txBody>
          <a:bodyPr/>
          <a:lstStyle/>
          <a:p>
            <a:r>
              <a:rPr lang="en-US"/>
              <a:t>Commercial Options</a:t>
            </a:r>
          </a:p>
        </p:txBody>
      </p:sp>
      <p:cxnSp>
        <p:nvCxnSpPr>
          <p:cNvPr id="6" name="Straight Arrow Connector 5">
            <a:extLst>
              <a:ext uri="{FF2B5EF4-FFF2-40B4-BE49-F238E27FC236}">
                <a16:creationId xmlns:a16="http://schemas.microsoft.com/office/drawing/2014/main" id="{A62E1A27-4300-FCB0-0251-CCBE67902811}"/>
              </a:ext>
            </a:extLst>
          </p:cNvPr>
          <p:cNvCxnSpPr>
            <a:cxnSpLocks/>
            <a:endCxn id="7" idx="1"/>
          </p:cNvCxnSpPr>
          <p:nvPr/>
        </p:nvCxnSpPr>
        <p:spPr>
          <a:xfrm flipV="1">
            <a:off x="7899991" y="604193"/>
            <a:ext cx="798730" cy="7590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62E0E54-68B1-CEA3-859B-757DA18A5F24}"/>
              </a:ext>
            </a:extLst>
          </p:cNvPr>
          <p:cNvSpPr txBox="1"/>
          <p:nvPr/>
        </p:nvSpPr>
        <p:spPr>
          <a:xfrm>
            <a:off x="8698721" y="281027"/>
            <a:ext cx="3046219" cy="646331"/>
          </a:xfrm>
          <a:prstGeom prst="rect">
            <a:avLst/>
          </a:prstGeom>
          <a:noFill/>
        </p:spPr>
        <p:txBody>
          <a:bodyPr wrap="none" rtlCol="0">
            <a:spAutoFit/>
          </a:bodyPr>
          <a:lstStyle/>
          <a:p>
            <a:r>
              <a:rPr lang="en-US" sz="1200">
                <a:solidFill>
                  <a:schemeClr val="bg1"/>
                </a:solidFill>
                <a:latin typeface="Aptos" panose="020B0004020202020204" pitchFamily="34" charset="0"/>
              </a:rPr>
              <a:t>Option 2 would need further discovery or </a:t>
            </a:r>
          </a:p>
          <a:p>
            <a:r>
              <a:rPr lang="en-US" sz="1200">
                <a:solidFill>
                  <a:schemeClr val="bg1"/>
                </a:solidFill>
                <a:latin typeface="Aptos" panose="020B0004020202020204" pitchFamily="34" charset="0"/>
              </a:rPr>
              <a:t>Woking sessions to align on specific scope </a:t>
            </a:r>
          </a:p>
          <a:p>
            <a:r>
              <a:rPr lang="en-US" sz="1200">
                <a:solidFill>
                  <a:schemeClr val="bg1"/>
                </a:solidFill>
                <a:latin typeface="Aptos" panose="020B0004020202020204" pitchFamily="34" charset="0"/>
              </a:rPr>
              <a:t>and deliverables.</a:t>
            </a:r>
          </a:p>
        </p:txBody>
      </p:sp>
    </p:spTree>
    <p:extLst>
      <p:ext uri="{BB962C8B-B14F-4D97-AF65-F5344CB8AC3E}">
        <p14:creationId xmlns:p14="http://schemas.microsoft.com/office/powerpoint/2010/main" val="1570442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97BB-69BA-89D8-B731-BED8314900F2}"/>
              </a:ext>
            </a:extLst>
          </p:cNvPr>
          <p:cNvSpPr>
            <a:spLocks noGrp="1"/>
          </p:cNvSpPr>
          <p:nvPr>
            <p:ph type="title"/>
          </p:nvPr>
        </p:nvSpPr>
        <p:spPr/>
        <p:txBody>
          <a:bodyPr/>
          <a:lstStyle/>
          <a:p>
            <a:r>
              <a:rPr lang="en-US"/>
              <a:t>Our Success Stories</a:t>
            </a:r>
            <a:endParaRPr lang="en-IN"/>
          </a:p>
        </p:txBody>
      </p:sp>
    </p:spTree>
    <p:extLst>
      <p:ext uri="{BB962C8B-B14F-4D97-AF65-F5344CB8AC3E}">
        <p14:creationId xmlns:p14="http://schemas.microsoft.com/office/powerpoint/2010/main" val="149003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3530-686B-4572-0739-794EFF0B6A7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848DA7-45E7-9D72-1F88-001863CADA00}"/>
              </a:ext>
            </a:extLst>
          </p:cNvPr>
          <p:cNvSpPr>
            <a:spLocks noGrp="1" noRot="1" noMove="1" noResize="1" noEditPoints="1" noAdjustHandles="1" noChangeArrowheads="1" noChangeShapeType="1"/>
          </p:cNvSpPr>
          <p:nvPr/>
        </p:nvSpPr>
        <p:spPr>
          <a:xfrm>
            <a:off x="795" y="6332562"/>
            <a:ext cx="873457" cy="5254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9" name="Oval 48">
            <a:extLst>
              <a:ext uri="{FF2B5EF4-FFF2-40B4-BE49-F238E27FC236}">
                <a16:creationId xmlns:a16="http://schemas.microsoft.com/office/drawing/2014/main" id="{6F70DFC9-DFBD-2C8E-8157-DEC6AEBD7F9D}"/>
              </a:ext>
            </a:extLst>
          </p:cNvPr>
          <p:cNvSpPr/>
          <p:nvPr/>
        </p:nvSpPr>
        <p:spPr>
          <a:xfrm>
            <a:off x="3512673" y="178995"/>
            <a:ext cx="352529" cy="35252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sp>
        <p:nvSpPr>
          <p:cNvPr id="48" name="Text Placeholder 7">
            <a:extLst>
              <a:ext uri="{FF2B5EF4-FFF2-40B4-BE49-F238E27FC236}">
                <a16:creationId xmlns:a16="http://schemas.microsoft.com/office/drawing/2014/main" id="{21485BB6-C6A8-72E6-4D59-BB5CAFD12E6F}"/>
              </a:ext>
            </a:extLst>
          </p:cNvPr>
          <p:cNvSpPr txBox="1">
            <a:spLocks/>
          </p:cNvSpPr>
          <p:nvPr/>
        </p:nvSpPr>
        <p:spPr>
          <a:xfrm>
            <a:off x="3873660" y="178994"/>
            <a:ext cx="163791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Overview</a:t>
            </a:r>
          </a:p>
        </p:txBody>
      </p:sp>
      <p:sp>
        <p:nvSpPr>
          <p:cNvPr id="54" name="TextBox 53">
            <a:extLst>
              <a:ext uri="{FF2B5EF4-FFF2-40B4-BE49-F238E27FC236}">
                <a16:creationId xmlns:a16="http://schemas.microsoft.com/office/drawing/2014/main" id="{DA77875D-F20F-927D-83E7-DCE93B4FA8A2}"/>
              </a:ext>
            </a:extLst>
          </p:cNvPr>
          <p:cNvSpPr txBox="1"/>
          <p:nvPr/>
        </p:nvSpPr>
        <p:spPr>
          <a:xfrm>
            <a:off x="3512670" y="659254"/>
            <a:ext cx="7898279" cy="507831"/>
          </a:xfrm>
          <a:prstGeom prst="rect">
            <a:avLst/>
          </a:prstGeom>
          <a:noFill/>
        </p:spPr>
        <p:txBody>
          <a:bodyPr wrap="square" lIns="0" tIns="0" rIns="36000" bIns="0" rtlCol="0">
            <a:spAutoFit/>
          </a:bodyPr>
          <a:lstStyle/>
          <a:p>
            <a:pPr defTabSz="914400">
              <a:spcBef>
                <a:spcPts val="600"/>
              </a:spcBef>
              <a:defRPr/>
            </a:pPr>
            <a:r>
              <a:rPr lang="en-US" sz="1100">
                <a:solidFill>
                  <a:schemeClr val="bg2"/>
                </a:solidFill>
                <a:latin typeface="Montserrat" panose="00000500000000000000" pitchFamily="2" charset="0"/>
                <a:ea typeface="Open Sans" panose="020B0606030504020204" pitchFamily="34" charset="0"/>
                <a:cs typeface="Open Sans" panose="020B0606030504020204" pitchFamily="34" charset="0"/>
              </a:rPr>
              <a:t>A major media and entertainment company sought to modernize and scale its marketing data science operations. The client’s internal teams were challenged with fragmented machine learning (ML) development, slow deployment timelines, limited monitoring, and inconsistent model performance across global initiatives.</a:t>
            </a:r>
          </a:p>
        </p:txBody>
      </p:sp>
      <p:sp>
        <p:nvSpPr>
          <p:cNvPr id="56" name="Oval 55">
            <a:extLst>
              <a:ext uri="{FF2B5EF4-FFF2-40B4-BE49-F238E27FC236}">
                <a16:creationId xmlns:a16="http://schemas.microsoft.com/office/drawing/2014/main" id="{77881857-CA05-6116-AF2F-AB83157FF2A7}"/>
              </a:ext>
            </a:extLst>
          </p:cNvPr>
          <p:cNvSpPr/>
          <p:nvPr/>
        </p:nvSpPr>
        <p:spPr>
          <a:xfrm>
            <a:off x="8109699" y="1719573"/>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tx2"/>
              </a:solidFill>
              <a:latin typeface="Montserrat" panose="00000500000000000000" pitchFamily="2" charset="0"/>
            </a:endParaRPr>
          </a:p>
        </p:txBody>
      </p:sp>
      <p:pic>
        <p:nvPicPr>
          <p:cNvPr id="57" name="Graphic 56">
            <a:extLst>
              <a:ext uri="{FF2B5EF4-FFF2-40B4-BE49-F238E27FC236}">
                <a16:creationId xmlns:a16="http://schemas.microsoft.com/office/drawing/2014/main" id="{BA1639D6-F955-9206-BB52-42433907D2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48455" y="1753711"/>
            <a:ext cx="284253" cy="284253"/>
          </a:xfrm>
          <a:prstGeom prst="rect">
            <a:avLst/>
          </a:prstGeom>
        </p:spPr>
      </p:pic>
      <p:sp>
        <p:nvSpPr>
          <p:cNvPr id="58" name="Text Placeholder 7">
            <a:extLst>
              <a:ext uri="{FF2B5EF4-FFF2-40B4-BE49-F238E27FC236}">
                <a16:creationId xmlns:a16="http://schemas.microsoft.com/office/drawing/2014/main" id="{688B50D2-AF2A-B10F-D0B3-B6939B1A4300}"/>
              </a:ext>
            </a:extLst>
          </p:cNvPr>
          <p:cNvSpPr txBox="1">
            <a:spLocks/>
          </p:cNvSpPr>
          <p:nvPr/>
        </p:nvSpPr>
        <p:spPr>
          <a:xfrm>
            <a:off x="8470686" y="1737880"/>
            <a:ext cx="150016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Solutions</a:t>
            </a:r>
          </a:p>
        </p:txBody>
      </p:sp>
      <p:sp>
        <p:nvSpPr>
          <p:cNvPr id="59" name="TextBox 58">
            <a:extLst>
              <a:ext uri="{FF2B5EF4-FFF2-40B4-BE49-F238E27FC236}">
                <a16:creationId xmlns:a16="http://schemas.microsoft.com/office/drawing/2014/main" id="{082EE169-C2F0-0DB0-79D4-DC78C4B80CF9}"/>
              </a:ext>
            </a:extLst>
          </p:cNvPr>
          <p:cNvSpPr txBox="1"/>
          <p:nvPr/>
        </p:nvSpPr>
        <p:spPr>
          <a:xfrm>
            <a:off x="8109694" y="2188971"/>
            <a:ext cx="3815848" cy="2577629"/>
          </a:xfrm>
          <a:prstGeom prst="rect">
            <a:avLst/>
          </a:prstGeom>
          <a:noFill/>
        </p:spPr>
        <p:txBody>
          <a:bodyPr wrap="square" lIns="0" tIns="0" rIns="36000" bIns="0" rtlCol="0">
            <a:spAutoFit/>
          </a:bodyPr>
          <a:lstStyle/>
          <a:p>
            <a:pPr marL="0" marR="0" lvl="0" indent="0" algn="l" defTabSz="914400" rtl="0" eaLnBrk="1" fontAlgn="auto" latinLnBrk="0" hangingPunct="1">
              <a:lnSpc>
                <a:spcPct val="100000"/>
              </a:lnSpc>
              <a:spcBef>
                <a:spcPts val="0"/>
              </a:spcBef>
              <a:spcAft>
                <a:spcPts val="0"/>
              </a:spcAft>
              <a:buClr>
                <a:srgbClr val="053057"/>
              </a:buClr>
              <a:buSzPct val="100000"/>
              <a:buFont typeface="Arial" panose="020B0604020202020204" pitchFamily="34" charset="0"/>
              <a:buNone/>
              <a:tabLst/>
              <a:defRPr/>
            </a:pP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Blend designed and executed a 10-week </a:t>
            </a:r>
            <a:r>
              <a:rPr kumimoji="0" lang="en-US" sz="1000" b="1" i="0" u="none" strike="noStrike" kern="1200" cap="none" spc="0" normalizeH="0" baseline="0" noProof="0" err="1">
                <a:ln>
                  <a:noFill/>
                </a:ln>
                <a:solidFill>
                  <a:srgbClr val="053057"/>
                </a:solidFill>
                <a:effectLst/>
                <a:uLnTx/>
                <a:uFillTx/>
                <a:latin typeface="Montserrat" panose="00000500000000000000" pitchFamily="2" charset="0"/>
                <a:ea typeface="+mn-ea"/>
                <a:cs typeface="+mn-cs"/>
              </a:rPr>
              <a:t>MLOps</a:t>
            </a: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 pilot program</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to implement a baseline </a:t>
            </a:r>
            <a:r>
              <a:rPr kumimoji="0" lang="en-US" sz="1000" b="0" i="0" u="none" strike="noStrike" kern="1200" cap="none" spc="0" normalizeH="0" baseline="0" noProof="0" err="1">
                <a:ln>
                  <a:noFill/>
                </a:ln>
                <a:solidFill>
                  <a:srgbClr val="053057"/>
                </a:solidFill>
                <a:effectLst/>
                <a:uLnTx/>
                <a:uFillTx/>
                <a:latin typeface="Montserrat" panose="00000500000000000000" pitchFamily="2" charset="0"/>
                <a:ea typeface="+mn-ea"/>
                <a:cs typeface="+mn-cs"/>
              </a:rPr>
              <a:t>MLOps</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framework </a:t>
            </a:r>
            <a:b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b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using </a:t>
            </a:r>
            <a:r>
              <a:rPr kumimoji="0" lang="en-US" sz="1000" b="0" i="0" u="none" strike="noStrike" kern="1200" cap="none" spc="0" normalizeH="0" baseline="0" noProof="0" err="1">
                <a:ln>
                  <a:noFill/>
                </a:ln>
                <a:solidFill>
                  <a:srgbClr val="053057"/>
                </a:solidFill>
                <a:effectLst/>
                <a:uLnTx/>
                <a:uFillTx/>
                <a:latin typeface="Montserrat" panose="00000500000000000000" pitchFamily="2" charset="0"/>
                <a:ea typeface="+mn-ea"/>
                <a:cs typeface="+mn-cs"/>
              </a:rPr>
              <a:t>MLFlow</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GitHub, and Confluence, focusing on two high-priority use cases:</a:t>
            </a:r>
          </a:p>
          <a:p>
            <a:pPr marL="171450" marR="0" lvl="0" indent="-171450" algn="l" defTabSz="914400" rtl="0" eaLnBrk="1" fontAlgn="auto" latinLnBrk="0" hangingPunct="1">
              <a:lnSpc>
                <a:spcPct val="100000"/>
              </a:lnSpc>
              <a:spcBef>
                <a:spcPts val="0"/>
              </a:spcBef>
              <a:spcAft>
                <a:spcPts val="0"/>
              </a:spcAft>
              <a:buClr>
                <a:srgbClr val="053057"/>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
                <a:srgbClr val="053057"/>
              </a:buClr>
              <a:buSzPct val="100000"/>
              <a:buFont typeface="Arial" panose="020B0604020202020204" pitchFamily="34" charset="0"/>
              <a:buNone/>
              <a:tabLst/>
              <a:defRPr/>
            </a:pP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This Engagement Included</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A structured </a:t>
            </a: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Discover → Design → Implement</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methodology.</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A scalable CI/CD pipeline automating model deployment, testing, and monitoring.</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Documentation of architectural blueprints, performance metrics, and a playbook for future </a:t>
            </a:r>
            <a:b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br>
            <a:r>
              <a:rPr kumimoji="0" lang="en-US" sz="1000" b="0" i="0" u="none" strike="noStrike" kern="1200" cap="none" spc="0" normalizeH="0" baseline="0" noProof="0" err="1">
                <a:ln>
                  <a:noFill/>
                </a:ln>
                <a:solidFill>
                  <a:srgbClr val="053057"/>
                </a:solidFill>
                <a:effectLst/>
                <a:uLnTx/>
                <a:uFillTx/>
                <a:latin typeface="Montserrat" panose="00000500000000000000" pitchFamily="2" charset="0"/>
                <a:ea typeface="+mn-ea"/>
                <a:cs typeface="+mn-cs"/>
              </a:rPr>
              <a:t>MLOps</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operations.</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Close collaboration across Audience Science and Measurement Science teams with defined KPIs, stakeholder governance, and ongoing feedback loops.</a:t>
            </a:r>
          </a:p>
        </p:txBody>
      </p:sp>
      <p:pic>
        <p:nvPicPr>
          <p:cNvPr id="3" name="Graphic 2">
            <a:extLst>
              <a:ext uri="{FF2B5EF4-FFF2-40B4-BE49-F238E27FC236}">
                <a16:creationId xmlns:a16="http://schemas.microsoft.com/office/drawing/2014/main" id="{216EC31F-F526-5E69-8B46-BEBF8DD294D3}"/>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rcRect l="35318" t="-4519" r="488" b="677"/>
          <a:stretch/>
        </p:blipFill>
        <p:spPr>
          <a:xfrm flipV="1">
            <a:off x="795" y="3716442"/>
            <a:ext cx="3276694" cy="3141557"/>
          </a:xfrm>
          <a:prstGeom prst="rect">
            <a:avLst/>
          </a:prstGeom>
        </p:spPr>
      </p:pic>
      <p:sp>
        <p:nvSpPr>
          <p:cNvPr id="7" name="Rectangle: Rounded Corners 36">
            <a:extLst>
              <a:ext uri="{FF2B5EF4-FFF2-40B4-BE49-F238E27FC236}">
                <a16:creationId xmlns:a16="http://schemas.microsoft.com/office/drawing/2014/main" id="{A46E7F2C-31D9-F0E4-65EE-75B21673551D}"/>
              </a:ext>
            </a:extLst>
          </p:cNvPr>
          <p:cNvSpPr/>
          <p:nvPr/>
        </p:nvSpPr>
        <p:spPr>
          <a:xfrm>
            <a:off x="0" y="888"/>
            <a:ext cx="3163273" cy="33114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ontserrat" panose="00000500000000000000" pitchFamily="2" charset="0"/>
              </a:rPr>
              <a:t>Media / Entertainment</a:t>
            </a:r>
          </a:p>
        </p:txBody>
      </p:sp>
      <p:sp>
        <p:nvSpPr>
          <p:cNvPr id="10" name="Title 1">
            <a:extLst>
              <a:ext uri="{FF2B5EF4-FFF2-40B4-BE49-F238E27FC236}">
                <a16:creationId xmlns:a16="http://schemas.microsoft.com/office/drawing/2014/main" id="{F8249209-4816-412E-B623-88617BAE5E4B}"/>
              </a:ext>
            </a:extLst>
          </p:cNvPr>
          <p:cNvSpPr>
            <a:spLocks noGrp="1"/>
          </p:cNvSpPr>
          <p:nvPr>
            <p:ph type="title"/>
          </p:nvPr>
        </p:nvSpPr>
        <p:spPr>
          <a:xfrm>
            <a:off x="384070" y="611780"/>
            <a:ext cx="2779201" cy="1107996"/>
          </a:xfrm>
        </p:spPr>
        <p:txBody>
          <a:bodyPr/>
          <a:lstStyle/>
          <a:p>
            <a:r>
              <a:rPr lang="en-US" sz="2400"/>
              <a:t>Scaled </a:t>
            </a:r>
            <a:r>
              <a:rPr lang="en-US" sz="2400" err="1"/>
              <a:t>MLOps</a:t>
            </a:r>
            <a:r>
              <a:rPr lang="en-US" sz="2400"/>
              <a:t> Implementation &amp; Transformation</a:t>
            </a:r>
          </a:p>
        </p:txBody>
      </p:sp>
      <p:sp>
        <p:nvSpPr>
          <p:cNvPr id="11" name="Text Placeholder 4">
            <a:extLst>
              <a:ext uri="{FF2B5EF4-FFF2-40B4-BE49-F238E27FC236}">
                <a16:creationId xmlns:a16="http://schemas.microsoft.com/office/drawing/2014/main" id="{811E3A66-DDA8-2BA9-B519-760DDC7E1740}"/>
              </a:ext>
            </a:extLst>
          </p:cNvPr>
          <p:cNvSpPr txBox="1">
            <a:spLocks/>
          </p:cNvSpPr>
          <p:nvPr/>
        </p:nvSpPr>
        <p:spPr>
          <a:xfrm>
            <a:off x="384073" y="2037965"/>
            <a:ext cx="2547814" cy="2863904"/>
          </a:xfrm>
          <a:prstGeom prst="rect">
            <a:avLst/>
          </a:prstGeom>
        </p:spPr>
        <p:txBody>
          <a:bodyPr l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rPr>
              <a:t>Accelerating </a:t>
            </a:r>
            <a:r>
              <a:rPr lang="en-US" sz="1200" kern="100" err="1">
                <a:solidFill>
                  <a:schemeClr val="bg2"/>
                </a:solidFill>
                <a:latin typeface="Montserrat" panose="00000500000000000000" pitchFamily="2" charset="0"/>
                <a:ea typeface="Calibri" panose="020F0502020204030204" pitchFamily="34" charset="0"/>
                <a:cs typeface="Times New Roman" panose="02020603050405020304" pitchFamily="18" charset="0"/>
              </a:rPr>
              <a:t>MLOps</a:t>
            </a:r>
            <a:r>
              <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rPr>
              <a:t> maturity and reducing operating costs for a Global Leader in Media &amp; Entertainment</a:t>
            </a:r>
          </a:p>
        </p:txBody>
      </p:sp>
      <p:sp>
        <p:nvSpPr>
          <p:cNvPr id="20" name="L-Shape 19">
            <a:extLst>
              <a:ext uri="{FF2B5EF4-FFF2-40B4-BE49-F238E27FC236}">
                <a16:creationId xmlns:a16="http://schemas.microsoft.com/office/drawing/2014/main" id="{6F99ED49-E2EB-A252-62E8-44C4C13E8F32}"/>
              </a:ext>
            </a:extLst>
          </p:cNvPr>
          <p:cNvSpPr/>
          <p:nvPr/>
        </p:nvSpPr>
        <p:spPr>
          <a:xfrm rot="13500000">
            <a:off x="7023632" y="2991979"/>
            <a:ext cx="650371" cy="650371"/>
          </a:xfrm>
          <a:prstGeom prst="corner">
            <a:avLst>
              <a:gd name="adj1" fmla="val 34466"/>
              <a:gd name="adj2" fmla="val 33431"/>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 name="Oval 1">
            <a:extLst>
              <a:ext uri="{FF2B5EF4-FFF2-40B4-BE49-F238E27FC236}">
                <a16:creationId xmlns:a16="http://schemas.microsoft.com/office/drawing/2014/main" id="{77E6FC69-99C2-1F8D-5135-40276051BB45}"/>
              </a:ext>
            </a:extLst>
          </p:cNvPr>
          <p:cNvSpPr/>
          <p:nvPr/>
        </p:nvSpPr>
        <p:spPr>
          <a:xfrm>
            <a:off x="3512670" y="1741463"/>
            <a:ext cx="352529" cy="35252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grpSp>
        <p:nvGrpSpPr>
          <p:cNvPr id="4" name="Graphic 159">
            <a:extLst>
              <a:ext uri="{FF2B5EF4-FFF2-40B4-BE49-F238E27FC236}">
                <a16:creationId xmlns:a16="http://schemas.microsoft.com/office/drawing/2014/main" id="{A8C0C03A-2BB3-86DB-DDA1-33CAA307192C}"/>
              </a:ext>
            </a:extLst>
          </p:cNvPr>
          <p:cNvGrpSpPr>
            <a:grpSpLocks noChangeAspect="1"/>
          </p:cNvGrpSpPr>
          <p:nvPr/>
        </p:nvGrpSpPr>
        <p:grpSpPr>
          <a:xfrm>
            <a:off x="3596995" y="1825786"/>
            <a:ext cx="183879" cy="183880"/>
            <a:chOff x="3039690" y="3963730"/>
            <a:chExt cx="704244" cy="704245"/>
          </a:xfrm>
          <a:solidFill>
            <a:schemeClr val="accent2"/>
          </a:solidFill>
        </p:grpSpPr>
        <p:sp>
          <p:nvSpPr>
            <p:cNvPr id="6" name="Freeform 13">
              <a:extLst>
                <a:ext uri="{FF2B5EF4-FFF2-40B4-BE49-F238E27FC236}">
                  <a16:creationId xmlns:a16="http://schemas.microsoft.com/office/drawing/2014/main" id="{B4A2279B-EC91-72DF-504D-89C227E50751}"/>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sp>
          <p:nvSpPr>
            <p:cNvPr id="8" name="Freeform 14">
              <a:extLst>
                <a:ext uri="{FF2B5EF4-FFF2-40B4-BE49-F238E27FC236}">
                  <a16:creationId xmlns:a16="http://schemas.microsoft.com/office/drawing/2014/main" id="{2975C46F-7B6A-EC42-139E-0F12DE4BABB2}"/>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sp>
          <p:nvSpPr>
            <p:cNvPr id="9" name="Freeform 15">
              <a:extLst>
                <a:ext uri="{FF2B5EF4-FFF2-40B4-BE49-F238E27FC236}">
                  <a16:creationId xmlns:a16="http://schemas.microsoft.com/office/drawing/2014/main" id="{6C9964C9-A48D-4C81-1B86-0D79B1BE7A72}"/>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grpSp>
      <p:sp>
        <p:nvSpPr>
          <p:cNvPr id="16" name="Text Placeholder 7">
            <a:extLst>
              <a:ext uri="{FF2B5EF4-FFF2-40B4-BE49-F238E27FC236}">
                <a16:creationId xmlns:a16="http://schemas.microsoft.com/office/drawing/2014/main" id="{325F89A9-4D60-6D6A-9B97-8AD454052360}"/>
              </a:ext>
            </a:extLst>
          </p:cNvPr>
          <p:cNvSpPr txBox="1">
            <a:spLocks/>
          </p:cNvSpPr>
          <p:nvPr/>
        </p:nvSpPr>
        <p:spPr>
          <a:xfrm>
            <a:off x="3873657" y="1741462"/>
            <a:ext cx="163791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Challenges</a:t>
            </a:r>
          </a:p>
        </p:txBody>
      </p:sp>
      <p:sp>
        <p:nvSpPr>
          <p:cNvPr id="18" name="TextBox 17">
            <a:extLst>
              <a:ext uri="{FF2B5EF4-FFF2-40B4-BE49-F238E27FC236}">
                <a16:creationId xmlns:a16="http://schemas.microsoft.com/office/drawing/2014/main" id="{4D526ED5-72BB-2DC1-3E68-4B9A53CAB027}"/>
              </a:ext>
            </a:extLst>
          </p:cNvPr>
          <p:cNvSpPr txBox="1"/>
          <p:nvPr/>
        </p:nvSpPr>
        <p:spPr>
          <a:xfrm>
            <a:off x="3512668" y="2221722"/>
            <a:ext cx="3403495" cy="2423740"/>
          </a:xfrm>
          <a:prstGeom prst="rect">
            <a:avLst/>
          </a:prstGeom>
          <a:noFill/>
        </p:spPr>
        <p:txBody>
          <a:bodyPr wrap="square" lIns="0" tIns="0" rIns="36000" bIns="0" rtlCol="0">
            <a:spAutoFit/>
          </a:bodyPr>
          <a:lstStyle/>
          <a:p>
            <a:pPr marL="0" marR="0" lvl="0" indent="0" algn="l" defTabSz="914400" rtl="0" eaLnBrk="1" fontAlgn="auto" latinLnBrk="0" hangingPunct="1">
              <a:lnSpc>
                <a:spcPct val="100000"/>
              </a:lnSpc>
              <a:spcBef>
                <a:spcPts val="1000"/>
              </a:spcBef>
              <a:spcAft>
                <a:spcPts val="0"/>
              </a:spcAft>
              <a:buClr>
                <a:srgbClr val="053057"/>
              </a:buClr>
              <a:buSzPct val="100000"/>
              <a:buFont typeface="Arial" panose="020B0604020202020204" pitchFamily="34" charset="0"/>
              <a:buNone/>
              <a:tabLst/>
              <a:defRPr/>
            </a:pP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The client’s marketing data science team was responsible for developing models that support cross-channel attribution and audience propensity scoring. However, they faced:</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Operational Bottlenecks</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Long model deployment cycles and manual model operations.</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Low Visibility</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No centralized system for model monitoring, reproducibility, or collaboration.</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Inefficiencies at Scale</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Inability to support the growing demand for models and ensure reliability under production-grade workloads.</a:t>
            </a:r>
          </a:p>
          <a:p>
            <a:pPr marL="285750" marR="0" lvl="0" indent="-285750" algn="l" defTabSz="914400" rtl="0" eaLnBrk="1" fontAlgn="auto" latinLnBrk="0" hangingPunct="1">
              <a:lnSpc>
                <a:spcPct val="100000"/>
              </a:lnSpc>
              <a:spcBef>
                <a:spcPts val="0"/>
              </a:spcBef>
              <a:spcAft>
                <a:spcPts val="300"/>
              </a:spcAft>
              <a:buClr>
                <a:srgbClr val="053057"/>
              </a:buClr>
              <a:buSzPct val="100000"/>
              <a:buFont typeface="Arial" panose="020B0604020202020204" pitchFamily="34" charset="0"/>
              <a:buChar char="•"/>
              <a:tabLst/>
              <a:defRPr/>
            </a:pPr>
            <a:r>
              <a:rPr kumimoji="0" lang="en-US" sz="1000" b="1" i="0" u="none" strike="noStrike" kern="1200" cap="none" spc="0" normalizeH="0" baseline="0" noProof="0">
                <a:ln>
                  <a:noFill/>
                </a:ln>
                <a:solidFill>
                  <a:srgbClr val="053057"/>
                </a:solidFill>
                <a:effectLst/>
                <a:uLnTx/>
                <a:uFillTx/>
                <a:latin typeface="Montserrat" panose="00000500000000000000" pitchFamily="2" charset="0"/>
                <a:ea typeface="+mn-ea"/>
                <a:cs typeface="+mn-cs"/>
              </a:rPr>
              <a:t>Cloud Cost Waste</a:t>
            </a:r>
            <a:r>
              <a:rPr kumimoji="0" lang="en-US" sz="1000" b="0" i="0" u="none" strike="noStrike" kern="1200" cap="none" spc="0" normalizeH="0" baseline="0" noProof="0">
                <a:ln>
                  <a:noFill/>
                </a:ln>
                <a:solidFill>
                  <a:srgbClr val="053057"/>
                </a:solidFill>
                <a:effectLst/>
                <a:uLnTx/>
                <a:uFillTx/>
                <a:latin typeface="Montserrat" panose="00000500000000000000" pitchFamily="2" charset="0"/>
                <a:ea typeface="+mn-ea"/>
                <a:cs typeface="+mn-cs"/>
              </a:rPr>
              <a:t>: Ineffective resource management across Databricks, Snowflake, and AWS environments.</a:t>
            </a:r>
          </a:p>
        </p:txBody>
      </p:sp>
      <p:pic>
        <p:nvPicPr>
          <p:cNvPr id="24" name="Graphic 23" descr="City outline">
            <a:extLst>
              <a:ext uri="{FF2B5EF4-FFF2-40B4-BE49-F238E27FC236}">
                <a16:creationId xmlns:a16="http://schemas.microsoft.com/office/drawing/2014/main" id="{28B47059-EF9E-A411-45C6-DE256EE6D81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3553331" y="199567"/>
            <a:ext cx="282351" cy="282351"/>
          </a:xfrm>
          <a:prstGeom prst="rect">
            <a:avLst/>
          </a:prstGeom>
        </p:spPr>
      </p:pic>
      <p:cxnSp>
        <p:nvCxnSpPr>
          <p:cNvPr id="29" name="Straight Connector 28">
            <a:extLst>
              <a:ext uri="{FF2B5EF4-FFF2-40B4-BE49-F238E27FC236}">
                <a16:creationId xmlns:a16="http://schemas.microsoft.com/office/drawing/2014/main" id="{DBB25CDB-7E7C-954C-8AD4-E5BAF9F2EA89}"/>
              </a:ext>
            </a:extLst>
          </p:cNvPr>
          <p:cNvCxnSpPr/>
          <p:nvPr/>
        </p:nvCxnSpPr>
        <p:spPr>
          <a:xfrm>
            <a:off x="3620830" y="1366546"/>
            <a:ext cx="8018720" cy="0"/>
          </a:xfrm>
          <a:prstGeom prst="line">
            <a:avLst/>
          </a:prstGeom>
          <a:ln>
            <a:solidFill>
              <a:schemeClr val="tx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1C76336A-3FC7-E6E8-3302-682DD645C893}"/>
              </a:ext>
            </a:extLst>
          </p:cNvPr>
          <p:cNvSpPr/>
          <p:nvPr/>
        </p:nvSpPr>
        <p:spPr>
          <a:xfrm>
            <a:off x="3620774" y="5007437"/>
            <a:ext cx="8018720" cy="1500043"/>
          </a:xfrm>
          <a:prstGeom prst="roundRect">
            <a:avLst>
              <a:gd name="adj" fmla="val 62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2" name="TextBox 31">
            <a:extLst>
              <a:ext uri="{FF2B5EF4-FFF2-40B4-BE49-F238E27FC236}">
                <a16:creationId xmlns:a16="http://schemas.microsoft.com/office/drawing/2014/main" id="{1652933D-6804-57C2-78D4-3B395FE0C532}"/>
              </a:ext>
            </a:extLst>
          </p:cNvPr>
          <p:cNvSpPr txBox="1"/>
          <p:nvPr/>
        </p:nvSpPr>
        <p:spPr>
          <a:xfrm>
            <a:off x="3788940" y="5029325"/>
            <a:ext cx="2774731" cy="369332"/>
          </a:xfrm>
          <a:prstGeom prst="rect">
            <a:avLst/>
          </a:prstGeom>
          <a:noFill/>
        </p:spPr>
        <p:txBody>
          <a:bodyPr wrap="square" rtlCol="0">
            <a:spAutoFit/>
          </a:bodyPr>
          <a:lstStyle/>
          <a:p>
            <a:r>
              <a:rPr lang="en-US" b="1">
                <a:latin typeface="Montserrat" panose="00000500000000000000" pitchFamily="2" charset="0"/>
              </a:rPr>
              <a:t>Business Impacts</a:t>
            </a:r>
          </a:p>
        </p:txBody>
      </p:sp>
      <p:sp>
        <p:nvSpPr>
          <p:cNvPr id="33" name="TextBox 32">
            <a:extLst>
              <a:ext uri="{FF2B5EF4-FFF2-40B4-BE49-F238E27FC236}">
                <a16:creationId xmlns:a16="http://schemas.microsoft.com/office/drawing/2014/main" id="{A3927CAA-E493-F966-B8A9-D9102706D5AA}"/>
              </a:ext>
            </a:extLst>
          </p:cNvPr>
          <p:cNvSpPr txBox="1"/>
          <p:nvPr/>
        </p:nvSpPr>
        <p:spPr>
          <a:xfrm>
            <a:off x="3746965" y="5529680"/>
            <a:ext cx="2544201" cy="907941"/>
          </a:xfrm>
          <a:prstGeom prst="rect">
            <a:avLst/>
          </a:prstGeom>
          <a:noFill/>
        </p:spPr>
        <p:txBody>
          <a:bodyPr wrap="square" rtlCol="0">
            <a:spAutoFit/>
          </a:bodyPr>
          <a:lstStyle/>
          <a:p>
            <a:pPr algn="ctr"/>
            <a:r>
              <a:rPr lang="en-US" sz="2000" b="1">
                <a:solidFill>
                  <a:schemeClr val="accent2"/>
                </a:solidFill>
                <a:latin typeface="Montserrat" panose="00000500000000000000" pitchFamily="2" charset="0"/>
              </a:rPr>
              <a:t>80%</a:t>
            </a:r>
          </a:p>
          <a:p>
            <a:pPr algn="ctr"/>
            <a:r>
              <a:rPr lang="en-US" sz="1100">
                <a:latin typeface="Montserrat" panose="00000500000000000000" pitchFamily="2" charset="0"/>
              </a:rPr>
              <a:t>Cloud cost savings (based on past implementations)</a:t>
            </a:r>
          </a:p>
          <a:p>
            <a:pPr algn="ctr"/>
            <a:endParaRPr lang="en-US" sz="1100">
              <a:latin typeface="Montserrat" panose="00000500000000000000" pitchFamily="2" charset="0"/>
            </a:endParaRPr>
          </a:p>
        </p:txBody>
      </p:sp>
      <p:sp>
        <p:nvSpPr>
          <p:cNvPr id="35" name="TextBox 34">
            <a:extLst>
              <a:ext uri="{FF2B5EF4-FFF2-40B4-BE49-F238E27FC236}">
                <a16:creationId xmlns:a16="http://schemas.microsoft.com/office/drawing/2014/main" id="{8E8D70FE-C16A-E2D1-B5A2-B30E656B899D}"/>
              </a:ext>
            </a:extLst>
          </p:cNvPr>
          <p:cNvSpPr txBox="1"/>
          <p:nvPr/>
        </p:nvSpPr>
        <p:spPr>
          <a:xfrm>
            <a:off x="6417357" y="5529680"/>
            <a:ext cx="2544201" cy="9079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EDED"/>
                </a:solidFill>
                <a:effectLst/>
                <a:uLnTx/>
                <a:uFillTx/>
                <a:latin typeface="Montserrat" panose="00000500000000000000" pitchFamily="2" charset="0"/>
                <a:ea typeface="+mn-ea"/>
                <a:cs typeface="+mn-cs"/>
              </a:rPr>
              <a:t>95%</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Reduction in time to </a:t>
            </a:r>
            <a:br>
              <a:rPr kumimoji="0" lang="en-US" sz="11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br>
            <a:r>
              <a:rPr kumimoji="0" lang="en-US" sz="11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market for models</a:t>
            </a:r>
          </a:p>
          <a:p>
            <a:pPr algn="ctr"/>
            <a:endParaRPr lang="en-US" sz="1100">
              <a:latin typeface="Montserrat" panose="00000500000000000000" pitchFamily="2" charset="0"/>
            </a:endParaRPr>
          </a:p>
        </p:txBody>
      </p:sp>
      <p:sp>
        <p:nvSpPr>
          <p:cNvPr id="36" name="TextBox 35">
            <a:extLst>
              <a:ext uri="{FF2B5EF4-FFF2-40B4-BE49-F238E27FC236}">
                <a16:creationId xmlns:a16="http://schemas.microsoft.com/office/drawing/2014/main" id="{49649BD0-0161-A6B5-7C59-1B4FC52C240B}"/>
              </a:ext>
            </a:extLst>
          </p:cNvPr>
          <p:cNvSpPr txBox="1"/>
          <p:nvPr/>
        </p:nvSpPr>
        <p:spPr>
          <a:xfrm>
            <a:off x="9087749" y="5529680"/>
            <a:ext cx="2544201" cy="9079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EDED"/>
                </a:solidFill>
                <a:effectLst/>
                <a:uLnTx/>
                <a:uFillTx/>
                <a:latin typeface="Montserrat" panose="00000500000000000000" pitchFamily="2" charset="0"/>
                <a:ea typeface="+mn-ea"/>
                <a:cs typeface="+mn-cs"/>
              </a:rPr>
              <a:t>85%</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Improved model uptime </a:t>
            </a:r>
            <a:br>
              <a:rPr kumimoji="0" lang="en-US" sz="11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br>
            <a:r>
              <a:rPr kumimoji="0" lang="en-US" sz="1100" b="0" i="0" u="none" strike="noStrike" kern="1200" cap="none" spc="0" normalizeH="0" baseline="0" noProof="0">
                <a:ln>
                  <a:noFill/>
                </a:ln>
                <a:solidFill>
                  <a:srgbClr val="FFFFFF"/>
                </a:solidFill>
                <a:effectLst/>
                <a:uLnTx/>
                <a:uFillTx/>
                <a:latin typeface="Montserrat" panose="00000500000000000000" pitchFamily="2" charset="0"/>
                <a:ea typeface="+mn-ea"/>
                <a:cs typeface="+mn-cs"/>
              </a:rPr>
              <a:t>and reliability</a:t>
            </a:r>
          </a:p>
          <a:p>
            <a:pPr algn="ctr"/>
            <a:endParaRPr lang="en-US" sz="1100">
              <a:latin typeface="Montserrat" panose="00000500000000000000" pitchFamily="2" charset="0"/>
            </a:endParaRPr>
          </a:p>
        </p:txBody>
      </p:sp>
      <p:cxnSp>
        <p:nvCxnSpPr>
          <p:cNvPr id="38" name="Straight Connector 37">
            <a:extLst>
              <a:ext uri="{FF2B5EF4-FFF2-40B4-BE49-F238E27FC236}">
                <a16:creationId xmlns:a16="http://schemas.microsoft.com/office/drawing/2014/main" id="{F5233C8F-50ED-9E36-8170-FA4664DC5AAE}"/>
              </a:ext>
            </a:extLst>
          </p:cNvPr>
          <p:cNvCxnSpPr>
            <a:cxnSpLocks/>
          </p:cNvCxnSpPr>
          <p:nvPr/>
        </p:nvCxnSpPr>
        <p:spPr>
          <a:xfrm>
            <a:off x="6424389" y="5565607"/>
            <a:ext cx="0" cy="6710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63786E7-C685-15E2-E78E-4BD6FF585303}"/>
              </a:ext>
            </a:extLst>
          </p:cNvPr>
          <p:cNvCxnSpPr>
            <a:cxnSpLocks/>
          </p:cNvCxnSpPr>
          <p:nvPr/>
        </p:nvCxnSpPr>
        <p:spPr>
          <a:xfrm>
            <a:off x="8956572" y="5565607"/>
            <a:ext cx="0" cy="6710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893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3530-686B-4572-0739-794EFF0B6A7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848DA7-45E7-9D72-1F88-001863CADA00}"/>
              </a:ext>
            </a:extLst>
          </p:cNvPr>
          <p:cNvSpPr>
            <a:spLocks noGrp="1" noRot="1" noMove="1" noResize="1" noEditPoints="1" noAdjustHandles="1" noChangeArrowheads="1" noChangeShapeType="1"/>
          </p:cNvSpPr>
          <p:nvPr/>
        </p:nvSpPr>
        <p:spPr>
          <a:xfrm>
            <a:off x="795" y="6332562"/>
            <a:ext cx="873457" cy="5254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 name="Title 1">
            <a:extLst>
              <a:ext uri="{FF2B5EF4-FFF2-40B4-BE49-F238E27FC236}">
                <a16:creationId xmlns:a16="http://schemas.microsoft.com/office/drawing/2014/main" id="{E8E07B88-BA14-BAB9-6E21-B92A8C54F82B}"/>
              </a:ext>
            </a:extLst>
          </p:cNvPr>
          <p:cNvSpPr>
            <a:spLocks noGrp="1"/>
          </p:cNvSpPr>
          <p:nvPr>
            <p:ph type="title"/>
          </p:nvPr>
        </p:nvSpPr>
        <p:spPr>
          <a:xfrm>
            <a:off x="384071" y="611780"/>
            <a:ext cx="2779208" cy="1477328"/>
          </a:xfrm>
        </p:spPr>
        <p:txBody>
          <a:bodyPr/>
          <a:lstStyle/>
          <a:p>
            <a:r>
              <a:rPr lang="en-US" sz="2400"/>
              <a:t>Real-Time Bidding ML System Migration from AWS to GCP</a:t>
            </a:r>
          </a:p>
        </p:txBody>
      </p:sp>
      <p:cxnSp>
        <p:nvCxnSpPr>
          <p:cNvPr id="45" name="Straight Connector 44">
            <a:extLst>
              <a:ext uri="{FF2B5EF4-FFF2-40B4-BE49-F238E27FC236}">
                <a16:creationId xmlns:a16="http://schemas.microsoft.com/office/drawing/2014/main" id="{959B9239-4AD2-C56D-D8FB-716E62295C76}"/>
              </a:ext>
            </a:extLst>
          </p:cNvPr>
          <p:cNvCxnSpPr>
            <a:cxnSpLocks/>
          </p:cNvCxnSpPr>
          <p:nvPr/>
        </p:nvCxnSpPr>
        <p:spPr>
          <a:xfrm>
            <a:off x="7794766" y="611780"/>
            <a:ext cx="0" cy="563444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F70DFC9-DFBD-2C8E-8157-DEC6AEBD7F9D}"/>
              </a:ext>
            </a:extLst>
          </p:cNvPr>
          <p:cNvSpPr/>
          <p:nvPr/>
        </p:nvSpPr>
        <p:spPr>
          <a:xfrm>
            <a:off x="3512673" y="178995"/>
            <a:ext cx="352529" cy="35252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grpSp>
        <p:nvGrpSpPr>
          <p:cNvPr id="50" name="Graphic 159">
            <a:extLst>
              <a:ext uri="{FF2B5EF4-FFF2-40B4-BE49-F238E27FC236}">
                <a16:creationId xmlns:a16="http://schemas.microsoft.com/office/drawing/2014/main" id="{BFD3174F-A927-06D3-4CD1-9F226BBAD760}"/>
              </a:ext>
            </a:extLst>
          </p:cNvPr>
          <p:cNvGrpSpPr>
            <a:grpSpLocks noChangeAspect="1"/>
          </p:cNvGrpSpPr>
          <p:nvPr/>
        </p:nvGrpSpPr>
        <p:grpSpPr>
          <a:xfrm>
            <a:off x="3596998" y="263318"/>
            <a:ext cx="183879" cy="183880"/>
            <a:chOff x="3039690" y="3963730"/>
            <a:chExt cx="704244" cy="704245"/>
          </a:xfrm>
          <a:solidFill>
            <a:schemeClr val="accent2"/>
          </a:solidFill>
        </p:grpSpPr>
        <p:sp>
          <p:nvSpPr>
            <p:cNvPr id="51" name="Freeform 13">
              <a:extLst>
                <a:ext uri="{FF2B5EF4-FFF2-40B4-BE49-F238E27FC236}">
                  <a16:creationId xmlns:a16="http://schemas.microsoft.com/office/drawing/2014/main" id="{587A2EE5-69E7-525E-0047-BDA1F3F8FBA4}"/>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sp>
          <p:nvSpPr>
            <p:cNvPr id="52" name="Freeform 14">
              <a:extLst>
                <a:ext uri="{FF2B5EF4-FFF2-40B4-BE49-F238E27FC236}">
                  <a16:creationId xmlns:a16="http://schemas.microsoft.com/office/drawing/2014/main" id="{1B2854D1-3E25-E4F9-191F-91FE63BAE2CB}"/>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sp>
          <p:nvSpPr>
            <p:cNvPr id="53" name="Freeform 15">
              <a:extLst>
                <a:ext uri="{FF2B5EF4-FFF2-40B4-BE49-F238E27FC236}">
                  <a16:creationId xmlns:a16="http://schemas.microsoft.com/office/drawing/2014/main" id="{073F8541-F221-EBB7-C6A2-D24F4EE3967B}"/>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grpSp>
      <p:sp>
        <p:nvSpPr>
          <p:cNvPr id="48" name="Text Placeholder 7">
            <a:extLst>
              <a:ext uri="{FF2B5EF4-FFF2-40B4-BE49-F238E27FC236}">
                <a16:creationId xmlns:a16="http://schemas.microsoft.com/office/drawing/2014/main" id="{21485BB6-C6A8-72E6-4D59-BB5CAFD12E6F}"/>
              </a:ext>
            </a:extLst>
          </p:cNvPr>
          <p:cNvSpPr txBox="1">
            <a:spLocks/>
          </p:cNvSpPr>
          <p:nvPr/>
        </p:nvSpPr>
        <p:spPr>
          <a:xfrm>
            <a:off x="3873660" y="178994"/>
            <a:ext cx="163791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Challenges</a:t>
            </a:r>
          </a:p>
        </p:txBody>
      </p:sp>
      <p:sp>
        <p:nvSpPr>
          <p:cNvPr id="54" name="TextBox 53">
            <a:extLst>
              <a:ext uri="{FF2B5EF4-FFF2-40B4-BE49-F238E27FC236}">
                <a16:creationId xmlns:a16="http://schemas.microsoft.com/office/drawing/2014/main" id="{DA77875D-F20F-927D-83E7-DCE93B4FA8A2}"/>
              </a:ext>
            </a:extLst>
          </p:cNvPr>
          <p:cNvSpPr txBox="1"/>
          <p:nvPr/>
        </p:nvSpPr>
        <p:spPr>
          <a:xfrm>
            <a:off x="3512672" y="659254"/>
            <a:ext cx="4167869" cy="1461939"/>
          </a:xfrm>
          <a:prstGeom prst="rect">
            <a:avLst/>
          </a:prstGeom>
          <a:noFill/>
        </p:spPr>
        <p:txBody>
          <a:bodyPr wrap="square" lIns="0" tIns="0" rIns="36000" bIns="0" rtlCol="0">
            <a:spAutoFit/>
          </a:bodyPr>
          <a:lstStyle/>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Seamlessly migrate from AWS to GCP without disrupting 24/7 operations.</a:t>
            </a:r>
          </a:p>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Modernize the ML infrastructure to be cloud-agnostic and container-native.</a:t>
            </a:r>
          </a:p>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Replace AWS-native services with open-source, portable components.</a:t>
            </a:r>
          </a:p>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Validate and ensure consistency of ML model performance post-migration.</a:t>
            </a:r>
          </a:p>
        </p:txBody>
      </p:sp>
      <p:sp>
        <p:nvSpPr>
          <p:cNvPr id="56" name="Oval 55">
            <a:extLst>
              <a:ext uri="{FF2B5EF4-FFF2-40B4-BE49-F238E27FC236}">
                <a16:creationId xmlns:a16="http://schemas.microsoft.com/office/drawing/2014/main" id="{77881857-CA05-6116-AF2F-AB83157FF2A7}"/>
              </a:ext>
            </a:extLst>
          </p:cNvPr>
          <p:cNvSpPr/>
          <p:nvPr/>
        </p:nvSpPr>
        <p:spPr>
          <a:xfrm>
            <a:off x="3512673" y="2254867"/>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tx2"/>
              </a:solidFill>
              <a:latin typeface="Montserrat" panose="00000500000000000000" pitchFamily="2" charset="0"/>
            </a:endParaRPr>
          </a:p>
        </p:txBody>
      </p:sp>
      <p:pic>
        <p:nvPicPr>
          <p:cNvPr id="57" name="Graphic 56">
            <a:extLst>
              <a:ext uri="{FF2B5EF4-FFF2-40B4-BE49-F238E27FC236}">
                <a16:creationId xmlns:a16="http://schemas.microsoft.com/office/drawing/2014/main" id="{BA1639D6-F955-9206-BB52-42433907D2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1429" y="2289005"/>
            <a:ext cx="284253" cy="284253"/>
          </a:xfrm>
          <a:prstGeom prst="rect">
            <a:avLst/>
          </a:prstGeom>
        </p:spPr>
      </p:pic>
      <p:sp>
        <p:nvSpPr>
          <p:cNvPr id="58" name="Text Placeholder 7">
            <a:extLst>
              <a:ext uri="{FF2B5EF4-FFF2-40B4-BE49-F238E27FC236}">
                <a16:creationId xmlns:a16="http://schemas.microsoft.com/office/drawing/2014/main" id="{688B50D2-AF2A-B10F-D0B3-B6939B1A4300}"/>
              </a:ext>
            </a:extLst>
          </p:cNvPr>
          <p:cNvSpPr txBox="1">
            <a:spLocks/>
          </p:cNvSpPr>
          <p:nvPr/>
        </p:nvSpPr>
        <p:spPr>
          <a:xfrm>
            <a:off x="3873660" y="2273174"/>
            <a:ext cx="150016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Solutions</a:t>
            </a:r>
          </a:p>
        </p:txBody>
      </p:sp>
      <p:sp>
        <p:nvSpPr>
          <p:cNvPr id="59" name="TextBox 58">
            <a:extLst>
              <a:ext uri="{FF2B5EF4-FFF2-40B4-BE49-F238E27FC236}">
                <a16:creationId xmlns:a16="http://schemas.microsoft.com/office/drawing/2014/main" id="{082EE169-C2F0-0DB0-79D4-DC78C4B80CF9}"/>
              </a:ext>
            </a:extLst>
          </p:cNvPr>
          <p:cNvSpPr txBox="1"/>
          <p:nvPr/>
        </p:nvSpPr>
        <p:spPr>
          <a:xfrm>
            <a:off x="3512668" y="2679718"/>
            <a:ext cx="4167874" cy="4308872"/>
          </a:xfrm>
          <a:prstGeom prst="rect">
            <a:avLst/>
          </a:prstGeom>
          <a:noFill/>
        </p:spPr>
        <p:txBody>
          <a:bodyPr wrap="square" lIns="0" tIns="0" rIns="36000" bIns="0" rtlCol="0">
            <a:spAutoFit/>
          </a:bodyPr>
          <a:lstStyle/>
          <a:p>
            <a:pPr defTabSz="914065">
              <a:spcAft>
                <a:spcPts val="600"/>
              </a:spcAft>
              <a:defRPr/>
            </a:pPr>
            <a:r>
              <a:rPr lang="en-US" sz="1000">
                <a:solidFill>
                  <a:schemeClr val="bg2"/>
                </a:solidFill>
                <a:latin typeface="Montserrat" panose="00000500000000000000" pitchFamily="2" charset="0"/>
              </a:rPr>
              <a:t>Blend implemented a comprehensive cloud modernization strategy that redesigned the infrastructure using GCP-native and open-source technologies rather than a simple lift-and-shift approach:</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Spark on Kubernetes: Migrated Spark workloads from EMR to Google Kubernetes Engine with custom Docker containers for enhanced portability</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Airflow on Kubernetes: Deployed Apache Airflow on Kubernetes to orchestrate Spark jobs, data validation, and model deployments with improved observability</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Cloud-Native Storage: Transitioned from Amazon S3 to Google Cloud Storage, optimized for Spark and Airflow workloads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Infrastructure as Code: Provisioned entire infrastructure using Terraform for consistent environments across dev, staging, and production</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Advanced Monitoring: Implemented GCP </a:t>
            </a:r>
            <a:r>
              <a:rPr lang="en-US" sz="1000" err="1">
                <a:solidFill>
                  <a:schemeClr val="bg2"/>
                </a:solidFill>
                <a:latin typeface="Montserrat" panose="00000500000000000000" pitchFamily="2" charset="0"/>
              </a:rPr>
              <a:t>Stackdriver</a:t>
            </a:r>
            <a:r>
              <a:rPr lang="en-US" sz="1000">
                <a:solidFill>
                  <a:schemeClr val="bg2"/>
                </a:solidFill>
                <a:latin typeface="Montserrat" panose="00000500000000000000" pitchFamily="2" charset="0"/>
              </a:rPr>
              <a:t> and Prometheus/Grafana for comprehensive observability</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Data Science Validation Framework: Given the mission-critical nature of RTB scoring, established rigorous validation including historical </a:t>
            </a:r>
            <a:r>
              <a:rPr lang="en-US" sz="1000" err="1">
                <a:solidFill>
                  <a:schemeClr val="bg2"/>
                </a:solidFill>
                <a:latin typeface="Montserrat" panose="00000500000000000000" pitchFamily="2" charset="0"/>
              </a:rPr>
              <a:t>backtesting</a:t>
            </a:r>
            <a:r>
              <a:rPr lang="en-US" sz="1000">
                <a:solidFill>
                  <a:schemeClr val="bg2"/>
                </a:solidFill>
                <a:latin typeface="Montserrat" panose="00000500000000000000" pitchFamily="2" charset="0"/>
              </a:rPr>
              <a:t> against archived bidding logs, shadow mode deployment for real-time score comparison, and comprehensive validation metrics covering score correlation, lift-over-baseline analysis, revenue simulation, and latency benchmarks.</a:t>
            </a:r>
          </a:p>
        </p:txBody>
      </p:sp>
      <p:sp>
        <p:nvSpPr>
          <p:cNvPr id="61" name="Text Placeholder 7">
            <a:extLst>
              <a:ext uri="{FF2B5EF4-FFF2-40B4-BE49-F238E27FC236}">
                <a16:creationId xmlns:a16="http://schemas.microsoft.com/office/drawing/2014/main" id="{CA789643-76B6-DC49-C8E9-39B658BAF978}"/>
              </a:ext>
            </a:extLst>
          </p:cNvPr>
          <p:cNvSpPr txBox="1">
            <a:spLocks/>
          </p:cNvSpPr>
          <p:nvPr/>
        </p:nvSpPr>
        <p:spPr>
          <a:xfrm>
            <a:off x="8579773" y="188592"/>
            <a:ext cx="246179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Impacts</a:t>
            </a:r>
          </a:p>
        </p:txBody>
      </p:sp>
      <p:sp>
        <p:nvSpPr>
          <p:cNvPr id="63" name="Oval 62">
            <a:extLst>
              <a:ext uri="{FF2B5EF4-FFF2-40B4-BE49-F238E27FC236}">
                <a16:creationId xmlns:a16="http://schemas.microsoft.com/office/drawing/2014/main" id="{47FE2647-691E-8CF8-2A6F-10A59F4D01E9}"/>
              </a:ext>
            </a:extLst>
          </p:cNvPr>
          <p:cNvSpPr/>
          <p:nvPr/>
        </p:nvSpPr>
        <p:spPr>
          <a:xfrm>
            <a:off x="8218786" y="178375"/>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pic>
        <p:nvPicPr>
          <p:cNvPr id="64" name="Graphic 63">
            <a:extLst>
              <a:ext uri="{FF2B5EF4-FFF2-40B4-BE49-F238E27FC236}">
                <a16:creationId xmlns:a16="http://schemas.microsoft.com/office/drawing/2014/main" id="{A74AB219-453D-BBB9-95D3-326CC078BE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73424" y="229838"/>
            <a:ext cx="243250" cy="243250"/>
          </a:xfrm>
          <a:prstGeom prst="rect">
            <a:avLst/>
          </a:prstGeom>
        </p:spPr>
      </p:pic>
      <p:sp>
        <p:nvSpPr>
          <p:cNvPr id="66" name="Rectangle: Rounded Corners 36">
            <a:extLst>
              <a:ext uri="{FF2B5EF4-FFF2-40B4-BE49-F238E27FC236}">
                <a16:creationId xmlns:a16="http://schemas.microsoft.com/office/drawing/2014/main" id="{25362361-274C-C291-31A8-83FD326A5B3E}"/>
              </a:ext>
            </a:extLst>
          </p:cNvPr>
          <p:cNvSpPr/>
          <p:nvPr/>
        </p:nvSpPr>
        <p:spPr>
          <a:xfrm>
            <a:off x="8240386" y="5872535"/>
            <a:ext cx="3776439" cy="49620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Montserrat" panose="00000500000000000000" pitchFamily="2" charset="0"/>
            </a:endParaRPr>
          </a:p>
        </p:txBody>
      </p:sp>
      <p:sp>
        <p:nvSpPr>
          <p:cNvPr id="67" name="TextBox 66">
            <a:extLst>
              <a:ext uri="{FF2B5EF4-FFF2-40B4-BE49-F238E27FC236}">
                <a16:creationId xmlns:a16="http://schemas.microsoft.com/office/drawing/2014/main" id="{272A274A-B470-027C-19FA-92EB0D4DE948}"/>
              </a:ext>
            </a:extLst>
          </p:cNvPr>
          <p:cNvSpPr txBox="1"/>
          <p:nvPr/>
        </p:nvSpPr>
        <p:spPr>
          <a:xfrm>
            <a:off x="8394048" y="6051390"/>
            <a:ext cx="3447512" cy="138499"/>
          </a:xfrm>
          <a:prstGeom prst="rect">
            <a:avLst/>
          </a:prstGeom>
          <a:noFill/>
        </p:spPr>
        <p:txBody>
          <a:bodyPr wrap="square" lIns="0" tIns="0" rIns="0" bIns="0" rtlCol="0">
            <a:spAutoFit/>
          </a:bodyPr>
          <a:lstStyle/>
          <a:p>
            <a:pPr marL="0" lvl="1" algn="ctr">
              <a:lnSpc>
                <a:spcPct val="90000"/>
              </a:lnSpc>
              <a:spcBef>
                <a:spcPts val="600"/>
              </a:spcBef>
              <a:defRPr/>
            </a:pPr>
            <a:r>
              <a:rPr lang="en-US" sz="1000">
                <a:solidFill>
                  <a:schemeClr val="accent2"/>
                </a:solidFill>
                <a:latin typeface="Montserrat" panose="00000500000000000000" pitchFamily="2" charset="0"/>
                <a:ea typeface="Open Sans" panose="020B0606030504020204" pitchFamily="34" charset="0"/>
                <a:cs typeface="Calibri" panose="020F0502020204030204" pitchFamily="34" charset="0"/>
              </a:rPr>
              <a:t>100% Uptime </a:t>
            </a:r>
            <a:r>
              <a:rPr lang="en-US" sz="1000">
                <a:latin typeface="Montserrat" panose="00000500000000000000" pitchFamily="2" charset="0"/>
                <a:ea typeface="Open Sans" panose="020B0606030504020204" pitchFamily="34" charset="0"/>
                <a:cs typeface="Calibri" panose="020F0502020204030204" pitchFamily="34" charset="0"/>
              </a:rPr>
              <a:t>During Migration</a:t>
            </a:r>
          </a:p>
        </p:txBody>
      </p:sp>
      <p:sp>
        <p:nvSpPr>
          <p:cNvPr id="79" name="TextBox 78">
            <a:extLst>
              <a:ext uri="{FF2B5EF4-FFF2-40B4-BE49-F238E27FC236}">
                <a16:creationId xmlns:a16="http://schemas.microsoft.com/office/drawing/2014/main" id="{E7193DFC-8796-7574-4155-00533E42D816}"/>
              </a:ext>
            </a:extLst>
          </p:cNvPr>
          <p:cNvSpPr txBox="1"/>
          <p:nvPr/>
        </p:nvSpPr>
        <p:spPr>
          <a:xfrm>
            <a:off x="8218786" y="659253"/>
            <a:ext cx="3657351" cy="4385816"/>
          </a:xfrm>
          <a:prstGeom prst="rect">
            <a:avLst/>
          </a:prstGeom>
          <a:noFill/>
        </p:spPr>
        <p:txBody>
          <a:bodyPr wrap="square" lIns="0" tIns="0" rIns="0" bIns="0" rtlCol="0">
            <a:spAutoFit/>
          </a:bodyPr>
          <a:lstStyle/>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GCP-based pipelines achieved consistent or improved machine learning performance compared to the AWS system while delivering faster execution times and greater operational flexibility</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Successfully transitioned to GCP-native architecture without any degradation in model accuracy or reliability</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Models demonstrated identical performance metrics post-migration with comprehensive AUC, AUPRC, and feature importance validation</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Established reproducible local environment for event inference testing and debugging</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Deployed full staging environment replicating production events with integrated database dependencies and real-time dashboards monitoring critical metrics including win rate, average latency, P95, and P99 performance indicators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Executed canary release strategy migrating models to GCP on a single host with continuous monitoring of all staging environment metrics to ensure seamless transition</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Data science rigor ensured model fidelity and safeguarded revenue-critical decisions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The new architecture enables cloud independence, better cost control, and faster innovation cycles</a:t>
            </a:r>
          </a:p>
        </p:txBody>
      </p:sp>
      <p:pic>
        <p:nvPicPr>
          <p:cNvPr id="3" name="Graphic 2">
            <a:extLst>
              <a:ext uri="{FF2B5EF4-FFF2-40B4-BE49-F238E27FC236}">
                <a16:creationId xmlns:a16="http://schemas.microsoft.com/office/drawing/2014/main" id="{216EC31F-F526-5E69-8B46-BEBF8DD294D3}"/>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rcRect l="35318" t="-4519" r="488" b="677"/>
          <a:stretch/>
        </p:blipFill>
        <p:spPr>
          <a:xfrm flipV="1">
            <a:off x="795" y="3716442"/>
            <a:ext cx="3276694" cy="3141557"/>
          </a:xfrm>
          <a:prstGeom prst="rect">
            <a:avLst/>
          </a:prstGeom>
        </p:spPr>
      </p:pic>
      <p:sp>
        <p:nvSpPr>
          <p:cNvPr id="78" name="Text Placeholder 4">
            <a:extLst>
              <a:ext uri="{FF2B5EF4-FFF2-40B4-BE49-F238E27FC236}">
                <a16:creationId xmlns:a16="http://schemas.microsoft.com/office/drawing/2014/main" id="{482F2715-1599-A959-6D73-655DB77B41AA}"/>
              </a:ext>
            </a:extLst>
          </p:cNvPr>
          <p:cNvSpPr txBox="1">
            <a:spLocks/>
          </p:cNvSpPr>
          <p:nvPr/>
        </p:nvSpPr>
        <p:spPr>
          <a:xfrm>
            <a:off x="384072" y="2188971"/>
            <a:ext cx="2779201" cy="2712897"/>
          </a:xfrm>
          <a:prstGeom prst="rect">
            <a:avLst/>
          </a:prstGeom>
        </p:spPr>
        <p:txBody>
          <a:bodyPr l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rPr>
              <a:t>A major advertising technology firm operating a real-time bidding (RTB) platform migrated its machine learning (ML) infrastructure from AWS to Google Cloud Platform (GCP). The RTB system powers multi-million-dollar ad campaigns by scoring impressions in real time, making model performance and system reliability mission-critical.</a:t>
            </a:r>
            <a:br>
              <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rPr>
            </a:br>
            <a:endPar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endParaRPr>
          </a:p>
        </p:txBody>
      </p:sp>
      <p:sp>
        <p:nvSpPr>
          <p:cNvPr id="4" name="Rectangle: Rounded Corners 36">
            <a:extLst>
              <a:ext uri="{FF2B5EF4-FFF2-40B4-BE49-F238E27FC236}">
                <a16:creationId xmlns:a16="http://schemas.microsoft.com/office/drawing/2014/main" id="{48E3EE74-C7AE-6B49-BEA6-BFA94D0D2DDE}"/>
              </a:ext>
            </a:extLst>
          </p:cNvPr>
          <p:cNvSpPr/>
          <p:nvPr/>
        </p:nvSpPr>
        <p:spPr>
          <a:xfrm>
            <a:off x="8249946" y="5176335"/>
            <a:ext cx="3765638" cy="55020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Montserrat" panose="00000500000000000000" pitchFamily="2" charset="0"/>
            </a:endParaRPr>
          </a:p>
        </p:txBody>
      </p:sp>
      <p:sp>
        <p:nvSpPr>
          <p:cNvPr id="6" name="TextBox 5">
            <a:extLst>
              <a:ext uri="{FF2B5EF4-FFF2-40B4-BE49-F238E27FC236}">
                <a16:creationId xmlns:a16="http://schemas.microsoft.com/office/drawing/2014/main" id="{93728049-6123-384F-21F1-00AB20DB8504}"/>
              </a:ext>
            </a:extLst>
          </p:cNvPr>
          <p:cNvSpPr txBox="1"/>
          <p:nvPr/>
        </p:nvSpPr>
        <p:spPr>
          <a:xfrm>
            <a:off x="8392802" y="5384592"/>
            <a:ext cx="3447512" cy="138499"/>
          </a:xfrm>
          <a:prstGeom prst="rect">
            <a:avLst/>
          </a:prstGeom>
          <a:noFill/>
        </p:spPr>
        <p:txBody>
          <a:bodyPr wrap="square" lIns="0" tIns="0" rIns="0" bIns="0" rtlCol="0" anchor="t">
            <a:spAutoFit/>
          </a:bodyPr>
          <a:lstStyle/>
          <a:p>
            <a:pPr marL="0" lvl="1" algn="ctr">
              <a:lnSpc>
                <a:spcPct val="90000"/>
              </a:lnSpc>
              <a:spcBef>
                <a:spcPts val="600"/>
              </a:spcBef>
              <a:defRPr/>
            </a:pPr>
            <a:r>
              <a:rPr lang="en-US" sz="1000">
                <a:latin typeface="Montserrat" panose="00000500000000000000" pitchFamily="2" charset="0"/>
                <a:ea typeface="+mn-lt"/>
                <a:cs typeface="+mn-lt"/>
              </a:rPr>
              <a:t>Successfully retraining </a:t>
            </a:r>
            <a:r>
              <a:rPr lang="en-US" sz="1000">
                <a:solidFill>
                  <a:schemeClr val="accent2"/>
                </a:solidFill>
                <a:latin typeface="Montserrat" panose="00000500000000000000" pitchFamily="2" charset="0"/>
                <a:ea typeface="+mn-lt"/>
                <a:cs typeface="+mn-lt"/>
              </a:rPr>
              <a:t>thousands of models daily</a:t>
            </a:r>
            <a:endParaRPr lang="en-US">
              <a:solidFill>
                <a:schemeClr val="accent2"/>
              </a:solidFill>
              <a:latin typeface="Montserrat" panose="00000500000000000000" pitchFamily="2" charset="0"/>
            </a:endParaRPr>
          </a:p>
        </p:txBody>
      </p:sp>
      <p:sp>
        <p:nvSpPr>
          <p:cNvPr id="7" name="Rectangle: Rounded Corners 36">
            <a:extLst>
              <a:ext uri="{FF2B5EF4-FFF2-40B4-BE49-F238E27FC236}">
                <a16:creationId xmlns:a16="http://schemas.microsoft.com/office/drawing/2014/main" id="{00067A61-FB1A-5606-0922-2E90D36AD036}"/>
              </a:ext>
            </a:extLst>
          </p:cNvPr>
          <p:cNvSpPr/>
          <p:nvPr/>
        </p:nvSpPr>
        <p:spPr>
          <a:xfrm>
            <a:off x="0" y="888"/>
            <a:ext cx="3163273" cy="33114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ontserrat" panose="00000500000000000000" pitchFamily="2" charset="0"/>
              </a:rPr>
              <a:t>Media / Telecom</a:t>
            </a:r>
          </a:p>
        </p:txBody>
      </p:sp>
    </p:spTree>
    <p:extLst>
      <p:ext uri="{BB962C8B-B14F-4D97-AF65-F5344CB8AC3E}">
        <p14:creationId xmlns:p14="http://schemas.microsoft.com/office/powerpoint/2010/main" val="4137388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3530-686B-4572-0739-794EFF0B6A7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5848DA7-45E7-9D72-1F88-001863CADA00}"/>
              </a:ext>
            </a:extLst>
          </p:cNvPr>
          <p:cNvSpPr>
            <a:spLocks noGrp="1" noRot="1" noMove="1" noResize="1" noEditPoints="1" noAdjustHandles="1" noChangeArrowheads="1" noChangeShapeType="1"/>
          </p:cNvSpPr>
          <p:nvPr/>
        </p:nvSpPr>
        <p:spPr>
          <a:xfrm>
            <a:off x="795" y="6332562"/>
            <a:ext cx="873457" cy="5254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9" name="Oval 48">
            <a:extLst>
              <a:ext uri="{FF2B5EF4-FFF2-40B4-BE49-F238E27FC236}">
                <a16:creationId xmlns:a16="http://schemas.microsoft.com/office/drawing/2014/main" id="{6F70DFC9-DFBD-2C8E-8157-DEC6AEBD7F9D}"/>
              </a:ext>
            </a:extLst>
          </p:cNvPr>
          <p:cNvSpPr/>
          <p:nvPr/>
        </p:nvSpPr>
        <p:spPr>
          <a:xfrm>
            <a:off x="3512673" y="178995"/>
            <a:ext cx="352529" cy="35252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grpSp>
        <p:nvGrpSpPr>
          <p:cNvPr id="50" name="Graphic 159">
            <a:extLst>
              <a:ext uri="{FF2B5EF4-FFF2-40B4-BE49-F238E27FC236}">
                <a16:creationId xmlns:a16="http://schemas.microsoft.com/office/drawing/2014/main" id="{BFD3174F-A927-06D3-4CD1-9F226BBAD760}"/>
              </a:ext>
            </a:extLst>
          </p:cNvPr>
          <p:cNvGrpSpPr>
            <a:grpSpLocks noChangeAspect="1"/>
          </p:cNvGrpSpPr>
          <p:nvPr/>
        </p:nvGrpSpPr>
        <p:grpSpPr>
          <a:xfrm>
            <a:off x="3596998" y="263318"/>
            <a:ext cx="183879" cy="183880"/>
            <a:chOff x="3039690" y="3963730"/>
            <a:chExt cx="704244" cy="704245"/>
          </a:xfrm>
          <a:solidFill>
            <a:schemeClr val="accent2"/>
          </a:solidFill>
        </p:grpSpPr>
        <p:sp>
          <p:nvSpPr>
            <p:cNvPr id="51" name="Freeform 13">
              <a:extLst>
                <a:ext uri="{FF2B5EF4-FFF2-40B4-BE49-F238E27FC236}">
                  <a16:creationId xmlns:a16="http://schemas.microsoft.com/office/drawing/2014/main" id="{587A2EE5-69E7-525E-0047-BDA1F3F8FBA4}"/>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sp>
          <p:nvSpPr>
            <p:cNvPr id="52" name="Freeform 14">
              <a:extLst>
                <a:ext uri="{FF2B5EF4-FFF2-40B4-BE49-F238E27FC236}">
                  <a16:creationId xmlns:a16="http://schemas.microsoft.com/office/drawing/2014/main" id="{1B2854D1-3E25-E4F9-191F-91FE63BAE2CB}"/>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sp>
          <p:nvSpPr>
            <p:cNvPr id="53" name="Freeform 15">
              <a:extLst>
                <a:ext uri="{FF2B5EF4-FFF2-40B4-BE49-F238E27FC236}">
                  <a16:creationId xmlns:a16="http://schemas.microsoft.com/office/drawing/2014/main" id="{073F8541-F221-EBB7-C6A2-D24F4EE3967B}"/>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endParaRPr lang="en-US">
                <a:solidFill>
                  <a:schemeClr val="accent1"/>
                </a:solidFill>
                <a:latin typeface="Montserrat" panose="00000500000000000000" pitchFamily="2" charset="0"/>
              </a:endParaRPr>
            </a:p>
          </p:txBody>
        </p:sp>
      </p:grpSp>
      <p:sp>
        <p:nvSpPr>
          <p:cNvPr id="48" name="Text Placeholder 7">
            <a:extLst>
              <a:ext uri="{FF2B5EF4-FFF2-40B4-BE49-F238E27FC236}">
                <a16:creationId xmlns:a16="http://schemas.microsoft.com/office/drawing/2014/main" id="{21485BB6-C6A8-72E6-4D59-BB5CAFD12E6F}"/>
              </a:ext>
            </a:extLst>
          </p:cNvPr>
          <p:cNvSpPr txBox="1">
            <a:spLocks/>
          </p:cNvSpPr>
          <p:nvPr/>
        </p:nvSpPr>
        <p:spPr>
          <a:xfrm>
            <a:off x="3873660" y="178994"/>
            <a:ext cx="163791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Challenges</a:t>
            </a:r>
          </a:p>
        </p:txBody>
      </p:sp>
      <p:sp>
        <p:nvSpPr>
          <p:cNvPr id="54" name="TextBox 53">
            <a:extLst>
              <a:ext uri="{FF2B5EF4-FFF2-40B4-BE49-F238E27FC236}">
                <a16:creationId xmlns:a16="http://schemas.microsoft.com/office/drawing/2014/main" id="{DA77875D-F20F-927D-83E7-DCE93B4FA8A2}"/>
              </a:ext>
            </a:extLst>
          </p:cNvPr>
          <p:cNvSpPr txBox="1"/>
          <p:nvPr/>
        </p:nvSpPr>
        <p:spPr>
          <a:xfrm>
            <a:off x="3512671" y="659254"/>
            <a:ext cx="3840480" cy="1769715"/>
          </a:xfrm>
          <a:prstGeom prst="rect">
            <a:avLst/>
          </a:prstGeom>
          <a:noFill/>
        </p:spPr>
        <p:txBody>
          <a:bodyPr wrap="square" lIns="0" tIns="0" rIns="36000" bIns="0" rtlCol="0">
            <a:spAutoFit/>
          </a:bodyPr>
          <a:lstStyle/>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Business relies heavily on daily short-term and long-term forecasts for financial management and operations</a:t>
            </a:r>
          </a:p>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Input data change minute to minute, and arrive from myriad sources, requiring significant ETL and processing</a:t>
            </a:r>
          </a:p>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Monolithic code structure made changes difficult and limited functionality for what-if simulation </a:t>
            </a:r>
          </a:p>
          <a:p>
            <a:pPr marL="228600" indent="-228600" defTabSz="914400">
              <a:spcBef>
                <a:spcPts val="600"/>
              </a:spcBef>
              <a:buFont typeface="Arial" charset="0"/>
              <a:buChar char="•"/>
              <a:defRPr/>
            </a:pPr>
            <a:r>
              <a:rPr lang="en-US" sz="1000">
                <a:solidFill>
                  <a:schemeClr val="bg2"/>
                </a:solidFill>
                <a:latin typeface="Montserrat" panose="00000500000000000000" pitchFamily="2" charset="0"/>
                <a:ea typeface="Open Sans" panose="020B0606030504020204" pitchFamily="34" charset="0"/>
                <a:cs typeface="Open Sans" panose="020B0606030504020204" pitchFamily="34" charset="0"/>
              </a:rPr>
              <a:t>Model development was fragmented, using disparate data stores and tools; deployment was cumbersome</a:t>
            </a:r>
          </a:p>
        </p:txBody>
      </p:sp>
      <p:sp>
        <p:nvSpPr>
          <p:cNvPr id="56" name="Oval 55">
            <a:extLst>
              <a:ext uri="{FF2B5EF4-FFF2-40B4-BE49-F238E27FC236}">
                <a16:creationId xmlns:a16="http://schemas.microsoft.com/office/drawing/2014/main" id="{77881857-CA05-6116-AF2F-AB83157FF2A7}"/>
              </a:ext>
            </a:extLst>
          </p:cNvPr>
          <p:cNvSpPr/>
          <p:nvPr/>
        </p:nvSpPr>
        <p:spPr>
          <a:xfrm>
            <a:off x="3512673" y="2931142"/>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tx2"/>
              </a:solidFill>
              <a:latin typeface="Montserrat" panose="00000500000000000000" pitchFamily="2" charset="0"/>
            </a:endParaRPr>
          </a:p>
        </p:txBody>
      </p:sp>
      <p:pic>
        <p:nvPicPr>
          <p:cNvPr id="57" name="Graphic 56">
            <a:extLst>
              <a:ext uri="{FF2B5EF4-FFF2-40B4-BE49-F238E27FC236}">
                <a16:creationId xmlns:a16="http://schemas.microsoft.com/office/drawing/2014/main" id="{BA1639D6-F955-9206-BB52-42433907D2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1429" y="2965280"/>
            <a:ext cx="284253" cy="284253"/>
          </a:xfrm>
          <a:prstGeom prst="rect">
            <a:avLst/>
          </a:prstGeom>
        </p:spPr>
      </p:pic>
      <p:sp>
        <p:nvSpPr>
          <p:cNvPr id="58" name="Text Placeholder 7">
            <a:extLst>
              <a:ext uri="{FF2B5EF4-FFF2-40B4-BE49-F238E27FC236}">
                <a16:creationId xmlns:a16="http://schemas.microsoft.com/office/drawing/2014/main" id="{688B50D2-AF2A-B10F-D0B3-B6939B1A4300}"/>
              </a:ext>
            </a:extLst>
          </p:cNvPr>
          <p:cNvSpPr txBox="1">
            <a:spLocks/>
          </p:cNvSpPr>
          <p:nvPr/>
        </p:nvSpPr>
        <p:spPr>
          <a:xfrm>
            <a:off x="3873660" y="2949449"/>
            <a:ext cx="150016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Solutions</a:t>
            </a:r>
          </a:p>
        </p:txBody>
      </p:sp>
      <p:sp>
        <p:nvSpPr>
          <p:cNvPr id="59" name="TextBox 58">
            <a:extLst>
              <a:ext uri="{FF2B5EF4-FFF2-40B4-BE49-F238E27FC236}">
                <a16:creationId xmlns:a16="http://schemas.microsoft.com/office/drawing/2014/main" id="{082EE169-C2F0-0DB0-79D4-DC78C4B80CF9}"/>
              </a:ext>
            </a:extLst>
          </p:cNvPr>
          <p:cNvSpPr txBox="1"/>
          <p:nvPr/>
        </p:nvSpPr>
        <p:spPr>
          <a:xfrm>
            <a:off x="3512668" y="3355993"/>
            <a:ext cx="3840480" cy="2154436"/>
          </a:xfrm>
          <a:prstGeom prst="rect">
            <a:avLst/>
          </a:prstGeom>
          <a:noFill/>
        </p:spPr>
        <p:txBody>
          <a:bodyPr wrap="square" lIns="0" tIns="0" rIns="36000" bIns="0" rtlCol="0">
            <a:spAutoFit/>
          </a:bodyPr>
          <a:lstStyle/>
          <a:p>
            <a:pPr defTabSz="914065">
              <a:spcAft>
                <a:spcPts val="600"/>
              </a:spcAft>
              <a:defRPr/>
            </a:pPr>
            <a:r>
              <a:rPr lang="en-US" sz="1000">
                <a:solidFill>
                  <a:schemeClr val="bg2"/>
                </a:solidFill>
                <a:latin typeface="Montserrat" panose="00000500000000000000" pitchFamily="2" charset="0"/>
              </a:rPr>
              <a:t>Blend developed and built a modern </a:t>
            </a:r>
            <a:r>
              <a:rPr lang="en-US" sz="1000" err="1">
                <a:solidFill>
                  <a:schemeClr val="bg2"/>
                </a:solidFill>
                <a:latin typeface="Montserrat" panose="00000500000000000000" pitchFamily="2" charset="0"/>
              </a:rPr>
              <a:t>MLOps</a:t>
            </a:r>
            <a:r>
              <a:rPr lang="en-US" sz="1000">
                <a:solidFill>
                  <a:schemeClr val="bg2"/>
                </a:solidFill>
                <a:latin typeface="Montserrat" panose="00000500000000000000" pitchFamily="2" charset="0"/>
              </a:rPr>
              <a:t> environment and operating model for the business to train, evaluate and deploy new ML models for multiple business applications: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Modular code base separated key phases of forecasting system allowing for controlled change deployment and faster runtime</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Data science pipelines for model development, parallel testing, governance and production deployment</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New models for demand and survival forecasting using long short-term memory (LSTM) and other techniques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Model performance test and tracking dashboards in </a:t>
            </a:r>
            <a:r>
              <a:rPr lang="en-US" sz="1000" err="1">
                <a:solidFill>
                  <a:schemeClr val="bg2"/>
                </a:solidFill>
                <a:latin typeface="Montserrat" panose="00000500000000000000" pitchFamily="2" charset="0"/>
              </a:rPr>
              <a:t>Streamlit</a:t>
            </a:r>
            <a:endParaRPr lang="en-US" sz="1000">
              <a:solidFill>
                <a:schemeClr val="bg2"/>
              </a:solidFill>
              <a:latin typeface="Montserrat" panose="00000500000000000000" pitchFamily="2" charset="0"/>
            </a:endParaRPr>
          </a:p>
        </p:txBody>
      </p:sp>
      <p:sp>
        <p:nvSpPr>
          <p:cNvPr id="61" name="Text Placeholder 7">
            <a:extLst>
              <a:ext uri="{FF2B5EF4-FFF2-40B4-BE49-F238E27FC236}">
                <a16:creationId xmlns:a16="http://schemas.microsoft.com/office/drawing/2014/main" id="{CA789643-76B6-DC49-C8E9-39B658BAF978}"/>
              </a:ext>
            </a:extLst>
          </p:cNvPr>
          <p:cNvSpPr txBox="1">
            <a:spLocks/>
          </p:cNvSpPr>
          <p:nvPr/>
        </p:nvSpPr>
        <p:spPr>
          <a:xfrm>
            <a:off x="8579773" y="188592"/>
            <a:ext cx="3296360"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Impacts &amp; Risks</a:t>
            </a:r>
          </a:p>
        </p:txBody>
      </p:sp>
      <p:sp>
        <p:nvSpPr>
          <p:cNvPr id="63" name="Oval 62">
            <a:extLst>
              <a:ext uri="{FF2B5EF4-FFF2-40B4-BE49-F238E27FC236}">
                <a16:creationId xmlns:a16="http://schemas.microsoft.com/office/drawing/2014/main" id="{47FE2647-691E-8CF8-2A6F-10A59F4D01E9}"/>
              </a:ext>
            </a:extLst>
          </p:cNvPr>
          <p:cNvSpPr/>
          <p:nvPr/>
        </p:nvSpPr>
        <p:spPr>
          <a:xfrm>
            <a:off x="8218786" y="178375"/>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sp>
        <p:nvSpPr>
          <p:cNvPr id="79" name="TextBox 78">
            <a:extLst>
              <a:ext uri="{FF2B5EF4-FFF2-40B4-BE49-F238E27FC236}">
                <a16:creationId xmlns:a16="http://schemas.microsoft.com/office/drawing/2014/main" id="{E7193DFC-8796-7574-4155-00533E42D816}"/>
              </a:ext>
            </a:extLst>
          </p:cNvPr>
          <p:cNvSpPr txBox="1"/>
          <p:nvPr/>
        </p:nvSpPr>
        <p:spPr>
          <a:xfrm>
            <a:off x="8218786" y="659253"/>
            <a:ext cx="3657351" cy="1769715"/>
          </a:xfrm>
          <a:prstGeom prst="rect">
            <a:avLst/>
          </a:prstGeom>
          <a:noFill/>
        </p:spPr>
        <p:txBody>
          <a:bodyPr wrap="square" lIns="0" tIns="0" rIns="0" bIns="0" rtlCol="0">
            <a:spAutoFit/>
          </a:bodyPr>
          <a:lstStyle/>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Frequent data ingestion / update failures led to outdated or inaccurate projections: greater than 15% failure rate in one quarter</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Variance in demand forecast directly effects cost and profit: approximately $3M for each 1% of mean error  </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Planners used work-around estimates because forecasts were fixed to stale business logic leading to suboptimal decisions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Updates to models were limited to monthly releases and required production downtime to complete</a:t>
            </a:r>
          </a:p>
        </p:txBody>
      </p:sp>
      <p:pic>
        <p:nvPicPr>
          <p:cNvPr id="3" name="Graphic 2">
            <a:extLst>
              <a:ext uri="{FF2B5EF4-FFF2-40B4-BE49-F238E27FC236}">
                <a16:creationId xmlns:a16="http://schemas.microsoft.com/office/drawing/2014/main" id="{216EC31F-F526-5E69-8B46-BEBF8DD294D3}"/>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rcRect l="35318" t="-4519" r="488" b="677"/>
          <a:stretch/>
        </p:blipFill>
        <p:spPr>
          <a:xfrm flipV="1">
            <a:off x="795" y="3716442"/>
            <a:ext cx="3276694" cy="3141557"/>
          </a:xfrm>
          <a:prstGeom prst="rect">
            <a:avLst/>
          </a:prstGeom>
        </p:spPr>
      </p:pic>
      <p:sp>
        <p:nvSpPr>
          <p:cNvPr id="7" name="Rectangle: Rounded Corners 36">
            <a:extLst>
              <a:ext uri="{FF2B5EF4-FFF2-40B4-BE49-F238E27FC236}">
                <a16:creationId xmlns:a16="http://schemas.microsoft.com/office/drawing/2014/main" id="{A46E7F2C-31D9-F0E4-65EE-75B21673551D}"/>
              </a:ext>
            </a:extLst>
          </p:cNvPr>
          <p:cNvSpPr/>
          <p:nvPr/>
        </p:nvSpPr>
        <p:spPr>
          <a:xfrm>
            <a:off x="0" y="888"/>
            <a:ext cx="3163273" cy="33114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ontserrat" panose="00000500000000000000" pitchFamily="2" charset="0"/>
              </a:rPr>
              <a:t>Retail Energy</a:t>
            </a:r>
          </a:p>
        </p:txBody>
      </p:sp>
      <p:sp>
        <p:nvSpPr>
          <p:cNvPr id="10" name="Title 1">
            <a:extLst>
              <a:ext uri="{FF2B5EF4-FFF2-40B4-BE49-F238E27FC236}">
                <a16:creationId xmlns:a16="http://schemas.microsoft.com/office/drawing/2014/main" id="{F8249209-4816-412E-B623-88617BAE5E4B}"/>
              </a:ext>
            </a:extLst>
          </p:cNvPr>
          <p:cNvSpPr>
            <a:spLocks noGrp="1"/>
          </p:cNvSpPr>
          <p:nvPr>
            <p:ph type="title"/>
          </p:nvPr>
        </p:nvSpPr>
        <p:spPr>
          <a:xfrm>
            <a:off x="384070" y="611780"/>
            <a:ext cx="2893417" cy="1477328"/>
          </a:xfrm>
        </p:spPr>
        <p:txBody>
          <a:bodyPr/>
          <a:lstStyle/>
          <a:p>
            <a:r>
              <a:rPr lang="en-US" sz="2400"/>
              <a:t>High-Performance </a:t>
            </a:r>
            <a:r>
              <a:rPr lang="en-US" sz="2400" err="1"/>
              <a:t>MLOps</a:t>
            </a:r>
            <a:r>
              <a:rPr lang="en-US" sz="2400"/>
              <a:t> and Model Management Platform</a:t>
            </a:r>
          </a:p>
        </p:txBody>
      </p:sp>
      <p:sp>
        <p:nvSpPr>
          <p:cNvPr id="11" name="Text Placeholder 4">
            <a:extLst>
              <a:ext uri="{FF2B5EF4-FFF2-40B4-BE49-F238E27FC236}">
                <a16:creationId xmlns:a16="http://schemas.microsoft.com/office/drawing/2014/main" id="{811E3A66-DDA8-2BA9-B519-760DDC7E1740}"/>
              </a:ext>
            </a:extLst>
          </p:cNvPr>
          <p:cNvSpPr txBox="1">
            <a:spLocks/>
          </p:cNvSpPr>
          <p:nvPr/>
        </p:nvSpPr>
        <p:spPr>
          <a:xfrm>
            <a:off x="384072" y="2188971"/>
            <a:ext cx="2779201" cy="2712897"/>
          </a:xfrm>
          <a:prstGeom prst="rect">
            <a:avLst/>
          </a:prstGeom>
        </p:spPr>
        <p:txBody>
          <a:bodyPr l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rPr>
              <a:t>Implemented best-in-class </a:t>
            </a:r>
            <a:r>
              <a:rPr lang="en-US" sz="1200" kern="100" err="1">
                <a:solidFill>
                  <a:schemeClr val="bg2"/>
                </a:solidFill>
                <a:latin typeface="Montserrat" panose="00000500000000000000" pitchFamily="2" charset="0"/>
                <a:ea typeface="Calibri" panose="020F0502020204030204" pitchFamily="34" charset="0"/>
                <a:cs typeface="Times New Roman" panose="02020603050405020304" pitchFamily="18" charset="0"/>
              </a:rPr>
              <a:t>MLOps</a:t>
            </a:r>
            <a:r>
              <a:rPr lang="en-US" sz="1200" kern="100">
                <a:solidFill>
                  <a:schemeClr val="bg2"/>
                </a:solidFill>
                <a:latin typeface="Montserrat" panose="00000500000000000000" pitchFamily="2" charset="0"/>
                <a:ea typeface="Calibri" panose="020F0502020204030204" pitchFamily="34" charset="0"/>
                <a:cs typeface="Times New Roman" panose="02020603050405020304" pitchFamily="18" charset="0"/>
              </a:rPr>
              <a:t> capability for a retail energy provider (subsidiary of global integrated firm) enabling real-time, high-accuracy forecasting to inform all commodity trading and business management activities</a:t>
            </a:r>
          </a:p>
        </p:txBody>
      </p:sp>
      <p:sp>
        <p:nvSpPr>
          <p:cNvPr id="12" name="Text Placeholder 7">
            <a:extLst>
              <a:ext uri="{FF2B5EF4-FFF2-40B4-BE49-F238E27FC236}">
                <a16:creationId xmlns:a16="http://schemas.microsoft.com/office/drawing/2014/main" id="{9D46BDE8-8649-84E3-FE88-37B562F2DD5A}"/>
              </a:ext>
            </a:extLst>
          </p:cNvPr>
          <p:cNvSpPr txBox="1">
            <a:spLocks/>
          </p:cNvSpPr>
          <p:nvPr/>
        </p:nvSpPr>
        <p:spPr>
          <a:xfrm>
            <a:off x="8579772" y="2941359"/>
            <a:ext cx="3296361"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2"/>
                </a:solidFill>
                <a:latin typeface="Montserrat" panose="00000500000000000000" pitchFamily="2" charset="0"/>
              </a:rPr>
              <a:t>Results &amp; Outcomes</a:t>
            </a:r>
          </a:p>
        </p:txBody>
      </p:sp>
      <p:sp>
        <p:nvSpPr>
          <p:cNvPr id="13" name="Oval 12">
            <a:extLst>
              <a:ext uri="{FF2B5EF4-FFF2-40B4-BE49-F238E27FC236}">
                <a16:creationId xmlns:a16="http://schemas.microsoft.com/office/drawing/2014/main" id="{915DC57F-CFCD-ED3E-4D5D-0AF5BFF5923D}"/>
              </a:ext>
            </a:extLst>
          </p:cNvPr>
          <p:cNvSpPr/>
          <p:nvPr/>
        </p:nvSpPr>
        <p:spPr>
          <a:xfrm>
            <a:off x="8218786" y="2931142"/>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Montserrat" panose="00000500000000000000" pitchFamily="2" charset="0"/>
            </a:endParaRPr>
          </a:p>
        </p:txBody>
      </p:sp>
      <p:pic>
        <p:nvPicPr>
          <p:cNvPr id="14" name="Graphic 13">
            <a:extLst>
              <a:ext uri="{FF2B5EF4-FFF2-40B4-BE49-F238E27FC236}">
                <a16:creationId xmlns:a16="http://schemas.microsoft.com/office/drawing/2014/main" id="{F725AF62-7149-DF1D-88F6-70E21E6FCF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73424" y="2982605"/>
            <a:ext cx="243250" cy="243250"/>
          </a:xfrm>
          <a:prstGeom prst="rect">
            <a:avLst/>
          </a:prstGeom>
        </p:spPr>
      </p:pic>
      <p:sp>
        <p:nvSpPr>
          <p:cNvPr id="15" name="TextBox 14">
            <a:extLst>
              <a:ext uri="{FF2B5EF4-FFF2-40B4-BE49-F238E27FC236}">
                <a16:creationId xmlns:a16="http://schemas.microsoft.com/office/drawing/2014/main" id="{67B38E3F-3567-5950-3E99-78DFCE796633}"/>
              </a:ext>
            </a:extLst>
          </p:cNvPr>
          <p:cNvSpPr txBox="1"/>
          <p:nvPr/>
        </p:nvSpPr>
        <p:spPr>
          <a:xfrm>
            <a:off x="8218786" y="3412020"/>
            <a:ext cx="3657351" cy="1692771"/>
          </a:xfrm>
          <a:prstGeom prst="rect">
            <a:avLst/>
          </a:prstGeom>
          <a:noFill/>
        </p:spPr>
        <p:txBody>
          <a:bodyPr wrap="square" lIns="0" tIns="0" rIns="0" bIns="0" rtlCol="0">
            <a:spAutoFit/>
          </a:bodyPr>
          <a:lstStyle/>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98% reliability in first quarter; 99.2% in first year</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Improved model accuracy: 30% reduction in MAPE</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Ability to plug and play model versions to create various business simulations</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Deployment time for business logic changes reduced to 1-2 days from 1-2 weeks previously</a:t>
            </a:r>
          </a:p>
          <a:p>
            <a:pPr marL="171450" indent="-171450" defTabSz="914065">
              <a:spcAft>
                <a:spcPts val="600"/>
              </a:spcAft>
              <a:buFont typeface="Arial" panose="020B0604020202020204" pitchFamily="34" charset="0"/>
              <a:buChar char="•"/>
              <a:defRPr/>
            </a:pPr>
            <a:r>
              <a:rPr lang="en-US" sz="1000">
                <a:solidFill>
                  <a:schemeClr val="bg2"/>
                </a:solidFill>
                <a:latin typeface="Montserrat" panose="00000500000000000000" pitchFamily="2" charset="0"/>
              </a:rPr>
              <a:t>Real-time automated error alerting for missing/incomplete data with orchestrated fallback mechanisms</a:t>
            </a:r>
          </a:p>
        </p:txBody>
      </p:sp>
      <p:pic>
        <p:nvPicPr>
          <p:cNvPr id="17" name="Graphic 16" descr="Siren outline">
            <a:extLst>
              <a:ext uri="{FF2B5EF4-FFF2-40B4-BE49-F238E27FC236}">
                <a16:creationId xmlns:a16="http://schemas.microsoft.com/office/drawing/2014/main" id="{B7151AE6-D8C8-9145-099D-28B311CF6A1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56035" y="193019"/>
            <a:ext cx="278027" cy="278027"/>
          </a:xfrm>
          <a:prstGeom prst="rect">
            <a:avLst/>
          </a:prstGeom>
        </p:spPr>
      </p:pic>
      <p:sp>
        <p:nvSpPr>
          <p:cNvPr id="19" name="L-Shape 18">
            <a:extLst>
              <a:ext uri="{FF2B5EF4-FFF2-40B4-BE49-F238E27FC236}">
                <a16:creationId xmlns:a16="http://schemas.microsoft.com/office/drawing/2014/main" id="{AC13F5D3-5965-DCD0-0D10-EA608B5F5A22}"/>
              </a:ext>
            </a:extLst>
          </p:cNvPr>
          <p:cNvSpPr/>
          <p:nvPr/>
        </p:nvSpPr>
        <p:spPr>
          <a:xfrm rot="13500000">
            <a:off x="7263149" y="1336126"/>
            <a:ext cx="650371" cy="650371"/>
          </a:xfrm>
          <a:prstGeom prst="corner">
            <a:avLst>
              <a:gd name="adj1" fmla="val 34466"/>
              <a:gd name="adj2" fmla="val 33431"/>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0" name="L-Shape 19">
            <a:extLst>
              <a:ext uri="{FF2B5EF4-FFF2-40B4-BE49-F238E27FC236}">
                <a16:creationId xmlns:a16="http://schemas.microsoft.com/office/drawing/2014/main" id="{6F99ED49-E2EB-A252-62E8-44C4C13E8F32}"/>
              </a:ext>
            </a:extLst>
          </p:cNvPr>
          <p:cNvSpPr/>
          <p:nvPr/>
        </p:nvSpPr>
        <p:spPr>
          <a:xfrm rot="13500000">
            <a:off x="7263149" y="3951741"/>
            <a:ext cx="650371" cy="650371"/>
          </a:xfrm>
          <a:prstGeom prst="corner">
            <a:avLst>
              <a:gd name="adj1" fmla="val 34466"/>
              <a:gd name="adj2" fmla="val 33431"/>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cxnSp>
        <p:nvCxnSpPr>
          <p:cNvPr id="22" name="Straight Connector 21">
            <a:extLst>
              <a:ext uri="{FF2B5EF4-FFF2-40B4-BE49-F238E27FC236}">
                <a16:creationId xmlns:a16="http://schemas.microsoft.com/office/drawing/2014/main" id="{1BDF15D3-2BCD-9DDA-C991-48DDE5CE80DD}"/>
              </a:ext>
            </a:extLst>
          </p:cNvPr>
          <p:cNvCxnSpPr/>
          <p:nvPr/>
        </p:nvCxnSpPr>
        <p:spPr>
          <a:xfrm>
            <a:off x="3620830" y="2705100"/>
            <a:ext cx="8018720" cy="0"/>
          </a:xfrm>
          <a:prstGeom prst="line">
            <a:avLst/>
          </a:prstGeom>
          <a:ln>
            <a:solidFill>
              <a:schemeClr val="tx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3" name="Text Placeholder 7">
            <a:extLst>
              <a:ext uri="{FF2B5EF4-FFF2-40B4-BE49-F238E27FC236}">
                <a16:creationId xmlns:a16="http://schemas.microsoft.com/office/drawing/2014/main" id="{FF3B4BA6-5112-42E3-BF50-8471C1BCCABC}"/>
              </a:ext>
            </a:extLst>
          </p:cNvPr>
          <p:cNvSpPr txBox="1">
            <a:spLocks/>
          </p:cNvSpPr>
          <p:nvPr/>
        </p:nvSpPr>
        <p:spPr>
          <a:xfrm>
            <a:off x="3551429" y="5998445"/>
            <a:ext cx="3420871" cy="109695"/>
          </a:xfrm>
          <a:prstGeom prst="rect">
            <a:avLst/>
          </a:prstGeom>
        </p:spPr>
        <p:txBody>
          <a:bodyPr vert="horz" lIns="91440" tIns="0" rIns="91440" bIns="0" rtlCol="0" anchor="ctr" anchorCtr="0">
            <a:no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solidFill>
                  <a:schemeClr val="bg2"/>
                </a:solidFill>
                <a:latin typeface="Montserrat" panose="00000500000000000000" pitchFamily="2" charset="0"/>
              </a:rPr>
              <a:t>TECHNOLOGIES DEPLOYED</a:t>
            </a:r>
          </a:p>
        </p:txBody>
      </p:sp>
      <p:pic>
        <p:nvPicPr>
          <p:cNvPr id="25" name="Picture 24">
            <a:extLst>
              <a:ext uri="{FF2B5EF4-FFF2-40B4-BE49-F238E27FC236}">
                <a16:creationId xmlns:a16="http://schemas.microsoft.com/office/drawing/2014/main" id="{EEAC4189-4A1B-56DD-8974-DDA16E38FBDD}"/>
              </a:ext>
            </a:extLst>
          </p:cNvPr>
          <p:cNvPicPr>
            <a:picLocks noChangeAspect="1"/>
          </p:cNvPicPr>
          <p:nvPr/>
        </p:nvPicPr>
        <p:blipFill>
          <a:blip r:embed="rId10"/>
          <a:stretch>
            <a:fillRect/>
          </a:stretch>
        </p:blipFill>
        <p:spPr>
          <a:xfrm>
            <a:off x="3620830" y="6280838"/>
            <a:ext cx="1294606" cy="310503"/>
          </a:xfrm>
          <a:prstGeom prst="rect">
            <a:avLst/>
          </a:prstGeom>
        </p:spPr>
      </p:pic>
      <p:pic>
        <p:nvPicPr>
          <p:cNvPr id="26" name="Picture 2" descr="dbt Reviews 2023: Details, Pricing, &amp; Features | G2">
            <a:extLst>
              <a:ext uri="{FF2B5EF4-FFF2-40B4-BE49-F238E27FC236}">
                <a16:creationId xmlns:a16="http://schemas.microsoft.com/office/drawing/2014/main" id="{663CFDAC-AED1-C31A-224E-56D38499DCD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73828" y="6277157"/>
            <a:ext cx="597528" cy="31418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ow to Install and Import Keras in Anaconda/Jupyter Notebooks">
            <a:extLst>
              <a:ext uri="{FF2B5EF4-FFF2-40B4-BE49-F238E27FC236}">
                <a16:creationId xmlns:a16="http://schemas.microsoft.com/office/drawing/2014/main" id="{82DBEB2D-2CE1-008E-88DC-BE3E6C227B35}"/>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20519" t="21681" r="18594" b="23550"/>
          <a:stretch/>
        </p:blipFill>
        <p:spPr bwMode="auto">
          <a:xfrm>
            <a:off x="6214851" y="6133168"/>
            <a:ext cx="1593847" cy="60216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Managed MLflow – Databricks">
            <a:extLst>
              <a:ext uri="{FF2B5EF4-FFF2-40B4-BE49-F238E27FC236}">
                <a16:creationId xmlns:a16="http://schemas.microsoft.com/office/drawing/2014/main" id="{DEDF1CC6-FB67-59A7-3B31-A757E26CAB1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914406" y="6277157"/>
            <a:ext cx="718035" cy="276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91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B29C9CA7-65F1-D483-FBB6-21E342DB4009}"/>
              </a:ext>
            </a:extLst>
          </p:cNvPr>
          <p:cNvGrpSpPr/>
          <p:nvPr/>
        </p:nvGrpSpPr>
        <p:grpSpPr>
          <a:xfrm>
            <a:off x="3155280" y="603253"/>
            <a:ext cx="3369634" cy="597750"/>
            <a:chOff x="3154486" y="603253"/>
            <a:chExt cx="3369634" cy="597750"/>
          </a:xfrm>
        </p:grpSpPr>
        <p:sp>
          <p:nvSpPr>
            <p:cNvPr id="10" name="Oval 9">
              <a:extLst>
                <a:ext uri="{FF2B5EF4-FFF2-40B4-BE49-F238E27FC236}">
                  <a16:creationId xmlns:a16="http://schemas.microsoft.com/office/drawing/2014/main" id="{761F800A-FB90-FD4C-5ED7-CD2EC2296587}"/>
                </a:ext>
              </a:extLst>
            </p:cNvPr>
            <p:cNvSpPr/>
            <p:nvPr/>
          </p:nvSpPr>
          <p:spPr>
            <a:xfrm>
              <a:off x="3154486" y="725864"/>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sp>
          <p:nvSpPr>
            <p:cNvPr id="15" name="Text Placeholder 7">
              <a:extLst>
                <a:ext uri="{FF2B5EF4-FFF2-40B4-BE49-F238E27FC236}">
                  <a16:creationId xmlns:a16="http://schemas.microsoft.com/office/drawing/2014/main" id="{84F4FDFE-A761-6494-0FC8-EC50A79A79BC}"/>
                </a:ext>
              </a:extLst>
            </p:cNvPr>
            <p:cNvSpPr txBox="1">
              <a:spLocks/>
            </p:cNvSpPr>
            <p:nvPr/>
          </p:nvSpPr>
          <p:spPr>
            <a:xfrm>
              <a:off x="3515474" y="603253"/>
              <a:ext cx="3008646" cy="597750"/>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Executive </a:t>
              </a:r>
              <a:br>
                <a:rPr lang="en-US" sz="2000">
                  <a:solidFill>
                    <a:srgbClr val="003059"/>
                  </a:solidFill>
                  <a:latin typeface="PP Telegraf"/>
                </a:rPr>
              </a:br>
              <a:r>
                <a:rPr lang="en-US" sz="2000">
                  <a:solidFill>
                    <a:srgbClr val="003059"/>
                  </a:solidFill>
                  <a:latin typeface="PP Telegraf"/>
                </a:rPr>
                <a:t>Summary</a:t>
              </a:r>
            </a:p>
          </p:txBody>
        </p:sp>
      </p:grpSp>
      <p:sp>
        <p:nvSpPr>
          <p:cNvPr id="3" name="Title 2">
            <a:extLst>
              <a:ext uri="{FF2B5EF4-FFF2-40B4-BE49-F238E27FC236}">
                <a16:creationId xmlns:a16="http://schemas.microsoft.com/office/drawing/2014/main" id="{CA3B5533-77EF-50FF-FA8D-8E970A16ADD1}"/>
              </a:ext>
            </a:extLst>
          </p:cNvPr>
          <p:cNvSpPr>
            <a:spLocks noGrp="1"/>
          </p:cNvSpPr>
          <p:nvPr>
            <p:ph type="title"/>
          </p:nvPr>
        </p:nvSpPr>
        <p:spPr>
          <a:xfrm>
            <a:off x="252761" y="351980"/>
            <a:ext cx="2457779" cy="1163395"/>
          </a:xfrm>
        </p:spPr>
        <p:txBody>
          <a:bodyPr/>
          <a:lstStyle/>
          <a:p>
            <a:r>
              <a:rPr lang="en-US"/>
              <a:t>ML-Driven Price Optimization</a:t>
            </a:r>
          </a:p>
        </p:txBody>
      </p:sp>
      <p:sp>
        <p:nvSpPr>
          <p:cNvPr id="16" name="TextBox 15">
            <a:extLst>
              <a:ext uri="{FF2B5EF4-FFF2-40B4-BE49-F238E27FC236}">
                <a16:creationId xmlns:a16="http://schemas.microsoft.com/office/drawing/2014/main" id="{15AE170D-46C2-5BD9-2523-AECF574D552D}"/>
              </a:ext>
            </a:extLst>
          </p:cNvPr>
          <p:cNvSpPr txBox="1"/>
          <p:nvPr/>
        </p:nvSpPr>
        <p:spPr>
          <a:xfrm>
            <a:off x="3151797" y="1309015"/>
            <a:ext cx="2486742" cy="1994392"/>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a:ea typeface="Open Sans" panose="020B0606030504020204" pitchFamily="34" charset="0"/>
                <a:cs typeface="Open Sans" panose="020B0606030504020204" pitchFamily="34" charset="0"/>
              </a:rPr>
              <a:t>Blend, a leading data science and AI solutions provider, partnered with Client to develop an innovative linear programming (LP) algorithm that optimizes drug prices at an individual level. This transformative solution has driven substantial cost savings for the client, reducing their liabilities and losses by over $500 million from 2021 to 2023, with projected savings of $425 million in 2024.</a:t>
            </a:r>
          </a:p>
        </p:txBody>
      </p:sp>
      <p:sp>
        <p:nvSpPr>
          <p:cNvPr id="25" name="Text Placeholder 3">
            <a:extLst>
              <a:ext uri="{FF2B5EF4-FFF2-40B4-BE49-F238E27FC236}">
                <a16:creationId xmlns:a16="http://schemas.microsoft.com/office/drawing/2014/main" id="{4B1DAEA4-71FA-BDEA-3C6F-685EE63F4A22}"/>
              </a:ext>
            </a:extLst>
          </p:cNvPr>
          <p:cNvSpPr txBox="1">
            <a:spLocks/>
          </p:cNvSpPr>
          <p:nvPr/>
        </p:nvSpPr>
        <p:spPr>
          <a:xfrm>
            <a:off x="253208" y="1864929"/>
            <a:ext cx="2415373" cy="2479860"/>
          </a:xfrm>
          <a:prstGeom prst="rect">
            <a:avLst/>
          </a:prstGeom>
        </p:spPr>
        <p:txBody>
          <a:bodyPr vert="horz" lIns="0" tIns="45720" rIns="91440" bIns="45720" rtlCol="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bg2"/>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r>
              <a:rPr lang="en-US" sz="1400">
                <a:solidFill>
                  <a:srgbClr val="003059"/>
                </a:solidFill>
                <a:latin typeface="PP Telegraf"/>
              </a:rPr>
              <a:t>Client’s Pharmacy Benefits Management (PBM) has price guarantee contracts with insurers and pharmacies at the beginning of the year. Based on drug utilization, these guarantees may create liabilities at the end of the year. PBM wants optimal prices to minimize end-of-year liabilities</a:t>
            </a:r>
            <a:endParaRPr lang="en-US" sz="1000">
              <a:solidFill>
                <a:srgbClr val="FFFFFF">
                  <a:lumMod val="50000"/>
                  <a:lumOff val="50000"/>
                </a:srgbClr>
              </a:solidFill>
              <a:latin typeface="PP Telegraf"/>
            </a:endParaRPr>
          </a:p>
        </p:txBody>
      </p:sp>
      <p:sp>
        <p:nvSpPr>
          <p:cNvPr id="22" name="Oval 21">
            <a:extLst>
              <a:ext uri="{FF2B5EF4-FFF2-40B4-BE49-F238E27FC236}">
                <a16:creationId xmlns:a16="http://schemas.microsoft.com/office/drawing/2014/main" id="{2ACAB47B-536C-EE5F-005D-DF9C38319451}"/>
              </a:ext>
            </a:extLst>
          </p:cNvPr>
          <p:cNvSpPr/>
          <p:nvPr/>
        </p:nvSpPr>
        <p:spPr>
          <a:xfrm>
            <a:off x="6277744" y="725865"/>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sp>
        <p:nvSpPr>
          <p:cNvPr id="7" name="Text Placeholder 7">
            <a:extLst>
              <a:ext uri="{FF2B5EF4-FFF2-40B4-BE49-F238E27FC236}">
                <a16:creationId xmlns:a16="http://schemas.microsoft.com/office/drawing/2014/main" id="{E3C729F9-8570-B557-D787-C3627891AD4F}"/>
              </a:ext>
            </a:extLst>
          </p:cNvPr>
          <p:cNvSpPr txBox="1">
            <a:spLocks/>
          </p:cNvSpPr>
          <p:nvPr/>
        </p:nvSpPr>
        <p:spPr>
          <a:xfrm>
            <a:off x="6638732" y="495241"/>
            <a:ext cx="1950793" cy="813774"/>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Client </a:t>
            </a:r>
            <a:br>
              <a:rPr lang="en-US" sz="2000">
                <a:solidFill>
                  <a:srgbClr val="003059"/>
                </a:solidFill>
                <a:latin typeface="PP Telegraf"/>
              </a:rPr>
            </a:br>
            <a:r>
              <a:rPr lang="en-US" sz="2000">
                <a:solidFill>
                  <a:srgbClr val="003059"/>
                </a:solidFill>
                <a:latin typeface="PP Telegraf"/>
              </a:rPr>
              <a:t>Background</a:t>
            </a:r>
          </a:p>
        </p:txBody>
      </p:sp>
      <p:sp>
        <p:nvSpPr>
          <p:cNvPr id="42" name="TextBox 41">
            <a:extLst>
              <a:ext uri="{FF2B5EF4-FFF2-40B4-BE49-F238E27FC236}">
                <a16:creationId xmlns:a16="http://schemas.microsoft.com/office/drawing/2014/main" id="{2B8B6C29-9ABA-056D-9BD3-44F130B73C86}"/>
              </a:ext>
            </a:extLst>
          </p:cNvPr>
          <p:cNvSpPr txBox="1"/>
          <p:nvPr/>
        </p:nvSpPr>
        <p:spPr>
          <a:xfrm>
            <a:off x="6274260" y="1309016"/>
            <a:ext cx="2463120" cy="1329595"/>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a:ea typeface="Open Sans" panose="020B0606030504020204" pitchFamily="34" charset="0"/>
                <a:cs typeface="Open Sans" panose="020B0606030504020204" pitchFamily="34" charset="0"/>
              </a:rPr>
              <a:t>The Client, a prominent healthcare company, sets drug prices for pharmacies nationwide. They are contractually obligated to provide specific discounts to their clients, facing financial penalties if they fail to meet these targets or if they offer excessive discounts.</a:t>
            </a:r>
          </a:p>
        </p:txBody>
      </p:sp>
      <p:grpSp>
        <p:nvGrpSpPr>
          <p:cNvPr id="44" name="Group 43">
            <a:extLst>
              <a:ext uri="{FF2B5EF4-FFF2-40B4-BE49-F238E27FC236}">
                <a16:creationId xmlns:a16="http://schemas.microsoft.com/office/drawing/2014/main" id="{DF971E07-D66D-1591-5D74-2FEE22C38A69}"/>
              </a:ext>
            </a:extLst>
          </p:cNvPr>
          <p:cNvGrpSpPr/>
          <p:nvPr/>
        </p:nvGrpSpPr>
        <p:grpSpPr>
          <a:xfrm>
            <a:off x="3155280" y="3611695"/>
            <a:ext cx="3369634" cy="581240"/>
            <a:chOff x="3154486" y="611508"/>
            <a:chExt cx="3369634" cy="581240"/>
          </a:xfrm>
        </p:grpSpPr>
        <p:grpSp>
          <p:nvGrpSpPr>
            <p:cNvPr id="45" name="Group 44">
              <a:extLst>
                <a:ext uri="{FF2B5EF4-FFF2-40B4-BE49-F238E27FC236}">
                  <a16:creationId xmlns:a16="http://schemas.microsoft.com/office/drawing/2014/main" id="{2FD4143D-2C90-643E-9B86-137B83BA4C2C}"/>
                </a:ext>
              </a:extLst>
            </p:cNvPr>
            <p:cNvGrpSpPr/>
            <p:nvPr/>
          </p:nvGrpSpPr>
          <p:grpSpPr>
            <a:xfrm>
              <a:off x="3154486" y="725864"/>
              <a:ext cx="352529" cy="352529"/>
              <a:chOff x="3341677" y="300865"/>
              <a:chExt cx="352529" cy="352529"/>
            </a:xfrm>
          </p:grpSpPr>
          <p:sp>
            <p:nvSpPr>
              <p:cNvPr id="47" name="Oval 46">
                <a:extLst>
                  <a:ext uri="{FF2B5EF4-FFF2-40B4-BE49-F238E27FC236}">
                    <a16:creationId xmlns:a16="http://schemas.microsoft.com/office/drawing/2014/main" id="{432835D5-6406-8EDF-9CFD-280577D072D7}"/>
                  </a:ext>
                </a:extLst>
              </p:cNvPr>
              <p:cNvSpPr/>
              <p:nvPr/>
            </p:nvSpPr>
            <p:spPr>
              <a:xfrm>
                <a:off x="3341677" y="300865"/>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grpSp>
            <p:nvGrpSpPr>
              <p:cNvPr id="48" name="Graphic 159">
                <a:extLst>
                  <a:ext uri="{FF2B5EF4-FFF2-40B4-BE49-F238E27FC236}">
                    <a16:creationId xmlns:a16="http://schemas.microsoft.com/office/drawing/2014/main" id="{167B562D-C5EC-FF99-2590-4F0C988DC993}"/>
                  </a:ext>
                </a:extLst>
              </p:cNvPr>
              <p:cNvGrpSpPr>
                <a:grpSpLocks noChangeAspect="1"/>
              </p:cNvGrpSpPr>
              <p:nvPr/>
            </p:nvGrpSpPr>
            <p:grpSpPr>
              <a:xfrm>
                <a:off x="3416808" y="375995"/>
                <a:ext cx="202267" cy="202268"/>
                <a:chOff x="3039690" y="3963730"/>
                <a:chExt cx="704244" cy="704245"/>
              </a:xfrm>
              <a:solidFill>
                <a:schemeClr val="accent1"/>
              </a:solidFill>
            </p:grpSpPr>
            <p:sp>
              <p:nvSpPr>
                <p:cNvPr id="49" name="Freeform 13">
                  <a:extLst>
                    <a:ext uri="{FF2B5EF4-FFF2-40B4-BE49-F238E27FC236}">
                      <a16:creationId xmlns:a16="http://schemas.microsoft.com/office/drawing/2014/main" id="{B2BAE904-3793-4EDF-C8D6-B2CF4A931A30}"/>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sp>
              <p:nvSpPr>
                <p:cNvPr id="50" name="Freeform 14">
                  <a:extLst>
                    <a:ext uri="{FF2B5EF4-FFF2-40B4-BE49-F238E27FC236}">
                      <a16:creationId xmlns:a16="http://schemas.microsoft.com/office/drawing/2014/main" id="{50C4C6DC-9ECE-F7BE-77CA-103DB8292A6A}"/>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sp>
              <p:nvSpPr>
                <p:cNvPr id="51" name="Freeform 15">
                  <a:extLst>
                    <a:ext uri="{FF2B5EF4-FFF2-40B4-BE49-F238E27FC236}">
                      <a16:creationId xmlns:a16="http://schemas.microsoft.com/office/drawing/2014/main" id="{632C1A32-C616-65F0-7B78-43EDABF87909}"/>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grpSp>
        </p:grpSp>
        <p:sp>
          <p:nvSpPr>
            <p:cNvPr id="46" name="Text Placeholder 7">
              <a:extLst>
                <a:ext uri="{FF2B5EF4-FFF2-40B4-BE49-F238E27FC236}">
                  <a16:creationId xmlns:a16="http://schemas.microsoft.com/office/drawing/2014/main" id="{4606FBED-9A49-5334-A0E6-DF17DCF9F5E7}"/>
                </a:ext>
              </a:extLst>
            </p:cNvPr>
            <p:cNvSpPr txBox="1">
              <a:spLocks/>
            </p:cNvSpPr>
            <p:nvPr/>
          </p:nvSpPr>
          <p:spPr>
            <a:xfrm>
              <a:off x="3515474" y="611508"/>
              <a:ext cx="3008646" cy="581240"/>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Challenges </a:t>
              </a:r>
              <a:br>
                <a:rPr lang="en-US" sz="2000">
                  <a:solidFill>
                    <a:srgbClr val="003059"/>
                  </a:solidFill>
                  <a:latin typeface="PP Telegraf"/>
                </a:rPr>
              </a:br>
              <a:r>
                <a:rPr lang="en-US" sz="2000">
                  <a:solidFill>
                    <a:srgbClr val="003059"/>
                  </a:solidFill>
                  <a:latin typeface="PP Telegraf"/>
                </a:rPr>
                <a:t>&amp; Objectives:</a:t>
              </a:r>
            </a:p>
          </p:txBody>
        </p:sp>
      </p:grpSp>
      <p:sp>
        <p:nvSpPr>
          <p:cNvPr id="53" name="TextBox 52">
            <a:extLst>
              <a:ext uri="{FF2B5EF4-FFF2-40B4-BE49-F238E27FC236}">
                <a16:creationId xmlns:a16="http://schemas.microsoft.com/office/drawing/2014/main" id="{DED8B045-7F7B-A097-54B7-5ECC7DBE83EB}"/>
              </a:ext>
            </a:extLst>
          </p:cNvPr>
          <p:cNvSpPr txBox="1"/>
          <p:nvPr/>
        </p:nvSpPr>
        <p:spPr>
          <a:xfrm>
            <a:off x="3151796" y="4309202"/>
            <a:ext cx="2486738" cy="1663148"/>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a:ea typeface="Open Sans" panose="020B0606030504020204" pitchFamily="34" charset="0"/>
                <a:cs typeface="Open Sans" panose="020B0606030504020204" pitchFamily="34" charset="0"/>
              </a:rPr>
              <a:t>The Client sought to optimize their pricing strategy to minimize liabilities and losses. Their legacy algorithm used a fixed percentage across all drugs, limiting their ability to fine-tune prices. The Client needed a more sophisticated solution that could optimize prices at a granular level while meeting their clients' discount requirements.</a:t>
            </a:r>
          </a:p>
        </p:txBody>
      </p:sp>
      <p:grpSp>
        <p:nvGrpSpPr>
          <p:cNvPr id="54" name="Group 53">
            <a:extLst>
              <a:ext uri="{FF2B5EF4-FFF2-40B4-BE49-F238E27FC236}">
                <a16:creationId xmlns:a16="http://schemas.microsoft.com/office/drawing/2014/main" id="{0218B77E-2BE5-3B10-A9B2-E598F02DA7CE}"/>
              </a:ext>
            </a:extLst>
          </p:cNvPr>
          <p:cNvGrpSpPr/>
          <p:nvPr/>
        </p:nvGrpSpPr>
        <p:grpSpPr>
          <a:xfrm>
            <a:off x="6274259" y="2918825"/>
            <a:ext cx="1764980" cy="729186"/>
            <a:chOff x="3341677" y="3698829"/>
            <a:chExt cx="1764980" cy="729186"/>
          </a:xfrm>
        </p:grpSpPr>
        <p:grpSp>
          <p:nvGrpSpPr>
            <p:cNvPr id="55" name="Group 54">
              <a:extLst>
                <a:ext uri="{FF2B5EF4-FFF2-40B4-BE49-F238E27FC236}">
                  <a16:creationId xmlns:a16="http://schemas.microsoft.com/office/drawing/2014/main" id="{A5766A5E-9E39-1CE5-452B-15F4C0ED7416}"/>
                </a:ext>
              </a:extLst>
            </p:cNvPr>
            <p:cNvGrpSpPr/>
            <p:nvPr/>
          </p:nvGrpSpPr>
          <p:grpSpPr>
            <a:xfrm>
              <a:off x="3341677" y="3868850"/>
              <a:ext cx="352529" cy="352529"/>
              <a:chOff x="3341677" y="2042101"/>
              <a:chExt cx="352529" cy="352529"/>
            </a:xfrm>
          </p:grpSpPr>
          <p:sp>
            <p:nvSpPr>
              <p:cNvPr id="57" name="Oval 56">
                <a:extLst>
                  <a:ext uri="{FF2B5EF4-FFF2-40B4-BE49-F238E27FC236}">
                    <a16:creationId xmlns:a16="http://schemas.microsoft.com/office/drawing/2014/main" id="{2AF01CB1-CDD4-8D89-8D95-2F904D1C6FB8}"/>
                  </a:ext>
                </a:extLst>
              </p:cNvPr>
              <p:cNvSpPr/>
              <p:nvPr/>
            </p:nvSpPr>
            <p:spPr>
              <a:xfrm>
                <a:off x="3341677" y="2042101"/>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pic>
            <p:nvPicPr>
              <p:cNvPr id="58" name="Graphic 57">
                <a:extLst>
                  <a:ext uri="{FF2B5EF4-FFF2-40B4-BE49-F238E27FC236}">
                    <a16:creationId xmlns:a16="http://schemas.microsoft.com/office/drawing/2014/main" id="{EEEC309C-F2DC-01A5-8760-A4E8C134E6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1602" y="2080333"/>
                <a:ext cx="312678" cy="312678"/>
              </a:xfrm>
              <a:prstGeom prst="rect">
                <a:avLst/>
              </a:prstGeom>
            </p:spPr>
          </p:pic>
        </p:grpSp>
        <p:sp>
          <p:nvSpPr>
            <p:cNvPr id="56" name="Text Placeholder 7">
              <a:extLst>
                <a:ext uri="{FF2B5EF4-FFF2-40B4-BE49-F238E27FC236}">
                  <a16:creationId xmlns:a16="http://schemas.microsoft.com/office/drawing/2014/main" id="{B62E75FE-934C-2A6C-85B7-4D02AC9344BF}"/>
                </a:ext>
              </a:extLst>
            </p:cNvPr>
            <p:cNvSpPr txBox="1">
              <a:spLocks/>
            </p:cNvSpPr>
            <p:nvPr/>
          </p:nvSpPr>
          <p:spPr>
            <a:xfrm>
              <a:off x="3702665" y="3698829"/>
              <a:ext cx="1403992" cy="729186"/>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Solution </a:t>
              </a:r>
              <a:br>
                <a:rPr lang="en-US" sz="2000">
                  <a:solidFill>
                    <a:srgbClr val="003059"/>
                  </a:solidFill>
                  <a:latin typeface="PP Telegraf"/>
                </a:rPr>
              </a:br>
              <a:r>
                <a:rPr lang="en-US" sz="2000">
                  <a:solidFill>
                    <a:srgbClr val="003059"/>
                  </a:solidFill>
                  <a:latin typeface="PP Telegraf"/>
                </a:rPr>
                <a:t>Provided</a:t>
              </a:r>
            </a:p>
          </p:txBody>
        </p:sp>
      </p:grpSp>
      <p:sp>
        <p:nvSpPr>
          <p:cNvPr id="59" name="TextBox 58">
            <a:extLst>
              <a:ext uri="{FF2B5EF4-FFF2-40B4-BE49-F238E27FC236}">
                <a16:creationId xmlns:a16="http://schemas.microsoft.com/office/drawing/2014/main" id="{84C4D534-3039-F023-3F2F-62B7A55B7C8F}"/>
              </a:ext>
            </a:extLst>
          </p:cNvPr>
          <p:cNvSpPr txBox="1"/>
          <p:nvPr/>
        </p:nvSpPr>
        <p:spPr>
          <a:xfrm>
            <a:off x="6274259" y="3767604"/>
            <a:ext cx="2463120" cy="2161746"/>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a:rPr>
              <a:t>Blend developed a cutting-edge LP algorithm that optimizes prices for each individual drug, replacing client’s legacy system. The solution was initially implemented as a proof of concept in early 2021 and then scaled up to serve more clients over the following years. Blend continuously enhanced the solution, adding features to automate processes, handle diverse client needs, and provide reporting visibility to leadership.</a:t>
            </a:r>
            <a:endParaRPr lang="en-US" sz="1200">
              <a:solidFill>
                <a:srgbClr val="003059"/>
              </a:solidFill>
              <a:latin typeface="PP Telegraf"/>
              <a:ea typeface="Open Sans"/>
              <a:cs typeface="Open Sans"/>
            </a:endParaRPr>
          </a:p>
        </p:txBody>
      </p:sp>
      <p:pic>
        <p:nvPicPr>
          <p:cNvPr id="60" name="Graphic 59">
            <a:extLst>
              <a:ext uri="{FF2B5EF4-FFF2-40B4-BE49-F238E27FC236}">
                <a16:creationId xmlns:a16="http://schemas.microsoft.com/office/drawing/2014/main" id="{87217ABB-1A50-8B3D-8585-DB6A4F51FDE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62498" y="734447"/>
            <a:ext cx="333845" cy="333845"/>
          </a:xfrm>
          <a:prstGeom prst="rect">
            <a:avLst/>
          </a:prstGeom>
        </p:spPr>
      </p:pic>
      <p:grpSp>
        <p:nvGrpSpPr>
          <p:cNvPr id="61" name="Group 60">
            <a:extLst>
              <a:ext uri="{FF2B5EF4-FFF2-40B4-BE49-F238E27FC236}">
                <a16:creationId xmlns:a16="http://schemas.microsoft.com/office/drawing/2014/main" id="{EC851B0E-0DAC-BEEB-F901-E90E7251BC2E}"/>
              </a:ext>
            </a:extLst>
          </p:cNvPr>
          <p:cNvGrpSpPr/>
          <p:nvPr/>
        </p:nvGrpSpPr>
        <p:grpSpPr>
          <a:xfrm>
            <a:off x="6274259" y="725865"/>
            <a:ext cx="352529" cy="352529"/>
            <a:chOff x="3154486" y="725864"/>
            <a:chExt cx="352529" cy="352529"/>
          </a:xfrm>
        </p:grpSpPr>
        <p:sp>
          <p:nvSpPr>
            <p:cNvPr id="62" name="Oval 61">
              <a:extLst>
                <a:ext uri="{FF2B5EF4-FFF2-40B4-BE49-F238E27FC236}">
                  <a16:creationId xmlns:a16="http://schemas.microsoft.com/office/drawing/2014/main" id="{55250F18-99DE-1B5D-7E0D-16C301E9A9E6}"/>
                </a:ext>
              </a:extLst>
            </p:cNvPr>
            <p:cNvSpPr/>
            <p:nvPr/>
          </p:nvSpPr>
          <p:spPr>
            <a:xfrm>
              <a:off x="3154486" y="725864"/>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pic>
          <p:nvPicPr>
            <p:cNvPr id="63" name="Graphic 62">
              <a:extLst>
                <a:ext uri="{FF2B5EF4-FFF2-40B4-BE49-F238E27FC236}">
                  <a16:creationId xmlns:a16="http://schemas.microsoft.com/office/drawing/2014/main" id="{ADFDCFD1-FB65-5990-D2FD-30D4164BDF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99097" y="762691"/>
              <a:ext cx="275905" cy="275905"/>
            </a:xfrm>
            <a:prstGeom prst="rect">
              <a:avLst/>
            </a:prstGeom>
          </p:spPr>
        </p:pic>
      </p:grpSp>
      <p:cxnSp>
        <p:nvCxnSpPr>
          <p:cNvPr id="5" name="Straight Connector 4">
            <a:extLst>
              <a:ext uri="{FF2B5EF4-FFF2-40B4-BE49-F238E27FC236}">
                <a16:creationId xmlns:a16="http://schemas.microsoft.com/office/drawing/2014/main" id="{DD02FB43-159F-939D-3B2F-9903C58EF4A1}"/>
              </a:ext>
            </a:extLst>
          </p:cNvPr>
          <p:cNvCxnSpPr/>
          <p:nvPr/>
        </p:nvCxnSpPr>
        <p:spPr>
          <a:xfrm>
            <a:off x="5912670" y="603254"/>
            <a:ext cx="0" cy="5661069"/>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296D63B-0BBB-4751-2364-9A551D04C3BB}"/>
              </a:ext>
            </a:extLst>
          </p:cNvPr>
          <p:cNvCxnSpPr/>
          <p:nvPr/>
        </p:nvCxnSpPr>
        <p:spPr>
          <a:xfrm>
            <a:off x="8983528" y="603254"/>
            <a:ext cx="0" cy="5661069"/>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D60D588C-39F4-8522-6027-A944503B9A3D}"/>
              </a:ext>
            </a:extLst>
          </p:cNvPr>
          <p:cNvGrpSpPr/>
          <p:nvPr/>
        </p:nvGrpSpPr>
        <p:grpSpPr>
          <a:xfrm>
            <a:off x="9381017" y="495241"/>
            <a:ext cx="3815026" cy="813774"/>
            <a:chOff x="3154486" y="495241"/>
            <a:chExt cx="3815026" cy="813774"/>
          </a:xfrm>
        </p:grpSpPr>
        <p:grpSp>
          <p:nvGrpSpPr>
            <p:cNvPr id="9" name="Group 8">
              <a:extLst>
                <a:ext uri="{FF2B5EF4-FFF2-40B4-BE49-F238E27FC236}">
                  <a16:creationId xmlns:a16="http://schemas.microsoft.com/office/drawing/2014/main" id="{00A44D0D-459E-A4B9-8621-656BCF384443}"/>
                </a:ext>
              </a:extLst>
            </p:cNvPr>
            <p:cNvGrpSpPr/>
            <p:nvPr/>
          </p:nvGrpSpPr>
          <p:grpSpPr>
            <a:xfrm>
              <a:off x="3154486" y="725864"/>
              <a:ext cx="352529" cy="352529"/>
              <a:chOff x="3341677" y="300865"/>
              <a:chExt cx="352529" cy="352529"/>
            </a:xfrm>
          </p:grpSpPr>
          <p:sp>
            <p:nvSpPr>
              <p:cNvPr id="12" name="Oval 11">
                <a:extLst>
                  <a:ext uri="{FF2B5EF4-FFF2-40B4-BE49-F238E27FC236}">
                    <a16:creationId xmlns:a16="http://schemas.microsoft.com/office/drawing/2014/main" id="{67701104-E036-DA39-E7C0-950A7BAF040E}"/>
                  </a:ext>
                </a:extLst>
              </p:cNvPr>
              <p:cNvSpPr/>
              <p:nvPr/>
            </p:nvSpPr>
            <p:spPr>
              <a:xfrm>
                <a:off x="3341677" y="300865"/>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grpSp>
            <p:nvGrpSpPr>
              <p:cNvPr id="13" name="Graphic 159">
                <a:extLst>
                  <a:ext uri="{FF2B5EF4-FFF2-40B4-BE49-F238E27FC236}">
                    <a16:creationId xmlns:a16="http://schemas.microsoft.com/office/drawing/2014/main" id="{0F32B665-21A8-003E-959B-3E9D6A6A4691}"/>
                  </a:ext>
                </a:extLst>
              </p:cNvPr>
              <p:cNvGrpSpPr>
                <a:grpSpLocks noChangeAspect="1"/>
              </p:cNvGrpSpPr>
              <p:nvPr/>
            </p:nvGrpSpPr>
            <p:grpSpPr>
              <a:xfrm>
                <a:off x="3416808" y="375995"/>
                <a:ext cx="202267" cy="202268"/>
                <a:chOff x="3039690" y="3963730"/>
                <a:chExt cx="704244" cy="704245"/>
              </a:xfrm>
              <a:solidFill>
                <a:schemeClr val="accent1"/>
              </a:solidFill>
            </p:grpSpPr>
            <p:sp>
              <p:nvSpPr>
                <p:cNvPr id="14" name="Freeform 13">
                  <a:extLst>
                    <a:ext uri="{FF2B5EF4-FFF2-40B4-BE49-F238E27FC236}">
                      <a16:creationId xmlns:a16="http://schemas.microsoft.com/office/drawing/2014/main" id="{86251710-77DD-2C9F-55D0-15560E5C40BF}"/>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sp>
              <p:nvSpPr>
                <p:cNvPr id="17" name="Freeform 14">
                  <a:extLst>
                    <a:ext uri="{FF2B5EF4-FFF2-40B4-BE49-F238E27FC236}">
                      <a16:creationId xmlns:a16="http://schemas.microsoft.com/office/drawing/2014/main" id="{05BFF0E8-9F0D-7E71-11A2-6CFD7FDB5369}"/>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sp>
              <p:nvSpPr>
                <p:cNvPr id="18" name="Freeform 15">
                  <a:extLst>
                    <a:ext uri="{FF2B5EF4-FFF2-40B4-BE49-F238E27FC236}">
                      <a16:creationId xmlns:a16="http://schemas.microsoft.com/office/drawing/2014/main" id="{8C5827E1-8822-F732-776B-CDC1BF1C1423}"/>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grpSp>
        </p:grpSp>
        <p:sp>
          <p:nvSpPr>
            <p:cNvPr id="11" name="Text Placeholder 7">
              <a:extLst>
                <a:ext uri="{FF2B5EF4-FFF2-40B4-BE49-F238E27FC236}">
                  <a16:creationId xmlns:a16="http://schemas.microsoft.com/office/drawing/2014/main" id="{9F261B00-558E-F41B-9915-88B37D987457}"/>
                </a:ext>
              </a:extLst>
            </p:cNvPr>
            <p:cNvSpPr txBox="1">
              <a:spLocks/>
            </p:cNvSpPr>
            <p:nvPr/>
          </p:nvSpPr>
          <p:spPr>
            <a:xfrm>
              <a:off x="3515474" y="495241"/>
              <a:ext cx="3454038" cy="813774"/>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Implementation </a:t>
              </a:r>
              <a:br>
                <a:rPr lang="en-US" sz="2000">
                  <a:solidFill>
                    <a:srgbClr val="003059"/>
                  </a:solidFill>
                  <a:latin typeface="PP Telegraf"/>
                </a:rPr>
              </a:br>
              <a:r>
                <a:rPr lang="en-US" sz="2000">
                  <a:solidFill>
                    <a:srgbClr val="003059"/>
                  </a:solidFill>
                  <a:latin typeface="PP Telegraf"/>
                </a:rPr>
                <a:t>Process</a:t>
              </a:r>
            </a:p>
          </p:txBody>
        </p:sp>
      </p:grpSp>
      <p:sp>
        <p:nvSpPr>
          <p:cNvPr id="19" name="TextBox 18">
            <a:extLst>
              <a:ext uri="{FF2B5EF4-FFF2-40B4-BE49-F238E27FC236}">
                <a16:creationId xmlns:a16="http://schemas.microsoft.com/office/drawing/2014/main" id="{294F9B0D-ADBC-6052-2093-D48C0840A77B}"/>
              </a:ext>
            </a:extLst>
          </p:cNvPr>
          <p:cNvSpPr txBox="1"/>
          <p:nvPr/>
        </p:nvSpPr>
        <p:spPr>
          <a:xfrm>
            <a:off x="9377533" y="1309014"/>
            <a:ext cx="2377837" cy="2659190"/>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panose="00000500000000000000" pitchFamily="50" charset="0"/>
                <a:ea typeface="Open Sans" panose="020B0606030504020204" pitchFamily="34" charset="0"/>
                <a:cs typeface="Open Sans" panose="020B0606030504020204" pitchFamily="34" charset="0"/>
              </a:rPr>
              <a:t>Blend worked closely with the Client stakeholders to understand their business needs and define solution requirements. The collaborative approach allowed the Client to communicate new strategies to Blend, who then handled the technical implementation. Blend managed client relationships, only escalating major blockers to the Client. In late 2023, Blend trained a client’s team to transition the solution, moving into an oversight role before fully rolling off in February 2024.</a:t>
            </a:r>
          </a:p>
        </p:txBody>
      </p:sp>
      <p:sp>
        <p:nvSpPr>
          <p:cNvPr id="4" name="Rectangle: Rounded Corners 36">
            <a:extLst>
              <a:ext uri="{FF2B5EF4-FFF2-40B4-BE49-F238E27FC236}">
                <a16:creationId xmlns:a16="http://schemas.microsoft.com/office/drawing/2014/main" id="{44149BDF-47B7-6CF2-E71D-764B66C85D19}"/>
              </a:ext>
            </a:extLst>
          </p:cNvPr>
          <p:cNvSpPr/>
          <p:nvPr/>
        </p:nvSpPr>
        <p:spPr>
          <a:xfrm>
            <a:off x="0" y="888"/>
            <a:ext cx="3163273" cy="33114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ontserrat" panose="00000500000000000000" pitchFamily="2" charset="0"/>
              </a:rPr>
              <a:t>Pharmacy / Healthcare</a:t>
            </a:r>
          </a:p>
        </p:txBody>
      </p:sp>
    </p:spTree>
    <p:extLst>
      <p:ext uri="{BB962C8B-B14F-4D97-AF65-F5344CB8AC3E}">
        <p14:creationId xmlns:p14="http://schemas.microsoft.com/office/powerpoint/2010/main" val="216788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E333C40-CC47-B749-DA69-91A4B91739E1}"/>
              </a:ext>
            </a:extLst>
          </p:cNvPr>
          <p:cNvCxnSpPr>
            <a:cxnSpLocks/>
          </p:cNvCxnSpPr>
          <p:nvPr/>
        </p:nvCxnSpPr>
        <p:spPr>
          <a:xfrm flipH="1">
            <a:off x="3045446" y="3931799"/>
            <a:ext cx="8611437" cy="0"/>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912AE2DB-CC32-9F4C-595C-0B312E67D793}"/>
              </a:ext>
            </a:extLst>
          </p:cNvPr>
          <p:cNvGrpSpPr/>
          <p:nvPr/>
        </p:nvGrpSpPr>
        <p:grpSpPr>
          <a:xfrm>
            <a:off x="3155618" y="430938"/>
            <a:ext cx="3369634" cy="362746"/>
            <a:chOff x="8586322" y="1605610"/>
            <a:chExt cx="3369634" cy="362746"/>
          </a:xfrm>
        </p:grpSpPr>
        <p:sp>
          <p:nvSpPr>
            <p:cNvPr id="31" name="Text Placeholder 7">
              <a:extLst>
                <a:ext uri="{FF2B5EF4-FFF2-40B4-BE49-F238E27FC236}">
                  <a16:creationId xmlns:a16="http://schemas.microsoft.com/office/drawing/2014/main" id="{CB43B02A-09E9-58A8-F2B5-9C3B7F15DA33}"/>
                </a:ext>
              </a:extLst>
            </p:cNvPr>
            <p:cNvSpPr txBox="1">
              <a:spLocks/>
            </p:cNvSpPr>
            <p:nvPr/>
          </p:nvSpPr>
          <p:spPr>
            <a:xfrm>
              <a:off x="8947310" y="1615828"/>
              <a:ext cx="3008646"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Results Achieved</a:t>
              </a:r>
            </a:p>
          </p:txBody>
        </p:sp>
        <p:grpSp>
          <p:nvGrpSpPr>
            <p:cNvPr id="32" name="Group 31">
              <a:extLst>
                <a:ext uri="{FF2B5EF4-FFF2-40B4-BE49-F238E27FC236}">
                  <a16:creationId xmlns:a16="http://schemas.microsoft.com/office/drawing/2014/main" id="{92FC2D3E-E2BF-8AAE-09F1-066A780C5ADF}"/>
                </a:ext>
              </a:extLst>
            </p:cNvPr>
            <p:cNvGrpSpPr/>
            <p:nvPr/>
          </p:nvGrpSpPr>
          <p:grpSpPr>
            <a:xfrm>
              <a:off x="8586322" y="1605610"/>
              <a:ext cx="352529" cy="352529"/>
              <a:chOff x="3341677" y="4153738"/>
              <a:chExt cx="352529" cy="352529"/>
            </a:xfrm>
          </p:grpSpPr>
          <p:sp>
            <p:nvSpPr>
              <p:cNvPr id="33" name="Oval 32">
                <a:extLst>
                  <a:ext uri="{FF2B5EF4-FFF2-40B4-BE49-F238E27FC236}">
                    <a16:creationId xmlns:a16="http://schemas.microsoft.com/office/drawing/2014/main" id="{C4CD34B9-AE04-D810-D3E4-DA47E9BF01A2}"/>
                  </a:ext>
                </a:extLst>
              </p:cNvPr>
              <p:cNvSpPr/>
              <p:nvPr/>
            </p:nvSpPr>
            <p:spPr>
              <a:xfrm>
                <a:off x="3341677" y="4153738"/>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pic>
            <p:nvPicPr>
              <p:cNvPr id="34" name="Graphic 33">
                <a:extLst>
                  <a:ext uri="{FF2B5EF4-FFF2-40B4-BE49-F238E27FC236}">
                    <a16:creationId xmlns:a16="http://schemas.microsoft.com/office/drawing/2014/main" id="{53BEC236-FF8F-7532-27C6-88EFE41A3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4154" y="4196215"/>
                <a:ext cx="267575" cy="267575"/>
              </a:xfrm>
              <a:prstGeom prst="rect">
                <a:avLst/>
              </a:prstGeom>
            </p:spPr>
          </p:pic>
        </p:grpSp>
      </p:grpSp>
      <p:grpSp>
        <p:nvGrpSpPr>
          <p:cNvPr id="59" name="Group 58">
            <a:extLst>
              <a:ext uri="{FF2B5EF4-FFF2-40B4-BE49-F238E27FC236}">
                <a16:creationId xmlns:a16="http://schemas.microsoft.com/office/drawing/2014/main" id="{85975FAD-8324-5B76-35C5-A52AFD59493F}"/>
              </a:ext>
            </a:extLst>
          </p:cNvPr>
          <p:cNvGrpSpPr/>
          <p:nvPr/>
        </p:nvGrpSpPr>
        <p:grpSpPr>
          <a:xfrm>
            <a:off x="7853055" y="430938"/>
            <a:ext cx="3369634" cy="352529"/>
            <a:chOff x="3154486" y="725864"/>
            <a:chExt cx="3369634" cy="352529"/>
          </a:xfrm>
        </p:grpSpPr>
        <p:grpSp>
          <p:nvGrpSpPr>
            <p:cNvPr id="60" name="Group 59">
              <a:extLst>
                <a:ext uri="{FF2B5EF4-FFF2-40B4-BE49-F238E27FC236}">
                  <a16:creationId xmlns:a16="http://schemas.microsoft.com/office/drawing/2014/main" id="{A3CC25E9-39CF-F6F5-4AF9-4FFB83F31095}"/>
                </a:ext>
              </a:extLst>
            </p:cNvPr>
            <p:cNvGrpSpPr/>
            <p:nvPr/>
          </p:nvGrpSpPr>
          <p:grpSpPr>
            <a:xfrm>
              <a:off x="3154486" y="725864"/>
              <a:ext cx="352529" cy="352529"/>
              <a:chOff x="3341677" y="300865"/>
              <a:chExt cx="352529" cy="352529"/>
            </a:xfrm>
          </p:grpSpPr>
          <p:sp>
            <p:nvSpPr>
              <p:cNvPr id="62" name="Oval 61">
                <a:extLst>
                  <a:ext uri="{FF2B5EF4-FFF2-40B4-BE49-F238E27FC236}">
                    <a16:creationId xmlns:a16="http://schemas.microsoft.com/office/drawing/2014/main" id="{04EF102A-90E9-AB11-FF82-D33384D97763}"/>
                  </a:ext>
                </a:extLst>
              </p:cNvPr>
              <p:cNvSpPr/>
              <p:nvPr/>
            </p:nvSpPr>
            <p:spPr>
              <a:xfrm>
                <a:off x="3341677" y="300865"/>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sz="1200" b="1">
                  <a:solidFill>
                    <a:srgbClr val="304550"/>
                  </a:solidFill>
                  <a:latin typeface="PP Telegraf" pitchFamily="2" charset="77"/>
                </a:endParaRPr>
              </a:p>
            </p:txBody>
          </p:sp>
          <p:grpSp>
            <p:nvGrpSpPr>
              <p:cNvPr id="63" name="Graphic 159">
                <a:extLst>
                  <a:ext uri="{FF2B5EF4-FFF2-40B4-BE49-F238E27FC236}">
                    <a16:creationId xmlns:a16="http://schemas.microsoft.com/office/drawing/2014/main" id="{5F7427F4-08E4-9283-0099-D6A278BE463B}"/>
                  </a:ext>
                </a:extLst>
              </p:cNvPr>
              <p:cNvGrpSpPr>
                <a:grpSpLocks noChangeAspect="1"/>
              </p:cNvGrpSpPr>
              <p:nvPr/>
            </p:nvGrpSpPr>
            <p:grpSpPr>
              <a:xfrm>
                <a:off x="3416808" y="375995"/>
                <a:ext cx="202267" cy="202268"/>
                <a:chOff x="3039690" y="3963730"/>
                <a:chExt cx="704244" cy="704245"/>
              </a:xfrm>
              <a:solidFill>
                <a:schemeClr val="accent1"/>
              </a:solidFill>
            </p:grpSpPr>
            <p:sp>
              <p:nvSpPr>
                <p:cNvPr id="64" name="Freeform 13">
                  <a:extLst>
                    <a:ext uri="{FF2B5EF4-FFF2-40B4-BE49-F238E27FC236}">
                      <a16:creationId xmlns:a16="http://schemas.microsoft.com/office/drawing/2014/main" id="{A6B00643-D27B-F310-B392-1B007CF06AC7}"/>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sp>
              <p:nvSpPr>
                <p:cNvPr id="65" name="Freeform 14">
                  <a:extLst>
                    <a:ext uri="{FF2B5EF4-FFF2-40B4-BE49-F238E27FC236}">
                      <a16:creationId xmlns:a16="http://schemas.microsoft.com/office/drawing/2014/main" id="{65D40231-DC08-E0A0-431D-66DFD433AACD}"/>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sp>
              <p:nvSpPr>
                <p:cNvPr id="66" name="Freeform 15">
                  <a:extLst>
                    <a:ext uri="{FF2B5EF4-FFF2-40B4-BE49-F238E27FC236}">
                      <a16:creationId xmlns:a16="http://schemas.microsoft.com/office/drawing/2014/main" id="{605064B8-5138-FDC7-301C-A4E01BF71CEC}"/>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pPr>
                    <a:defRPr/>
                  </a:pPr>
                  <a:endParaRPr lang="en-US">
                    <a:solidFill>
                      <a:srgbClr val="FFFFFF"/>
                    </a:solidFill>
                    <a:latin typeface="PP Telegraf"/>
                  </a:endParaRPr>
                </a:p>
              </p:txBody>
            </p:sp>
          </p:grpSp>
        </p:grpSp>
        <p:sp>
          <p:nvSpPr>
            <p:cNvPr id="61" name="Text Placeholder 7">
              <a:extLst>
                <a:ext uri="{FF2B5EF4-FFF2-40B4-BE49-F238E27FC236}">
                  <a16:creationId xmlns:a16="http://schemas.microsoft.com/office/drawing/2014/main" id="{A9785913-CD78-2115-F5A6-69FC3A9B821B}"/>
                </a:ext>
              </a:extLst>
            </p:cNvPr>
            <p:cNvSpPr txBox="1">
              <a:spLocks/>
            </p:cNvSpPr>
            <p:nvPr/>
          </p:nvSpPr>
          <p:spPr>
            <a:xfrm>
              <a:off x="3515474" y="725864"/>
              <a:ext cx="3008646"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03059"/>
                  </a:solidFill>
                  <a:latin typeface="PP Telegraf"/>
                </a:rPr>
                <a:t>Technical Highlights</a:t>
              </a:r>
            </a:p>
          </p:txBody>
        </p:sp>
      </p:grpSp>
      <p:sp>
        <p:nvSpPr>
          <p:cNvPr id="88" name="Rounded Rectangle 9">
            <a:extLst>
              <a:ext uri="{FF2B5EF4-FFF2-40B4-BE49-F238E27FC236}">
                <a16:creationId xmlns:a16="http://schemas.microsoft.com/office/drawing/2014/main" id="{B44F1E3F-FE29-FAC0-ECBB-E3FA0C23F6D2}"/>
              </a:ext>
            </a:extLst>
          </p:cNvPr>
          <p:cNvSpPr/>
          <p:nvPr/>
        </p:nvSpPr>
        <p:spPr>
          <a:xfrm>
            <a:off x="7853055" y="942439"/>
            <a:ext cx="3803624" cy="286276"/>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defRPr/>
            </a:pPr>
            <a:r>
              <a:rPr lang="en-US" sz="1050">
                <a:solidFill>
                  <a:srgbClr val="000000"/>
                </a:solidFill>
                <a:latin typeface="PP Telegraf"/>
              </a:rPr>
              <a:t> LP algorithm optimizes prices at the individual drug level</a:t>
            </a:r>
            <a:endParaRPr lang="en-US" sz="1050">
              <a:solidFill>
                <a:srgbClr val="304550"/>
              </a:solidFill>
              <a:latin typeface="PP Telegraf"/>
            </a:endParaRPr>
          </a:p>
        </p:txBody>
      </p:sp>
      <p:sp>
        <p:nvSpPr>
          <p:cNvPr id="67" name="Rounded Rectangle 9">
            <a:extLst>
              <a:ext uri="{FF2B5EF4-FFF2-40B4-BE49-F238E27FC236}">
                <a16:creationId xmlns:a16="http://schemas.microsoft.com/office/drawing/2014/main" id="{A05A3A21-111B-C423-8980-75A3F8D55690}"/>
              </a:ext>
            </a:extLst>
          </p:cNvPr>
          <p:cNvSpPr/>
          <p:nvPr/>
        </p:nvSpPr>
        <p:spPr>
          <a:xfrm>
            <a:off x="7853055" y="1274664"/>
            <a:ext cx="3803624" cy="445588"/>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defRPr/>
            </a:pPr>
            <a:r>
              <a:rPr lang="en-US" sz="1050">
                <a:solidFill>
                  <a:srgbClr val="000000"/>
                </a:solidFill>
                <a:latin typeface="PP Telegraf"/>
              </a:rPr>
              <a:t>Solution hosted on Google Cloud Platform, with Blend assisting in setup and resolving scalability issues</a:t>
            </a:r>
            <a:endParaRPr lang="en-US" sz="1050">
              <a:solidFill>
                <a:srgbClr val="304550"/>
              </a:solidFill>
              <a:latin typeface="PP Telegraf"/>
            </a:endParaRPr>
          </a:p>
        </p:txBody>
      </p:sp>
      <p:sp>
        <p:nvSpPr>
          <p:cNvPr id="68" name="Rounded Rectangle 9">
            <a:extLst>
              <a:ext uri="{FF2B5EF4-FFF2-40B4-BE49-F238E27FC236}">
                <a16:creationId xmlns:a16="http://schemas.microsoft.com/office/drawing/2014/main" id="{127A263C-2E85-873D-479C-D5DAADB1AB8A}"/>
              </a:ext>
            </a:extLst>
          </p:cNvPr>
          <p:cNvSpPr/>
          <p:nvPr/>
        </p:nvSpPr>
        <p:spPr>
          <a:xfrm>
            <a:off x="7857124" y="1761748"/>
            <a:ext cx="3799759" cy="289682"/>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defRPr/>
            </a:pPr>
            <a:r>
              <a:rPr lang="en-US" sz="1050">
                <a:solidFill>
                  <a:srgbClr val="000000"/>
                </a:solidFill>
                <a:latin typeface="PP Telegraf"/>
              </a:rPr>
              <a:t>Multiple versions created to handle different client needs</a:t>
            </a:r>
            <a:endParaRPr lang="en-US" sz="1050">
              <a:solidFill>
                <a:srgbClr val="304550"/>
              </a:solidFill>
              <a:latin typeface="PP Telegraf"/>
            </a:endParaRPr>
          </a:p>
        </p:txBody>
      </p:sp>
      <p:sp>
        <p:nvSpPr>
          <p:cNvPr id="69" name="Rounded Rectangle 9">
            <a:extLst>
              <a:ext uri="{FF2B5EF4-FFF2-40B4-BE49-F238E27FC236}">
                <a16:creationId xmlns:a16="http://schemas.microsoft.com/office/drawing/2014/main" id="{9B8E1EA1-511A-21E4-604E-FF0A754C48BE}"/>
              </a:ext>
            </a:extLst>
          </p:cNvPr>
          <p:cNvSpPr/>
          <p:nvPr/>
        </p:nvSpPr>
        <p:spPr>
          <a:xfrm>
            <a:off x="7853056" y="2092172"/>
            <a:ext cx="3799759" cy="287574"/>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defRPr/>
            </a:pPr>
            <a:r>
              <a:rPr lang="en-US" sz="1050">
                <a:solidFill>
                  <a:srgbClr val="000000"/>
                </a:solidFill>
                <a:latin typeface="PP Telegraf"/>
              </a:rPr>
              <a:t>Automated processes developed for scalability</a:t>
            </a:r>
            <a:endParaRPr lang="en-US" sz="1050">
              <a:solidFill>
                <a:srgbClr val="304550"/>
              </a:solidFill>
              <a:latin typeface="PP Telegraf"/>
            </a:endParaRPr>
          </a:p>
        </p:txBody>
      </p:sp>
      <p:sp>
        <p:nvSpPr>
          <p:cNvPr id="70" name="Rounded Rectangle 9">
            <a:extLst>
              <a:ext uri="{FF2B5EF4-FFF2-40B4-BE49-F238E27FC236}">
                <a16:creationId xmlns:a16="http://schemas.microsoft.com/office/drawing/2014/main" id="{57FCCD56-9AA7-ECA9-4524-A2F12F8EC896}"/>
              </a:ext>
            </a:extLst>
          </p:cNvPr>
          <p:cNvSpPr/>
          <p:nvPr/>
        </p:nvSpPr>
        <p:spPr>
          <a:xfrm>
            <a:off x="7853056" y="2416133"/>
            <a:ext cx="3799759" cy="440649"/>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defRPr/>
            </a:pPr>
            <a:r>
              <a:rPr lang="en-US" sz="1050">
                <a:solidFill>
                  <a:srgbClr val="000000"/>
                </a:solidFill>
                <a:latin typeface="PP Telegraf"/>
              </a:rPr>
              <a:t>Reporting and visualization features added for </a:t>
            </a:r>
            <a:br>
              <a:rPr lang="en-US" sz="1050">
                <a:solidFill>
                  <a:srgbClr val="000000"/>
                </a:solidFill>
                <a:latin typeface="PP Telegraf"/>
              </a:rPr>
            </a:br>
            <a:r>
              <a:rPr lang="en-US" sz="1050">
                <a:solidFill>
                  <a:srgbClr val="000000"/>
                </a:solidFill>
                <a:latin typeface="PP Telegraf"/>
              </a:rPr>
              <a:t>leadership visibility</a:t>
            </a:r>
            <a:endParaRPr lang="en-US" sz="1050">
              <a:solidFill>
                <a:srgbClr val="304550"/>
              </a:solidFill>
              <a:latin typeface="PP Telegraf"/>
            </a:endParaRPr>
          </a:p>
        </p:txBody>
      </p:sp>
      <p:sp>
        <p:nvSpPr>
          <p:cNvPr id="71" name="Rounded Rectangle 9">
            <a:extLst>
              <a:ext uri="{FF2B5EF4-FFF2-40B4-BE49-F238E27FC236}">
                <a16:creationId xmlns:a16="http://schemas.microsoft.com/office/drawing/2014/main" id="{31C447A3-1CDC-CB2B-E3AD-21E3353FE044}"/>
              </a:ext>
            </a:extLst>
          </p:cNvPr>
          <p:cNvSpPr/>
          <p:nvPr/>
        </p:nvSpPr>
        <p:spPr>
          <a:xfrm>
            <a:off x="7853056" y="2900126"/>
            <a:ext cx="3799759" cy="440649"/>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defRPr/>
            </a:pPr>
            <a:r>
              <a:rPr lang="en-US" sz="1050">
                <a:solidFill>
                  <a:srgbClr val="000000"/>
                </a:solidFill>
                <a:latin typeface="PP Telegraf"/>
              </a:rPr>
              <a:t>Data quality issues debugged in coordination with the </a:t>
            </a:r>
            <a:br>
              <a:rPr lang="en-US" sz="1050">
                <a:solidFill>
                  <a:srgbClr val="000000"/>
                </a:solidFill>
                <a:latin typeface="PP Telegraf"/>
              </a:rPr>
            </a:br>
            <a:r>
              <a:rPr lang="en-US" sz="1050">
                <a:solidFill>
                  <a:srgbClr val="000000"/>
                </a:solidFill>
                <a:latin typeface="PP Telegraf"/>
              </a:rPr>
              <a:t>Client data engineering team</a:t>
            </a:r>
            <a:endParaRPr lang="en-US" sz="1050">
              <a:solidFill>
                <a:srgbClr val="304550"/>
              </a:solidFill>
              <a:latin typeface="PP Telegraf"/>
            </a:endParaRPr>
          </a:p>
        </p:txBody>
      </p:sp>
      <p:sp>
        <p:nvSpPr>
          <p:cNvPr id="134" name="Text Placeholder 3">
            <a:extLst>
              <a:ext uri="{FF2B5EF4-FFF2-40B4-BE49-F238E27FC236}">
                <a16:creationId xmlns:a16="http://schemas.microsoft.com/office/drawing/2014/main" id="{3A61C78B-1F87-035C-A54C-9C4545B56E29}"/>
              </a:ext>
            </a:extLst>
          </p:cNvPr>
          <p:cNvSpPr txBox="1">
            <a:spLocks/>
          </p:cNvSpPr>
          <p:nvPr/>
        </p:nvSpPr>
        <p:spPr>
          <a:xfrm>
            <a:off x="253208" y="1864929"/>
            <a:ext cx="2415373" cy="2479860"/>
          </a:xfrm>
          <a:prstGeom prst="rect">
            <a:avLst/>
          </a:prstGeom>
        </p:spPr>
        <p:txBody>
          <a:bodyPr vert="horz" lIns="0" tIns="45720" rIns="91440" bIns="45720" rtlCol="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bg2"/>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r>
              <a:rPr lang="en-US" sz="1400">
                <a:solidFill>
                  <a:srgbClr val="003059"/>
                </a:solidFill>
                <a:latin typeface="PP Telegraf"/>
              </a:rPr>
              <a:t>Client’s Pharmacy Benefits Management (PBM) has price guarantee contracts with insurers and pharmacies at the beginning of the year. Based on drug utilization, these guarantees may create liabilities at the end of the year. PBM wants optimal prices to minimize end-of-year liabilities</a:t>
            </a:r>
            <a:endParaRPr lang="en-US" sz="1000">
              <a:solidFill>
                <a:srgbClr val="FFFFFF">
                  <a:lumMod val="50000"/>
                  <a:lumOff val="50000"/>
                </a:srgbClr>
              </a:solidFill>
              <a:latin typeface="PP Telegraf"/>
            </a:endParaRPr>
          </a:p>
        </p:txBody>
      </p:sp>
      <p:sp>
        <p:nvSpPr>
          <p:cNvPr id="2" name="Title 5">
            <a:extLst>
              <a:ext uri="{FF2B5EF4-FFF2-40B4-BE49-F238E27FC236}">
                <a16:creationId xmlns:a16="http://schemas.microsoft.com/office/drawing/2014/main" id="{8325B171-7C0F-C1DB-2283-19E599549E8D}"/>
              </a:ext>
            </a:extLst>
          </p:cNvPr>
          <p:cNvSpPr txBox="1">
            <a:spLocks/>
          </p:cNvSpPr>
          <p:nvPr/>
        </p:nvSpPr>
        <p:spPr>
          <a:xfrm>
            <a:off x="3154553" y="4078213"/>
            <a:ext cx="2098865" cy="166199"/>
          </a:xfrm>
          <a:prstGeom prst="rect">
            <a:avLst/>
          </a:prstGeom>
        </p:spPr>
        <p:txBody>
          <a:bodyPr vert="horz" wrap="square" lIns="0" tIns="0" rIns="0" bIns="0" rtlCol="0" anchor="t">
            <a:spAutoFit/>
          </a:bodyPr>
          <a:lstStyle>
            <a:lvl1pPr marL="0" algn="l" defTabSz="913974" rtl="0" eaLnBrk="1" latinLnBrk="0" hangingPunct="1">
              <a:lnSpc>
                <a:spcPct val="90000"/>
              </a:lnSpc>
              <a:spcBef>
                <a:spcPct val="0"/>
              </a:spcBef>
              <a:buNone/>
              <a:defRPr lang="en-IN" sz="2800" b="0" i="0" kern="1200" dirty="0">
                <a:solidFill>
                  <a:schemeClr val="bg2"/>
                </a:solidFill>
                <a:latin typeface="PP Telegraf" pitchFamily="2" charset="77"/>
                <a:ea typeface="+mj-ea"/>
                <a:cs typeface="+mj-cs"/>
              </a:defRPr>
            </a:lvl1pPr>
          </a:lstStyle>
          <a:p>
            <a:pPr>
              <a:defRPr/>
            </a:pPr>
            <a:r>
              <a:rPr lang="en-US" sz="1200" b="1">
                <a:solidFill>
                  <a:srgbClr val="003059"/>
                </a:solidFill>
              </a:rPr>
              <a:t>Drug Price Optimization</a:t>
            </a:r>
          </a:p>
        </p:txBody>
      </p:sp>
      <p:sp>
        <p:nvSpPr>
          <p:cNvPr id="4" name="Rounded Rectangle 9">
            <a:extLst>
              <a:ext uri="{FF2B5EF4-FFF2-40B4-BE49-F238E27FC236}">
                <a16:creationId xmlns:a16="http://schemas.microsoft.com/office/drawing/2014/main" id="{6EFC77C0-76B4-F12E-0E51-BF441108CC5D}"/>
              </a:ext>
            </a:extLst>
          </p:cNvPr>
          <p:cNvSpPr/>
          <p:nvPr/>
        </p:nvSpPr>
        <p:spPr>
          <a:xfrm>
            <a:off x="4496362" y="4470041"/>
            <a:ext cx="946983" cy="1389865"/>
          </a:xfrm>
          <a:prstGeom prst="roundRect">
            <a:avLst>
              <a:gd name="adj" fmla="val 6803"/>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0" rIns="0" rtlCol="0" anchor="ctr"/>
          <a:lstStyle/>
          <a:p>
            <a:pPr algn="ctr">
              <a:defRPr/>
            </a:pPr>
            <a:r>
              <a:rPr lang="en-US" sz="900">
                <a:solidFill>
                  <a:srgbClr val="304550"/>
                </a:solidFill>
                <a:latin typeface="PP Telegraf" pitchFamily="2" charset="77"/>
              </a:rPr>
              <a:t>Linear Programming Optimization Model</a:t>
            </a:r>
          </a:p>
        </p:txBody>
      </p:sp>
      <p:sp>
        <p:nvSpPr>
          <p:cNvPr id="5" name="Rounded Rectangle 11">
            <a:extLst>
              <a:ext uri="{FF2B5EF4-FFF2-40B4-BE49-F238E27FC236}">
                <a16:creationId xmlns:a16="http://schemas.microsoft.com/office/drawing/2014/main" id="{C8D7E9F2-CC21-8BD8-34DB-5CBEDC199715}"/>
              </a:ext>
            </a:extLst>
          </p:cNvPr>
          <p:cNvSpPr/>
          <p:nvPr/>
        </p:nvSpPr>
        <p:spPr>
          <a:xfrm>
            <a:off x="6646025" y="4470041"/>
            <a:ext cx="946983" cy="1389865"/>
          </a:xfrm>
          <a:prstGeom prst="roundRect">
            <a:avLst>
              <a:gd name="adj" fmla="val 6098"/>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lIns="91440" rIns="91440" rtlCol="0" anchor="ctr"/>
          <a:lstStyle/>
          <a:p>
            <a:pPr algn="ctr">
              <a:defRPr/>
            </a:pPr>
            <a:r>
              <a:rPr lang="en-US" sz="900">
                <a:solidFill>
                  <a:srgbClr val="304550"/>
                </a:solidFill>
                <a:latin typeface="PP Telegraf" pitchFamily="2" charset="77"/>
              </a:rPr>
              <a:t>Multiple Kubeflow components to run algorithm in parallel</a:t>
            </a:r>
          </a:p>
        </p:txBody>
      </p:sp>
      <p:sp>
        <p:nvSpPr>
          <p:cNvPr id="6" name="Rectangle: Rounded Corners 308">
            <a:extLst>
              <a:ext uri="{FF2B5EF4-FFF2-40B4-BE49-F238E27FC236}">
                <a16:creationId xmlns:a16="http://schemas.microsoft.com/office/drawing/2014/main" id="{446028C1-425E-D47C-A7E9-391538BA8663}"/>
              </a:ext>
            </a:extLst>
          </p:cNvPr>
          <p:cNvSpPr/>
          <p:nvPr/>
        </p:nvSpPr>
        <p:spPr>
          <a:xfrm>
            <a:off x="5503550" y="4322102"/>
            <a:ext cx="1082266" cy="1685745"/>
          </a:xfrm>
          <a:prstGeom prst="roundRect">
            <a:avLst>
              <a:gd name="adj" fmla="val 653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a:solidFill>
                  <a:srgbClr val="053057"/>
                </a:solidFill>
                <a:latin typeface="PP Telegraf" pitchFamily="2" charset="77"/>
              </a:rPr>
              <a:t>Model </a:t>
            </a:r>
            <a:br>
              <a:rPr lang="en-US" sz="1000">
                <a:solidFill>
                  <a:srgbClr val="053057"/>
                </a:solidFill>
                <a:latin typeface="PP Telegraf" pitchFamily="2" charset="77"/>
              </a:rPr>
            </a:br>
            <a:r>
              <a:rPr lang="en-US" sz="1000">
                <a:solidFill>
                  <a:srgbClr val="053057"/>
                </a:solidFill>
                <a:latin typeface="PP Telegraf" pitchFamily="2" charset="77"/>
              </a:rPr>
              <a:t>testing and integration</a:t>
            </a:r>
          </a:p>
        </p:txBody>
      </p:sp>
      <p:sp>
        <p:nvSpPr>
          <p:cNvPr id="7" name="Rounded Rectangle 10">
            <a:extLst>
              <a:ext uri="{FF2B5EF4-FFF2-40B4-BE49-F238E27FC236}">
                <a16:creationId xmlns:a16="http://schemas.microsoft.com/office/drawing/2014/main" id="{34CCFE94-DBCD-2CCF-57FB-1A40E90B9BE6}"/>
              </a:ext>
            </a:extLst>
          </p:cNvPr>
          <p:cNvSpPr/>
          <p:nvPr/>
        </p:nvSpPr>
        <p:spPr>
          <a:xfrm>
            <a:off x="9315082" y="4319630"/>
            <a:ext cx="956888" cy="789531"/>
          </a:xfrm>
          <a:prstGeom prst="roundRect">
            <a:avLst>
              <a:gd name="adj" fmla="val 11780"/>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defRPr/>
            </a:pPr>
            <a:r>
              <a:rPr lang="en-US" sz="900">
                <a:solidFill>
                  <a:srgbClr val="053057"/>
                </a:solidFill>
                <a:latin typeface="PP Telegraf" pitchFamily="2" charset="77"/>
              </a:rPr>
              <a:t>Code issues –Fix inside code and parameters</a:t>
            </a:r>
          </a:p>
        </p:txBody>
      </p:sp>
      <p:sp>
        <p:nvSpPr>
          <p:cNvPr id="17" name="Rounded Rectangle 17">
            <a:extLst>
              <a:ext uri="{FF2B5EF4-FFF2-40B4-BE49-F238E27FC236}">
                <a16:creationId xmlns:a16="http://schemas.microsoft.com/office/drawing/2014/main" id="{6E4E8B1D-8DBA-3593-0916-98734AC41069}"/>
              </a:ext>
            </a:extLst>
          </p:cNvPr>
          <p:cNvSpPr/>
          <p:nvPr/>
        </p:nvSpPr>
        <p:spPr>
          <a:xfrm>
            <a:off x="3045445" y="4456518"/>
            <a:ext cx="1081558" cy="51575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a:solidFill>
                  <a:srgbClr val="304550"/>
                </a:solidFill>
                <a:latin typeface="PP Telegraf" pitchFamily="2" charset="77"/>
              </a:rPr>
              <a:t>Claims data </a:t>
            </a:r>
            <a:br>
              <a:rPr lang="en-US" sz="900">
                <a:solidFill>
                  <a:srgbClr val="304550"/>
                </a:solidFill>
                <a:latin typeface="PP Telegraf" pitchFamily="2" charset="77"/>
              </a:rPr>
            </a:br>
            <a:r>
              <a:rPr lang="en-US" sz="900">
                <a:solidFill>
                  <a:srgbClr val="304550"/>
                </a:solidFill>
                <a:latin typeface="PP Telegraf" pitchFamily="2" charset="77"/>
              </a:rPr>
              <a:t>from GCP</a:t>
            </a:r>
          </a:p>
        </p:txBody>
      </p:sp>
      <p:sp>
        <p:nvSpPr>
          <p:cNvPr id="18" name="Rounded Rectangle 19">
            <a:extLst>
              <a:ext uri="{FF2B5EF4-FFF2-40B4-BE49-F238E27FC236}">
                <a16:creationId xmlns:a16="http://schemas.microsoft.com/office/drawing/2014/main" id="{E274D061-A1DE-AC13-48CC-36FFB6227D62}"/>
              </a:ext>
            </a:extLst>
          </p:cNvPr>
          <p:cNvSpPr/>
          <p:nvPr/>
        </p:nvSpPr>
        <p:spPr>
          <a:xfrm>
            <a:off x="3045445" y="5322471"/>
            <a:ext cx="1081558" cy="51575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a:solidFill>
                  <a:srgbClr val="304550"/>
                </a:solidFill>
                <a:latin typeface="PP Telegraf" pitchFamily="2" charset="77"/>
              </a:rPr>
              <a:t>Parameters and Constraints</a:t>
            </a:r>
          </a:p>
        </p:txBody>
      </p:sp>
      <p:grpSp>
        <p:nvGrpSpPr>
          <p:cNvPr id="19" name="Group 18">
            <a:extLst>
              <a:ext uri="{FF2B5EF4-FFF2-40B4-BE49-F238E27FC236}">
                <a16:creationId xmlns:a16="http://schemas.microsoft.com/office/drawing/2014/main" id="{3EBB3FFE-DE11-BDB9-7327-14DED45AE012}"/>
              </a:ext>
            </a:extLst>
          </p:cNvPr>
          <p:cNvGrpSpPr/>
          <p:nvPr/>
        </p:nvGrpSpPr>
        <p:grpSpPr>
          <a:xfrm>
            <a:off x="4223704" y="4640509"/>
            <a:ext cx="150453" cy="170811"/>
            <a:chOff x="1692046" y="2608442"/>
            <a:chExt cx="205830" cy="150632"/>
          </a:xfrm>
          <a:solidFill>
            <a:schemeClr val="accent2">
              <a:lumMod val="50000"/>
            </a:schemeClr>
          </a:solidFill>
        </p:grpSpPr>
        <p:sp>
          <p:nvSpPr>
            <p:cNvPr id="20" name="Freeform: Shape 22">
              <a:extLst>
                <a:ext uri="{FF2B5EF4-FFF2-40B4-BE49-F238E27FC236}">
                  <a16:creationId xmlns:a16="http://schemas.microsoft.com/office/drawing/2014/main" id="{1F41766E-4100-AA1F-5043-29E87B35A434}"/>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solidFill>
              <a:schemeClr val="accent4"/>
            </a:solidFill>
            <a:ln w="10286" cap="flat">
              <a:noFill/>
              <a:prstDash val="solid"/>
              <a:miter/>
            </a:ln>
          </p:spPr>
          <p:txBody>
            <a:bodyPr rtlCol="0" anchor="ctr"/>
            <a:lstStyle/>
            <a:p>
              <a:pPr>
                <a:defRPr/>
              </a:pPr>
              <a:endParaRPr lang="en-IN">
                <a:solidFill>
                  <a:srgbClr val="FFFFFF"/>
                </a:solidFill>
                <a:latin typeface="PP Telegraf"/>
              </a:endParaRPr>
            </a:p>
          </p:txBody>
        </p:sp>
        <p:cxnSp>
          <p:nvCxnSpPr>
            <p:cNvPr id="21" name="Straight Connector 20">
              <a:extLst>
                <a:ext uri="{FF2B5EF4-FFF2-40B4-BE49-F238E27FC236}">
                  <a16:creationId xmlns:a16="http://schemas.microsoft.com/office/drawing/2014/main" id="{E91CA31B-0D51-14DF-D03B-4B60CE72BB88}"/>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631EB309-6FBB-5BB4-ADEB-F52B6C544BBB}"/>
              </a:ext>
            </a:extLst>
          </p:cNvPr>
          <p:cNvGrpSpPr/>
          <p:nvPr/>
        </p:nvGrpSpPr>
        <p:grpSpPr>
          <a:xfrm>
            <a:off x="4223704" y="5522722"/>
            <a:ext cx="150453" cy="170811"/>
            <a:chOff x="1692046" y="2608442"/>
            <a:chExt cx="205830" cy="150632"/>
          </a:xfrm>
          <a:solidFill>
            <a:schemeClr val="accent2">
              <a:lumMod val="50000"/>
            </a:schemeClr>
          </a:solidFill>
        </p:grpSpPr>
        <p:sp>
          <p:nvSpPr>
            <p:cNvPr id="25" name="Freeform: Shape 22">
              <a:extLst>
                <a:ext uri="{FF2B5EF4-FFF2-40B4-BE49-F238E27FC236}">
                  <a16:creationId xmlns:a16="http://schemas.microsoft.com/office/drawing/2014/main" id="{663B0941-F811-2BBF-82F7-ADEA4DEF397C}"/>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solidFill>
              <a:schemeClr val="accent4"/>
            </a:solidFill>
            <a:ln w="10286" cap="flat">
              <a:noFill/>
              <a:prstDash val="solid"/>
              <a:miter/>
            </a:ln>
          </p:spPr>
          <p:txBody>
            <a:bodyPr rtlCol="0" anchor="ctr"/>
            <a:lstStyle/>
            <a:p>
              <a:pPr>
                <a:defRPr/>
              </a:pPr>
              <a:endParaRPr lang="en-IN">
                <a:solidFill>
                  <a:srgbClr val="FFFFFF"/>
                </a:solidFill>
                <a:latin typeface="PP Telegraf"/>
              </a:endParaRPr>
            </a:p>
          </p:txBody>
        </p:sp>
        <p:cxnSp>
          <p:nvCxnSpPr>
            <p:cNvPr id="26" name="Straight Connector 25">
              <a:extLst>
                <a:ext uri="{FF2B5EF4-FFF2-40B4-BE49-F238E27FC236}">
                  <a16:creationId xmlns:a16="http://schemas.microsoft.com/office/drawing/2014/main" id="{AF9A7009-3C73-C9C5-9F99-AD8DEA729748}"/>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7" name="Rounded Rectangle 22">
            <a:extLst>
              <a:ext uri="{FF2B5EF4-FFF2-40B4-BE49-F238E27FC236}">
                <a16:creationId xmlns:a16="http://schemas.microsoft.com/office/drawing/2014/main" id="{D9E19E36-192C-CE8E-C0B9-6E7BFDFE2F2D}"/>
              </a:ext>
            </a:extLst>
          </p:cNvPr>
          <p:cNvSpPr/>
          <p:nvPr/>
        </p:nvSpPr>
        <p:spPr>
          <a:xfrm>
            <a:off x="7940933" y="4444999"/>
            <a:ext cx="1056200" cy="51575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a:solidFill>
                  <a:srgbClr val="304550"/>
                </a:solidFill>
                <a:latin typeface="PP Telegraf" pitchFamily="2" charset="77"/>
              </a:rPr>
              <a:t>Debug </a:t>
            </a:r>
            <a:br>
              <a:rPr lang="en-US" sz="900">
                <a:solidFill>
                  <a:srgbClr val="304550"/>
                </a:solidFill>
                <a:latin typeface="PP Telegraf" pitchFamily="2" charset="77"/>
              </a:rPr>
            </a:br>
            <a:r>
              <a:rPr lang="en-US" sz="900">
                <a:solidFill>
                  <a:srgbClr val="304550"/>
                </a:solidFill>
                <a:latin typeface="PP Telegraf" pitchFamily="2" charset="77"/>
              </a:rPr>
              <a:t>failed runs</a:t>
            </a:r>
          </a:p>
        </p:txBody>
      </p:sp>
      <p:sp>
        <p:nvSpPr>
          <p:cNvPr id="29" name="Rounded Rectangle 23">
            <a:extLst>
              <a:ext uri="{FF2B5EF4-FFF2-40B4-BE49-F238E27FC236}">
                <a16:creationId xmlns:a16="http://schemas.microsoft.com/office/drawing/2014/main" id="{AAE2F093-C0FB-148C-D1F8-7BB7D7F937A4}"/>
              </a:ext>
            </a:extLst>
          </p:cNvPr>
          <p:cNvSpPr/>
          <p:nvPr/>
        </p:nvSpPr>
        <p:spPr>
          <a:xfrm>
            <a:off x="7940933" y="5333988"/>
            <a:ext cx="1056200" cy="51575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a:solidFill>
                  <a:srgbClr val="304550"/>
                </a:solidFill>
                <a:latin typeface="PP Telegraf" pitchFamily="2" charset="77"/>
              </a:rPr>
              <a:t>Monitoring model outputs</a:t>
            </a:r>
          </a:p>
        </p:txBody>
      </p:sp>
      <p:grpSp>
        <p:nvGrpSpPr>
          <p:cNvPr id="36" name="Group 35">
            <a:extLst>
              <a:ext uri="{FF2B5EF4-FFF2-40B4-BE49-F238E27FC236}">
                <a16:creationId xmlns:a16="http://schemas.microsoft.com/office/drawing/2014/main" id="{E186E2CB-4E93-998D-6ABD-ABB91B4E2D7E}"/>
              </a:ext>
            </a:extLst>
          </p:cNvPr>
          <p:cNvGrpSpPr/>
          <p:nvPr/>
        </p:nvGrpSpPr>
        <p:grpSpPr>
          <a:xfrm>
            <a:off x="7702603" y="4628990"/>
            <a:ext cx="150453" cy="170811"/>
            <a:chOff x="1692046" y="2608442"/>
            <a:chExt cx="205830" cy="150632"/>
          </a:xfrm>
          <a:solidFill>
            <a:schemeClr val="accent4"/>
          </a:solidFill>
        </p:grpSpPr>
        <p:sp>
          <p:nvSpPr>
            <p:cNvPr id="37" name="Freeform: Shape 22">
              <a:extLst>
                <a:ext uri="{FF2B5EF4-FFF2-40B4-BE49-F238E27FC236}">
                  <a16:creationId xmlns:a16="http://schemas.microsoft.com/office/drawing/2014/main" id="{1B139932-4C2C-EA5D-6856-6E7E61B22D5B}"/>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grpFill/>
            <a:ln w="10286" cap="flat">
              <a:noFill/>
              <a:prstDash val="solid"/>
              <a:miter/>
            </a:ln>
          </p:spPr>
          <p:txBody>
            <a:bodyPr rtlCol="0" anchor="ctr"/>
            <a:lstStyle/>
            <a:p>
              <a:pPr>
                <a:defRPr/>
              </a:pPr>
              <a:endParaRPr lang="en-IN">
                <a:solidFill>
                  <a:srgbClr val="FFFFFF"/>
                </a:solidFill>
                <a:latin typeface="PP Telegraf"/>
              </a:endParaRPr>
            </a:p>
          </p:txBody>
        </p:sp>
        <p:cxnSp>
          <p:nvCxnSpPr>
            <p:cNvPr id="38" name="Straight Connector 37">
              <a:extLst>
                <a:ext uri="{FF2B5EF4-FFF2-40B4-BE49-F238E27FC236}">
                  <a16:creationId xmlns:a16="http://schemas.microsoft.com/office/drawing/2014/main" id="{A3B6EAFA-1542-E46E-87C3-0948D1FBEFD0}"/>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4C8E647A-4687-50BC-65BF-3725617405CD}"/>
              </a:ext>
            </a:extLst>
          </p:cNvPr>
          <p:cNvGrpSpPr/>
          <p:nvPr/>
        </p:nvGrpSpPr>
        <p:grpSpPr>
          <a:xfrm>
            <a:off x="7702603" y="5511203"/>
            <a:ext cx="150453" cy="170811"/>
            <a:chOff x="1692046" y="2608442"/>
            <a:chExt cx="205830" cy="150632"/>
          </a:xfrm>
          <a:solidFill>
            <a:schemeClr val="accent4"/>
          </a:solidFill>
        </p:grpSpPr>
        <p:sp>
          <p:nvSpPr>
            <p:cNvPr id="40" name="Freeform: Shape 22">
              <a:extLst>
                <a:ext uri="{FF2B5EF4-FFF2-40B4-BE49-F238E27FC236}">
                  <a16:creationId xmlns:a16="http://schemas.microsoft.com/office/drawing/2014/main" id="{3018B631-C5AA-5564-A795-6C62C12FECD0}"/>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grpFill/>
            <a:ln w="10286" cap="flat">
              <a:noFill/>
              <a:prstDash val="solid"/>
              <a:miter/>
            </a:ln>
          </p:spPr>
          <p:txBody>
            <a:bodyPr rtlCol="0" anchor="ctr"/>
            <a:lstStyle/>
            <a:p>
              <a:pPr>
                <a:defRPr/>
              </a:pPr>
              <a:endParaRPr lang="en-IN">
                <a:solidFill>
                  <a:srgbClr val="FFFFFF"/>
                </a:solidFill>
                <a:latin typeface="PP Telegraf"/>
              </a:endParaRPr>
            </a:p>
          </p:txBody>
        </p:sp>
        <p:cxnSp>
          <p:nvCxnSpPr>
            <p:cNvPr id="42" name="Straight Connector 41">
              <a:extLst>
                <a:ext uri="{FF2B5EF4-FFF2-40B4-BE49-F238E27FC236}">
                  <a16:creationId xmlns:a16="http://schemas.microsoft.com/office/drawing/2014/main" id="{3B0973D6-5615-E451-0075-80F010890739}"/>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0A7A3EF6-2FD7-93BF-C1FA-DD022005F502}"/>
              </a:ext>
            </a:extLst>
          </p:cNvPr>
          <p:cNvGrpSpPr/>
          <p:nvPr/>
        </p:nvGrpSpPr>
        <p:grpSpPr>
          <a:xfrm>
            <a:off x="9072984" y="4628990"/>
            <a:ext cx="150453" cy="170811"/>
            <a:chOff x="1692046" y="2608442"/>
            <a:chExt cx="205830" cy="150632"/>
          </a:xfrm>
          <a:solidFill>
            <a:schemeClr val="accent4"/>
          </a:solidFill>
        </p:grpSpPr>
        <p:sp>
          <p:nvSpPr>
            <p:cNvPr id="57" name="Freeform: Shape 22">
              <a:extLst>
                <a:ext uri="{FF2B5EF4-FFF2-40B4-BE49-F238E27FC236}">
                  <a16:creationId xmlns:a16="http://schemas.microsoft.com/office/drawing/2014/main" id="{B27C0A7F-ED9A-CBF0-6C12-B00ED83C4E5F}"/>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grpFill/>
            <a:ln w="10286" cap="flat">
              <a:noFill/>
              <a:prstDash val="solid"/>
              <a:miter/>
            </a:ln>
          </p:spPr>
          <p:txBody>
            <a:bodyPr rtlCol="0" anchor="ctr"/>
            <a:lstStyle/>
            <a:p>
              <a:pPr>
                <a:defRPr/>
              </a:pPr>
              <a:endParaRPr lang="en-IN">
                <a:solidFill>
                  <a:srgbClr val="FFFFFF"/>
                </a:solidFill>
                <a:latin typeface="PP Telegraf"/>
              </a:endParaRPr>
            </a:p>
          </p:txBody>
        </p:sp>
        <p:cxnSp>
          <p:nvCxnSpPr>
            <p:cNvPr id="72" name="Straight Connector 71">
              <a:extLst>
                <a:ext uri="{FF2B5EF4-FFF2-40B4-BE49-F238E27FC236}">
                  <a16:creationId xmlns:a16="http://schemas.microsoft.com/office/drawing/2014/main" id="{767D736E-6B68-712C-7960-59695D5C26DC}"/>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D5464B09-79F4-F99F-5B81-F6702BABD536}"/>
              </a:ext>
            </a:extLst>
          </p:cNvPr>
          <p:cNvGrpSpPr/>
          <p:nvPr/>
        </p:nvGrpSpPr>
        <p:grpSpPr>
          <a:xfrm>
            <a:off x="9072984" y="5511203"/>
            <a:ext cx="150453" cy="170811"/>
            <a:chOff x="1692046" y="2608442"/>
            <a:chExt cx="205830" cy="150632"/>
          </a:xfrm>
          <a:solidFill>
            <a:schemeClr val="accent4"/>
          </a:solidFill>
        </p:grpSpPr>
        <p:sp>
          <p:nvSpPr>
            <p:cNvPr id="89" name="Freeform: Shape 22">
              <a:extLst>
                <a:ext uri="{FF2B5EF4-FFF2-40B4-BE49-F238E27FC236}">
                  <a16:creationId xmlns:a16="http://schemas.microsoft.com/office/drawing/2014/main" id="{0FF65238-B803-1AFD-9FB4-A1846C9DA0FA}"/>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grpFill/>
            <a:ln w="10286" cap="flat">
              <a:noFill/>
              <a:prstDash val="solid"/>
              <a:miter/>
            </a:ln>
          </p:spPr>
          <p:txBody>
            <a:bodyPr rtlCol="0" anchor="ctr"/>
            <a:lstStyle/>
            <a:p>
              <a:pPr>
                <a:defRPr/>
              </a:pPr>
              <a:endParaRPr lang="en-IN">
                <a:solidFill>
                  <a:srgbClr val="FFFFFF"/>
                </a:solidFill>
                <a:latin typeface="PP Telegraf"/>
              </a:endParaRPr>
            </a:p>
          </p:txBody>
        </p:sp>
        <p:cxnSp>
          <p:nvCxnSpPr>
            <p:cNvPr id="90" name="Straight Connector 89">
              <a:extLst>
                <a:ext uri="{FF2B5EF4-FFF2-40B4-BE49-F238E27FC236}">
                  <a16:creationId xmlns:a16="http://schemas.microsoft.com/office/drawing/2014/main" id="{95435EB1-3F96-BFAB-750E-21E2BE1E9960}"/>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91" name="Rounded Rectangle 25">
            <a:extLst>
              <a:ext uri="{FF2B5EF4-FFF2-40B4-BE49-F238E27FC236}">
                <a16:creationId xmlns:a16="http://schemas.microsoft.com/office/drawing/2014/main" id="{3395E81C-93B8-5493-0118-BD8059573ED1}"/>
              </a:ext>
            </a:extLst>
          </p:cNvPr>
          <p:cNvSpPr/>
          <p:nvPr/>
        </p:nvSpPr>
        <p:spPr>
          <a:xfrm>
            <a:off x="10600682" y="4444999"/>
            <a:ext cx="1056200" cy="51575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a:solidFill>
                  <a:srgbClr val="003059"/>
                </a:solidFill>
                <a:latin typeface="PP Telegraf" pitchFamily="2" charset="77"/>
              </a:rPr>
              <a:t>Rerun</a:t>
            </a:r>
          </a:p>
        </p:txBody>
      </p:sp>
      <p:sp>
        <p:nvSpPr>
          <p:cNvPr id="92" name="Rounded Rectangle 26">
            <a:extLst>
              <a:ext uri="{FF2B5EF4-FFF2-40B4-BE49-F238E27FC236}">
                <a16:creationId xmlns:a16="http://schemas.microsoft.com/office/drawing/2014/main" id="{9CBD5042-798A-9CB9-A92A-732DA525C559}"/>
              </a:ext>
            </a:extLst>
          </p:cNvPr>
          <p:cNvSpPr/>
          <p:nvPr/>
        </p:nvSpPr>
        <p:spPr>
          <a:xfrm>
            <a:off x="10600682" y="5333988"/>
            <a:ext cx="1056200" cy="51575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a:solidFill>
                  <a:srgbClr val="003059"/>
                </a:solidFill>
                <a:latin typeface="PP Telegraf" pitchFamily="2" charset="77"/>
              </a:rPr>
              <a:t>Price Submission</a:t>
            </a:r>
          </a:p>
        </p:txBody>
      </p:sp>
      <p:grpSp>
        <p:nvGrpSpPr>
          <p:cNvPr id="93" name="Group 92">
            <a:extLst>
              <a:ext uri="{FF2B5EF4-FFF2-40B4-BE49-F238E27FC236}">
                <a16:creationId xmlns:a16="http://schemas.microsoft.com/office/drawing/2014/main" id="{BCB320A6-8792-B602-5BBF-9B1BA605DAB8}"/>
              </a:ext>
            </a:extLst>
          </p:cNvPr>
          <p:cNvGrpSpPr/>
          <p:nvPr/>
        </p:nvGrpSpPr>
        <p:grpSpPr>
          <a:xfrm>
            <a:off x="10361828" y="4628990"/>
            <a:ext cx="150453" cy="170811"/>
            <a:chOff x="1692046" y="2608442"/>
            <a:chExt cx="205830" cy="150632"/>
          </a:xfrm>
          <a:solidFill>
            <a:schemeClr val="accent4"/>
          </a:solidFill>
        </p:grpSpPr>
        <p:sp>
          <p:nvSpPr>
            <p:cNvPr id="97" name="Freeform: Shape 22">
              <a:extLst>
                <a:ext uri="{FF2B5EF4-FFF2-40B4-BE49-F238E27FC236}">
                  <a16:creationId xmlns:a16="http://schemas.microsoft.com/office/drawing/2014/main" id="{8AC9A8BF-D964-54C3-8CF7-9927800A62BB}"/>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grpFill/>
            <a:ln w="10286" cap="flat">
              <a:noFill/>
              <a:prstDash val="solid"/>
              <a:miter/>
            </a:ln>
          </p:spPr>
          <p:txBody>
            <a:bodyPr rtlCol="0" anchor="ctr"/>
            <a:lstStyle/>
            <a:p>
              <a:pPr>
                <a:defRPr/>
              </a:pPr>
              <a:endParaRPr lang="en-IN">
                <a:solidFill>
                  <a:srgbClr val="FFFFFF"/>
                </a:solidFill>
                <a:latin typeface="PP Telegraf"/>
              </a:endParaRPr>
            </a:p>
          </p:txBody>
        </p:sp>
        <p:cxnSp>
          <p:nvCxnSpPr>
            <p:cNvPr id="98" name="Straight Connector 97">
              <a:extLst>
                <a:ext uri="{FF2B5EF4-FFF2-40B4-BE49-F238E27FC236}">
                  <a16:creationId xmlns:a16="http://schemas.microsoft.com/office/drawing/2014/main" id="{39E92F25-17BE-C8ED-F29B-59FE3F4124AD}"/>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99" name="Group 98">
            <a:extLst>
              <a:ext uri="{FF2B5EF4-FFF2-40B4-BE49-F238E27FC236}">
                <a16:creationId xmlns:a16="http://schemas.microsoft.com/office/drawing/2014/main" id="{6EADD6ED-2F4D-37B8-1643-E850C2685C3F}"/>
              </a:ext>
            </a:extLst>
          </p:cNvPr>
          <p:cNvGrpSpPr/>
          <p:nvPr/>
        </p:nvGrpSpPr>
        <p:grpSpPr>
          <a:xfrm>
            <a:off x="10361828" y="5511203"/>
            <a:ext cx="150453" cy="170811"/>
            <a:chOff x="1692046" y="2608442"/>
            <a:chExt cx="205830" cy="150632"/>
          </a:xfrm>
          <a:solidFill>
            <a:schemeClr val="accent4"/>
          </a:solidFill>
        </p:grpSpPr>
        <p:sp>
          <p:nvSpPr>
            <p:cNvPr id="100" name="Freeform: Shape 22">
              <a:extLst>
                <a:ext uri="{FF2B5EF4-FFF2-40B4-BE49-F238E27FC236}">
                  <a16:creationId xmlns:a16="http://schemas.microsoft.com/office/drawing/2014/main" id="{B5904E28-D9FA-E6D9-B613-4BB089B8C883}"/>
                </a:ext>
              </a:extLst>
            </p:cNvPr>
            <p:cNvSpPr/>
            <p:nvPr/>
          </p:nvSpPr>
          <p:spPr>
            <a:xfrm>
              <a:off x="1806711" y="2608442"/>
              <a:ext cx="91165" cy="150632"/>
            </a:xfrm>
            <a:custGeom>
              <a:avLst/>
              <a:gdLst>
                <a:gd name="connsiteX0" fmla="*/ 27101 w 91165"/>
                <a:gd name="connsiteY0" fmla="*/ 4756 h 150632"/>
                <a:gd name="connsiteX1" fmla="*/ 86388 w 91165"/>
                <a:gd name="connsiteY1" fmla="*/ 64043 h 150632"/>
                <a:gd name="connsiteX2" fmla="*/ 86511 w 91165"/>
                <a:gd name="connsiteY2" fmla="*/ 86461 h 150632"/>
                <a:gd name="connsiteX3" fmla="*/ 86388 w 91165"/>
                <a:gd name="connsiteY3" fmla="*/ 86584 h 150632"/>
                <a:gd name="connsiteX4" fmla="*/ 27101 w 91165"/>
                <a:gd name="connsiteY4" fmla="*/ 145871 h 150632"/>
                <a:gd name="connsiteX5" fmla="*/ 4683 w 91165"/>
                <a:gd name="connsiteY5" fmla="*/ 146098 h 150632"/>
                <a:gd name="connsiteX6" fmla="*/ -73 w 91165"/>
                <a:gd name="connsiteY6" fmla="*/ 134652 h 150632"/>
                <a:gd name="connsiteX7" fmla="*/ -73 w 91165"/>
                <a:gd name="connsiteY7" fmla="*/ 15975 h 150632"/>
                <a:gd name="connsiteX8" fmla="*/ 15655 w 91165"/>
                <a:gd name="connsiteY8" fmla="*/ 1 h 150632"/>
                <a:gd name="connsiteX9" fmla="*/ 27101 w 91165"/>
                <a:gd name="connsiteY9" fmla="*/ 4756 h 1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65" h="150632">
                  <a:moveTo>
                    <a:pt x="27101" y="4756"/>
                  </a:moveTo>
                  <a:lnTo>
                    <a:pt x="86388" y="64043"/>
                  </a:lnTo>
                  <a:cubicBezTo>
                    <a:pt x="92615" y="70198"/>
                    <a:pt x="92666" y="80234"/>
                    <a:pt x="86511" y="86461"/>
                  </a:cubicBezTo>
                  <a:cubicBezTo>
                    <a:pt x="86470" y="86502"/>
                    <a:pt x="86429" y="86543"/>
                    <a:pt x="86388" y="86584"/>
                  </a:cubicBezTo>
                  <a:lnTo>
                    <a:pt x="27101" y="145871"/>
                  </a:lnTo>
                  <a:cubicBezTo>
                    <a:pt x="20977" y="152129"/>
                    <a:pt x="10941" y="152232"/>
                    <a:pt x="4683" y="146098"/>
                  </a:cubicBezTo>
                  <a:cubicBezTo>
                    <a:pt x="1616" y="143092"/>
                    <a:pt x="-103" y="138955"/>
                    <a:pt x="-73" y="134652"/>
                  </a:cubicBezTo>
                  <a:lnTo>
                    <a:pt x="-73" y="15975"/>
                  </a:lnTo>
                  <a:cubicBezTo>
                    <a:pt x="-144" y="7226"/>
                    <a:pt x="6896" y="73"/>
                    <a:pt x="15655" y="1"/>
                  </a:cubicBezTo>
                  <a:cubicBezTo>
                    <a:pt x="19958" y="-40"/>
                    <a:pt x="24085" y="1679"/>
                    <a:pt x="27101" y="4756"/>
                  </a:cubicBezTo>
                  <a:close/>
                </a:path>
              </a:pathLst>
            </a:custGeom>
            <a:grpFill/>
            <a:ln w="10286" cap="flat">
              <a:noFill/>
              <a:prstDash val="solid"/>
              <a:miter/>
            </a:ln>
          </p:spPr>
          <p:txBody>
            <a:bodyPr rtlCol="0" anchor="ctr"/>
            <a:lstStyle/>
            <a:p>
              <a:pPr>
                <a:defRPr/>
              </a:pPr>
              <a:endParaRPr lang="en-IN">
                <a:solidFill>
                  <a:srgbClr val="FFFFFF"/>
                </a:solidFill>
                <a:latin typeface="PP Telegraf"/>
              </a:endParaRPr>
            </a:p>
          </p:txBody>
        </p:sp>
        <p:cxnSp>
          <p:nvCxnSpPr>
            <p:cNvPr id="101" name="Straight Connector 100">
              <a:extLst>
                <a:ext uri="{FF2B5EF4-FFF2-40B4-BE49-F238E27FC236}">
                  <a16:creationId xmlns:a16="http://schemas.microsoft.com/office/drawing/2014/main" id="{8612E0A1-3AA8-4992-D2B8-B4C41D545176}"/>
                </a:ext>
              </a:extLst>
            </p:cNvPr>
            <p:cNvCxnSpPr>
              <a:cxnSpLocks/>
            </p:cNvCxnSpPr>
            <p:nvPr/>
          </p:nvCxnSpPr>
          <p:spPr>
            <a:xfrm>
              <a:off x="1692046" y="2683758"/>
              <a:ext cx="180000" cy="0"/>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02" name="Rounded Rectangle 6">
            <a:extLst>
              <a:ext uri="{FF2B5EF4-FFF2-40B4-BE49-F238E27FC236}">
                <a16:creationId xmlns:a16="http://schemas.microsoft.com/office/drawing/2014/main" id="{E8B80F35-979C-609F-41CB-167458D44A71}"/>
              </a:ext>
            </a:extLst>
          </p:cNvPr>
          <p:cNvSpPr/>
          <p:nvPr/>
        </p:nvSpPr>
        <p:spPr>
          <a:xfrm>
            <a:off x="9315082" y="5197101"/>
            <a:ext cx="956888" cy="789531"/>
          </a:xfrm>
          <a:prstGeom prst="roundRect">
            <a:avLst>
              <a:gd name="adj" fmla="val 11780"/>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lIns="0" rIns="0" rtlCol="0" anchor="ctr"/>
          <a:lstStyle/>
          <a:p>
            <a:pPr algn="ctr">
              <a:defRPr/>
            </a:pPr>
            <a:r>
              <a:rPr lang="en-US" sz="900">
                <a:solidFill>
                  <a:srgbClr val="053057"/>
                </a:solidFill>
                <a:latin typeface="PP Telegraf"/>
              </a:rPr>
              <a:t>Calculating liabilities projections for end of year</a:t>
            </a:r>
          </a:p>
        </p:txBody>
      </p:sp>
      <p:sp>
        <p:nvSpPr>
          <p:cNvPr id="103" name="Rounded Rectangle 52">
            <a:extLst>
              <a:ext uri="{FF2B5EF4-FFF2-40B4-BE49-F238E27FC236}">
                <a16:creationId xmlns:a16="http://schemas.microsoft.com/office/drawing/2014/main" id="{13CCE8AB-A62E-CBD7-BF71-BC0D153A462F}"/>
              </a:ext>
            </a:extLst>
          </p:cNvPr>
          <p:cNvSpPr/>
          <p:nvPr/>
        </p:nvSpPr>
        <p:spPr>
          <a:xfrm>
            <a:off x="3045445" y="6114292"/>
            <a:ext cx="2397897" cy="515754"/>
          </a:xfrm>
          <a:prstGeom prst="roundRect">
            <a:avLst>
              <a:gd name="adj" fmla="val 2467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spc="-50">
                <a:solidFill>
                  <a:srgbClr val="FFFFFF"/>
                </a:solidFill>
                <a:latin typeface="PP Telegraf" pitchFamily="2" charset="77"/>
                <a:cs typeface="Segoe UI"/>
              </a:rPr>
              <a:t>Data Processing and Model </a:t>
            </a:r>
            <a:br>
              <a:rPr lang="en-US" sz="900" spc="-50">
                <a:solidFill>
                  <a:srgbClr val="FFFFFF"/>
                </a:solidFill>
                <a:latin typeface="PP Telegraf" pitchFamily="2" charset="77"/>
                <a:cs typeface="Segoe UI"/>
              </a:rPr>
            </a:br>
            <a:r>
              <a:rPr lang="en-US" sz="900" spc="-50">
                <a:solidFill>
                  <a:srgbClr val="FFFFFF"/>
                </a:solidFill>
                <a:latin typeface="PP Telegraf" pitchFamily="2" charset="77"/>
                <a:cs typeface="Segoe UI"/>
              </a:rPr>
              <a:t>building on GCP</a:t>
            </a:r>
          </a:p>
        </p:txBody>
      </p:sp>
      <p:sp>
        <p:nvSpPr>
          <p:cNvPr id="104" name="Rounded Rectangle 53">
            <a:extLst>
              <a:ext uri="{FF2B5EF4-FFF2-40B4-BE49-F238E27FC236}">
                <a16:creationId xmlns:a16="http://schemas.microsoft.com/office/drawing/2014/main" id="{DE979DB8-0254-2302-1EF3-7C5C43156F44}"/>
              </a:ext>
            </a:extLst>
          </p:cNvPr>
          <p:cNvSpPr/>
          <p:nvPr/>
        </p:nvSpPr>
        <p:spPr>
          <a:xfrm>
            <a:off x="5503550" y="6114293"/>
            <a:ext cx="1082266" cy="515754"/>
          </a:xfrm>
          <a:prstGeom prst="roundRect">
            <a:avLst>
              <a:gd name="adj" fmla="val 2286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spc="-50">
                <a:solidFill>
                  <a:srgbClr val="FFFFFF"/>
                </a:solidFill>
                <a:latin typeface="PP Telegraf" pitchFamily="2" charset="77"/>
                <a:cs typeface="Segoe UI"/>
              </a:rPr>
              <a:t>Model testing using Kubeflow CICD </a:t>
            </a:r>
          </a:p>
        </p:txBody>
      </p:sp>
      <p:sp>
        <p:nvSpPr>
          <p:cNvPr id="105" name="Rounded Rectangle 54">
            <a:extLst>
              <a:ext uri="{FF2B5EF4-FFF2-40B4-BE49-F238E27FC236}">
                <a16:creationId xmlns:a16="http://schemas.microsoft.com/office/drawing/2014/main" id="{DB9FAC8E-969B-EB73-29ED-FF586C50D48B}"/>
              </a:ext>
            </a:extLst>
          </p:cNvPr>
          <p:cNvSpPr/>
          <p:nvPr/>
        </p:nvSpPr>
        <p:spPr>
          <a:xfrm>
            <a:off x="6646025" y="6114294"/>
            <a:ext cx="2341800" cy="514223"/>
          </a:xfrm>
          <a:prstGeom prst="roundRect">
            <a:avLst>
              <a:gd name="adj" fmla="val 2641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spc="-50">
                <a:solidFill>
                  <a:srgbClr val="FFFFFF"/>
                </a:solidFill>
                <a:latin typeface="PP Telegraf" pitchFamily="2" charset="77"/>
                <a:cs typeface="Segoe UI"/>
              </a:rPr>
              <a:t>Productionizing model for monthly </a:t>
            </a:r>
            <a:br>
              <a:rPr lang="en-US" sz="900" spc="-50">
                <a:solidFill>
                  <a:srgbClr val="FFFFFF"/>
                </a:solidFill>
                <a:latin typeface="PP Telegraf" pitchFamily="2" charset="77"/>
                <a:cs typeface="Segoe UI"/>
              </a:rPr>
            </a:br>
            <a:r>
              <a:rPr lang="en-US" sz="900" spc="-50">
                <a:solidFill>
                  <a:srgbClr val="FFFFFF"/>
                </a:solidFill>
                <a:latin typeface="PP Telegraf" pitchFamily="2" charset="77"/>
                <a:cs typeface="Segoe UI"/>
              </a:rPr>
              <a:t>runs on Kubeflow</a:t>
            </a:r>
          </a:p>
        </p:txBody>
      </p:sp>
      <p:sp>
        <p:nvSpPr>
          <p:cNvPr id="106" name="Rounded Rectangle 55">
            <a:extLst>
              <a:ext uri="{FF2B5EF4-FFF2-40B4-BE49-F238E27FC236}">
                <a16:creationId xmlns:a16="http://schemas.microsoft.com/office/drawing/2014/main" id="{41B1346F-6AF6-F124-A7A5-0ADCC39E9E61}"/>
              </a:ext>
            </a:extLst>
          </p:cNvPr>
          <p:cNvSpPr/>
          <p:nvPr/>
        </p:nvSpPr>
        <p:spPr>
          <a:xfrm>
            <a:off x="9315083" y="6114294"/>
            <a:ext cx="2341800" cy="515753"/>
          </a:xfrm>
          <a:prstGeom prst="roundRect">
            <a:avLst>
              <a:gd name="adj" fmla="val 2467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spc="-50">
                <a:solidFill>
                  <a:srgbClr val="FFFFFF"/>
                </a:solidFill>
                <a:latin typeface="PP Telegraf" pitchFamily="2" charset="77"/>
                <a:cs typeface="Segoe UI"/>
              </a:rPr>
              <a:t>Monitoring Model performance</a:t>
            </a:r>
          </a:p>
        </p:txBody>
      </p:sp>
      <p:sp>
        <p:nvSpPr>
          <p:cNvPr id="9" name="Rectangle: Rounded Corners 22">
            <a:extLst>
              <a:ext uri="{FF2B5EF4-FFF2-40B4-BE49-F238E27FC236}">
                <a16:creationId xmlns:a16="http://schemas.microsoft.com/office/drawing/2014/main" id="{D9D1F392-5E61-1EBB-23F8-5DB7E353CC16}"/>
              </a:ext>
            </a:extLst>
          </p:cNvPr>
          <p:cNvSpPr/>
          <p:nvPr/>
        </p:nvSpPr>
        <p:spPr>
          <a:xfrm>
            <a:off x="3158550" y="2855042"/>
            <a:ext cx="4340325" cy="42047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000000"/>
              </a:solidFill>
              <a:latin typeface="PP Telegraf"/>
            </a:endParaRPr>
          </a:p>
        </p:txBody>
      </p:sp>
      <p:sp>
        <p:nvSpPr>
          <p:cNvPr id="15" name="TextBox 14">
            <a:extLst>
              <a:ext uri="{FF2B5EF4-FFF2-40B4-BE49-F238E27FC236}">
                <a16:creationId xmlns:a16="http://schemas.microsoft.com/office/drawing/2014/main" id="{2804154C-5E2D-0A15-D44D-794A961DF910}"/>
              </a:ext>
            </a:extLst>
          </p:cNvPr>
          <p:cNvSpPr txBox="1"/>
          <p:nvPr/>
        </p:nvSpPr>
        <p:spPr>
          <a:xfrm>
            <a:off x="3273923" y="2901539"/>
            <a:ext cx="4109576" cy="323165"/>
          </a:xfrm>
          <a:prstGeom prst="rect">
            <a:avLst/>
          </a:prstGeom>
          <a:noFill/>
        </p:spPr>
        <p:txBody>
          <a:bodyPr wrap="square" lIns="0" tIns="0" rIns="0" bIns="0" rtlCol="0">
            <a:spAutoFit/>
          </a:bodyPr>
          <a:lstStyle/>
          <a:p>
            <a:pPr algn="ctr">
              <a:defRPr/>
            </a:pPr>
            <a:r>
              <a:rPr lang="en-US" sz="1050">
                <a:solidFill>
                  <a:srgbClr val="FFFFFF"/>
                </a:solidFill>
                <a:latin typeface="PP Telegraf"/>
              </a:rPr>
              <a:t>The overall savings of the project from </a:t>
            </a:r>
            <a:br>
              <a:rPr lang="en-US" sz="1050">
                <a:solidFill>
                  <a:srgbClr val="FFFFFF"/>
                </a:solidFill>
                <a:latin typeface="PP Telegraf"/>
              </a:rPr>
            </a:br>
            <a:r>
              <a:rPr lang="en-US" sz="1050">
                <a:solidFill>
                  <a:srgbClr val="FFFFFF"/>
                </a:solidFill>
                <a:latin typeface="PP Telegraf"/>
              </a:rPr>
              <a:t>year 2021 to 2024 amount to </a:t>
            </a:r>
            <a:r>
              <a:rPr lang="en-US" sz="1050">
                <a:solidFill>
                  <a:srgbClr val="00EDED"/>
                </a:solidFill>
                <a:latin typeface="PP Telegraf"/>
              </a:rPr>
              <a:t>$980 million.</a:t>
            </a:r>
          </a:p>
        </p:txBody>
      </p:sp>
      <p:sp>
        <p:nvSpPr>
          <p:cNvPr id="16" name="TextBox 15">
            <a:extLst>
              <a:ext uri="{FF2B5EF4-FFF2-40B4-BE49-F238E27FC236}">
                <a16:creationId xmlns:a16="http://schemas.microsoft.com/office/drawing/2014/main" id="{12EE3B1C-0FF0-7FAD-B2DC-F7A9526C7DA3}"/>
              </a:ext>
            </a:extLst>
          </p:cNvPr>
          <p:cNvSpPr txBox="1"/>
          <p:nvPr/>
        </p:nvSpPr>
        <p:spPr>
          <a:xfrm>
            <a:off x="3158550" y="910553"/>
            <a:ext cx="4448349" cy="166199"/>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a:rPr>
              <a:t>The LP solution yielded significant financial benefits for Client:</a:t>
            </a:r>
            <a:endParaRPr lang="en-US" sz="1200">
              <a:solidFill>
                <a:srgbClr val="003059"/>
              </a:solidFill>
              <a:latin typeface="PP Telegraf"/>
              <a:ea typeface="Open Sans" panose="020B060603050402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0AB7EE08-B8C9-049D-1CA4-1A18A0A36C8F}"/>
              </a:ext>
            </a:extLst>
          </p:cNvPr>
          <p:cNvSpPr txBox="1"/>
          <p:nvPr/>
        </p:nvSpPr>
        <p:spPr>
          <a:xfrm>
            <a:off x="3158550" y="3394673"/>
            <a:ext cx="4448349" cy="332399"/>
          </a:xfrm>
          <a:prstGeom prst="rect">
            <a:avLst/>
          </a:prstGeom>
          <a:noFill/>
        </p:spPr>
        <p:txBody>
          <a:bodyPr wrap="square" lIns="0" tIns="0" rIns="0" bIns="0" rtlCol="0">
            <a:spAutoFit/>
          </a:bodyPr>
          <a:lstStyle/>
          <a:p>
            <a:pPr defTabSz="914400">
              <a:lnSpc>
                <a:spcPct val="90000"/>
              </a:lnSpc>
              <a:spcBef>
                <a:spcPts val="600"/>
              </a:spcBef>
              <a:defRPr/>
            </a:pPr>
            <a:r>
              <a:rPr lang="en-US" sz="1200">
                <a:solidFill>
                  <a:srgbClr val="003059"/>
                </a:solidFill>
                <a:latin typeface="PP Telegraf"/>
              </a:rPr>
              <a:t>These savings represent a reduction in the Client’s liabilities and losses, directly impacting their bottom line.</a:t>
            </a:r>
            <a:endParaRPr lang="en-US" sz="1200">
              <a:solidFill>
                <a:srgbClr val="003059"/>
              </a:solidFill>
              <a:latin typeface="PP Telegraf"/>
              <a:ea typeface="Open Sans" panose="020B0606030504020204" pitchFamily="34" charset="0"/>
              <a:cs typeface="Open Sans" panose="020B0606030504020204" pitchFamily="34" charset="0"/>
            </a:endParaRPr>
          </a:p>
        </p:txBody>
      </p:sp>
      <p:grpSp>
        <p:nvGrpSpPr>
          <p:cNvPr id="74" name="Group 73">
            <a:extLst>
              <a:ext uri="{FF2B5EF4-FFF2-40B4-BE49-F238E27FC236}">
                <a16:creationId xmlns:a16="http://schemas.microsoft.com/office/drawing/2014/main" id="{84CA9AF6-9990-72C5-AEED-609E8218FA13}"/>
              </a:ext>
            </a:extLst>
          </p:cNvPr>
          <p:cNvGrpSpPr/>
          <p:nvPr/>
        </p:nvGrpSpPr>
        <p:grpSpPr>
          <a:xfrm>
            <a:off x="3124718" y="1150972"/>
            <a:ext cx="4468290" cy="1671460"/>
            <a:chOff x="3261444" y="3718110"/>
            <a:chExt cx="5511853" cy="2166336"/>
          </a:xfrm>
        </p:grpSpPr>
        <p:graphicFrame>
          <p:nvGraphicFramePr>
            <p:cNvPr id="75" name="Content Placeholder 5">
              <a:extLst>
                <a:ext uri="{FF2B5EF4-FFF2-40B4-BE49-F238E27FC236}">
                  <a16:creationId xmlns:a16="http://schemas.microsoft.com/office/drawing/2014/main" id="{B8EE0470-8B7D-9FD2-975D-F7440130DC2A}"/>
                </a:ext>
              </a:extLst>
            </p:cNvPr>
            <p:cNvGraphicFramePr>
              <a:graphicFrameLocks/>
            </p:cNvGraphicFramePr>
            <p:nvPr/>
          </p:nvGraphicFramePr>
          <p:xfrm>
            <a:off x="3633538" y="3973689"/>
            <a:ext cx="5139759" cy="1827036"/>
          </p:xfrm>
          <a:graphic>
            <a:graphicData uri="http://schemas.openxmlformats.org/drawingml/2006/chart">
              <c:chart xmlns:c="http://schemas.openxmlformats.org/drawingml/2006/chart" xmlns:r="http://schemas.openxmlformats.org/officeDocument/2006/relationships" r:id="rId4"/>
            </a:graphicData>
          </a:graphic>
        </p:graphicFrame>
        <p:sp>
          <p:nvSpPr>
            <p:cNvPr id="76" name="TextBox 75">
              <a:extLst>
                <a:ext uri="{FF2B5EF4-FFF2-40B4-BE49-F238E27FC236}">
                  <a16:creationId xmlns:a16="http://schemas.microsoft.com/office/drawing/2014/main" id="{3B5CCFDD-A398-5016-5D0A-0F0704FB2C3F}"/>
                </a:ext>
              </a:extLst>
            </p:cNvPr>
            <p:cNvSpPr txBox="1"/>
            <p:nvPr/>
          </p:nvSpPr>
          <p:spPr>
            <a:xfrm>
              <a:off x="4227919" y="5585271"/>
              <a:ext cx="886238" cy="299175"/>
            </a:xfrm>
            <a:prstGeom prst="rect">
              <a:avLst/>
            </a:prstGeom>
            <a:noFill/>
          </p:spPr>
          <p:txBody>
            <a:bodyPr wrap="square">
              <a:spAutoFit/>
            </a:bodyPr>
            <a:lstStyle/>
            <a:p>
              <a:pPr algn="ctr">
                <a:defRPr/>
              </a:pPr>
              <a:r>
                <a:rPr lang="en-US" sz="900">
                  <a:solidFill>
                    <a:srgbClr val="003059"/>
                  </a:solidFill>
                  <a:latin typeface="PP Telegraf"/>
                </a:rPr>
                <a:t>2021</a:t>
              </a:r>
            </a:p>
          </p:txBody>
        </p:sp>
        <p:sp>
          <p:nvSpPr>
            <p:cNvPr id="77" name="TextBox 76">
              <a:extLst>
                <a:ext uri="{FF2B5EF4-FFF2-40B4-BE49-F238E27FC236}">
                  <a16:creationId xmlns:a16="http://schemas.microsoft.com/office/drawing/2014/main" id="{360B3FDE-C37F-10F3-243B-580D812B7E23}"/>
                </a:ext>
              </a:extLst>
            </p:cNvPr>
            <p:cNvSpPr txBox="1"/>
            <p:nvPr/>
          </p:nvSpPr>
          <p:spPr>
            <a:xfrm>
              <a:off x="5394470" y="5585271"/>
              <a:ext cx="781398" cy="299175"/>
            </a:xfrm>
            <a:prstGeom prst="rect">
              <a:avLst/>
            </a:prstGeom>
            <a:noFill/>
          </p:spPr>
          <p:txBody>
            <a:bodyPr wrap="square">
              <a:spAutoFit/>
            </a:bodyPr>
            <a:lstStyle/>
            <a:p>
              <a:pPr algn="ctr">
                <a:defRPr/>
              </a:pPr>
              <a:r>
                <a:rPr lang="en-US" sz="900">
                  <a:solidFill>
                    <a:srgbClr val="003059"/>
                  </a:solidFill>
                  <a:latin typeface="PP Telegraf"/>
                </a:rPr>
                <a:t>2022</a:t>
              </a:r>
            </a:p>
          </p:txBody>
        </p:sp>
        <p:sp>
          <p:nvSpPr>
            <p:cNvPr id="78" name="TextBox 77">
              <a:extLst>
                <a:ext uri="{FF2B5EF4-FFF2-40B4-BE49-F238E27FC236}">
                  <a16:creationId xmlns:a16="http://schemas.microsoft.com/office/drawing/2014/main" id="{BD8E6C5D-AFA6-03D3-724A-E653D568BD8F}"/>
                </a:ext>
              </a:extLst>
            </p:cNvPr>
            <p:cNvSpPr txBox="1"/>
            <p:nvPr/>
          </p:nvSpPr>
          <p:spPr>
            <a:xfrm>
              <a:off x="6518821" y="5585271"/>
              <a:ext cx="751627" cy="299175"/>
            </a:xfrm>
            <a:prstGeom prst="rect">
              <a:avLst/>
            </a:prstGeom>
            <a:noFill/>
          </p:spPr>
          <p:txBody>
            <a:bodyPr wrap="square">
              <a:spAutoFit/>
            </a:bodyPr>
            <a:lstStyle/>
            <a:p>
              <a:pPr algn="ctr">
                <a:defRPr/>
              </a:pPr>
              <a:r>
                <a:rPr lang="en-US" sz="900">
                  <a:solidFill>
                    <a:srgbClr val="003059"/>
                  </a:solidFill>
                  <a:latin typeface="PP Telegraf"/>
                </a:rPr>
                <a:t>2023</a:t>
              </a:r>
            </a:p>
          </p:txBody>
        </p:sp>
        <p:sp>
          <p:nvSpPr>
            <p:cNvPr id="79" name="TextBox 78">
              <a:extLst>
                <a:ext uri="{FF2B5EF4-FFF2-40B4-BE49-F238E27FC236}">
                  <a16:creationId xmlns:a16="http://schemas.microsoft.com/office/drawing/2014/main" id="{551857C4-97A6-8433-9472-BC4D374D2CFF}"/>
                </a:ext>
              </a:extLst>
            </p:cNvPr>
            <p:cNvSpPr txBox="1"/>
            <p:nvPr/>
          </p:nvSpPr>
          <p:spPr>
            <a:xfrm>
              <a:off x="7644321" y="5585271"/>
              <a:ext cx="760165" cy="299175"/>
            </a:xfrm>
            <a:prstGeom prst="rect">
              <a:avLst/>
            </a:prstGeom>
            <a:noFill/>
          </p:spPr>
          <p:txBody>
            <a:bodyPr wrap="square">
              <a:spAutoFit/>
            </a:bodyPr>
            <a:lstStyle/>
            <a:p>
              <a:pPr algn="ctr">
                <a:defRPr/>
              </a:pPr>
              <a:r>
                <a:rPr lang="en-US" sz="900">
                  <a:solidFill>
                    <a:srgbClr val="003059"/>
                  </a:solidFill>
                  <a:latin typeface="PP Telegraf"/>
                </a:rPr>
                <a:t>2024</a:t>
              </a:r>
            </a:p>
          </p:txBody>
        </p:sp>
        <p:sp>
          <p:nvSpPr>
            <p:cNvPr id="80" name="TextBox 79">
              <a:extLst>
                <a:ext uri="{FF2B5EF4-FFF2-40B4-BE49-F238E27FC236}">
                  <a16:creationId xmlns:a16="http://schemas.microsoft.com/office/drawing/2014/main" id="{58ACA686-89B9-216E-4BBE-13C54E4BD31E}"/>
                </a:ext>
              </a:extLst>
            </p:cNvPr>
            <p:cNvSpPr txBox="1"/>
            <p:nvPr/>
          </p:nvSpPr>
          <p:spPr>
            <a:xfrm>
              <a:off x="3261444" y="3718110"/>
              <a:ext cx="763269" cy="243413"/>
            </a:xfrm>
            <a:prstGeom prst="rect">
              <a:avLst/>
            </a:prstGeom>
            <a:noFill/>
          </p:spPr>
          <p:txBody>
            <a:bodyPr wrap="none" lIns="0" tIns="0" rIns="0" bIns="0" rtlCol="0">
              <a:spAutoFit/>
            </a:bodyPr>
            <a:lstStyle/>
            <a:p>
              <a:pPr algn="just">
                <a:lnSpc>
                  <a:spcPct val="150000"/>
                </a:lnSpc>
                <a:defRPr/>
              </a:pPr>
              <a:r>
                <a:rPr lang="en-US" sz="900">
                  <a:solidFill>
                    <a:srgbClr val="003059"/>
                  </a:solidFill>
                  <a:latin typeface="PP Telegraf"/>
                </a:rPr>
                <a:t>Savings (M)</a:t>
              </a:r>
            </a:p>
          </p:txBody>
        </p:sp>
      </p:grpSp>
      <p:sp>
        <p:nvSpPr>
          <p:cNvPr id="13" name="Title 2">
            <a:extLst>
              <a:ext uri="{FF2B5EF4-FFF2-40B4-BE49-F238E27FC236}">
                <a16:creationId xmlns:a16="http://schemas.microsoft.com/office/drawing/2014/main" id="{3CC22941-88A6-7AAB-954F-79FAF857280B}"/>
              </a:ext>
            </a:extLst>
          </p:cNvPr>
          <p:cNvSpPr>
            <a:spLocks noGrp="1"/>
          </p:cNvSpPr>
          <p:nvPr>
            <p:ph type="title"/>
          </p:nvPr>
        </p:nvSpPr>
        <p:spPr>
          <a:xfrm>
            <a:off x="252761" y="351980"/>
            <a:ext cx="2457779" cy="1163395"/>
          </a:xfrm>
        </p:spPr>
        <p:txBody>
          <a:bodyPr/>
          <a:lstStyle/>
          <a:p>
            <a:r>
              <a:rPr lang="en-US"/>
              <a:t>ML-Driven Price Optimization</a:t>
            </a:r>
          </a:p>
        </p:txBody>
      </p:sp>
      <p:sp>
        <p:nvSpPr>
          <p:cNvPr id="14" name="Rectangle: Rounded Corners 36">
            <a:extLst>
              <a:ext uri="{FF2B5EF4-FFF2-40B4-BE49-F238E27FC236}">
                <a16:creationId xmlns:a16="http://schemas.microsoft.com/office/drawing/2014/main" id="{51C56A51-D26B-7BDA-CC84-0E4189775625}"/>
              </a:ext>
            </a:extLst>
          </p:cNvPr>
          <p:cNvSpPr/>
          <p:nvPr/>
        </p:nvSpPr>
        <p:spPr>
          <a:xfrm>
            <a:off x="0" y="888"/>
            <a:ext cx="3163273" cy="33114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ontserrat" panose="00000500000000000000" pitchFamily="2" charset="0"/>
              </a:rPr>
              <a:t>Pharmacy / Healthcare</a:t>
            </a:r>
          </a:p>
        </p:txBody>
      </p:sp>
    </p:spTree>
    <p:extLst>
      <p:ext uri="{BB962C8B-B14F-4D97-AF65-F5344CB8AC3E}">
        <p14:creationId xmlns:p14="http://schemas.microsoft.com/office/powerpoint/2010/main" val="1336206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278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DE6AC1-17B4-58E1-14EE-77C267384503}"/>
              </a:ext>
            </a:extLst>
          </p:cNvPr>
          <p:cNvSpPr>
            <a:spLocks noGrp="1"/>
          </p:cNvSpPr>
          <p:nvPr>
            <p:ph type="title"/>
          </p:nvPr>
        </p:nvSpPr>
        <p:spPr/>
        <p:txBody>
          <a:bodyPr/>
          <a:lstStyle/>
          <a:p>
            <a:r>
              <a:rPr lang="en-IN">
                <a:latin typeface="+mj-lt"/>
              </a:rPr>
              <a:t>Executive Summary</a:t>
            </a:r>
          </a:p>
        </p:txBody>
      </p:sp>
      <p:sp>
        <p:nvSpPr>
          <p:cNvPr id="4" name="Free-form: Shape 8">
            <a:extLst>
              <a:ext uri="{FF2B5EF4-FFF2-40B4-BE49-F238E27FC236}">
                <a16:creationId xmlns:a16="http://schemas.microsoft.com/office/drawing/2014/main" id="{F90D6DA8-9FED-2598-1BDC-A6D1B9E89D61}"/>
              </a:ext>
            </a:extLst>
          </p:cNvPr>
          <p:cNvSpPr/>
          <p:nvPr/>
        </p:nvSpPr>
        <p:spPr>
          <a:xfrm>
            <a:off x="795" y="1140606"/>
            <a:ext cx="9530403" cy="5107795"/>
          </a:xfrm>
          <a:custGeom>
            <a:avLst/>
            <a:gdLst>
              <a:gd name="connsiteX0" fmla="*/ 1 w 9530403"/>
              <a:gd name="connsiteY0" fmla="*/ 0 h 4588830"/>
              <a:gd name="connsiteX1" fmla="*/ 1412591 w 9530403"/>
              <a:gd name="connsiteY1" fmla="*/ 0 h 4588830"/>
              <a:gd name="connsiteX2" fmla="*/ 1412591 w 9530403"/>
              <a:gd name="connsiteY2" fmla="*/ 2755 h 4588830"/>
              <a:gd name="connsiteX3" fmla="*/ 1467141 w 9530403"/>
              <a:gd name="connsiteY3" fmla="*/ 0 h 4588830"/>
              <a:gd name="connsiteX4" fmla="*/ 8063262 w 9530403"/>
              <a:gd name="connsiteY4" fmla="*/ 0 h 4588830"/>
              <a:gd name="connsiteX5" fmla="*/ 9530403 w 9530403"/>
              <a:gd name="connsiteY5" fmla="*/ 1467141 h 4588830"/>
              <a:gd name="connsiteX6" fmla="*/ 9530403 w 9530403"/>
              <a:gd name="connsiteY6" fmla="*/ 3121689 h 4588830"/>
              <a:gd name="connsiteX7" fmla="*/ 8063262 w 9530403"/>
              <a:gd name="connsiteY7" fmla="*/ 4588830 h 4588830"/>
              <a:gd name="connsiteX8" fmla="*/ 1467141 w 9530403"/>
              <a:gd name="connsiteY8" fmla="*/ 4588830 h 4588830"/>
              <a:gd name="connsiteX9" fmla="*/ 1412591 w 9530403"/>
              <a:gd name="connsiteY9" fmla="*/ 4586076 h 4588830"/>
              <a:gd name="connsiteX10" fmla="*/ 1412591 w 9530403"/>
              <a:gd name="connsiteY10" fmla="*/ 4588830 h 4588830"/>
              <a:gd name="connsiteX11" fmla="*/ 1 w 9530403"/>
              <a:gd name="connsiteY11" fmla="*/ 4588830 h 4588830"/>
              <a:gd name="connsiteX12" fmla="*/ 1 w 9530403"/>
              <a:gd name="connsiteY12" fmla="*/ 3121699 h 4588830"/>
              <a:gd name="connsiteX13" fmla="*/ 0 w 9530403"/>
              <a:gd name="connsiteY13" fmla="*/ 3121689 h 4588830"/>
              <a:gd name="connsiteX14" fmla="*/ 0 w 9530403"/>
              <a:gd name="connsiteY14" fmla="*/ 1467141 h 4588830"/>
              <a:gd name="connsiteX15" fmla="*/ 1 w 9530403"/>
              <a:gd name="connsiteY15" fmla="*/ 1467131 h 458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30403" h="4588830">
                <a:moveTo>
                  <a:pt x="1" y="0"/>
                </a:moveTo>
                <a:lnTo>
                  <a:pt x="1412591" y="0"/>
                </a:lnTo>
                <a:lnTo>
                  <a:pt x="1412591" y="2755"/>
                </a:lnTo>
                <a:lnTo>
                  <a:pt x="1467141" y="0"/>
                </a:lnTo>
                <a:lnTo>
                  <a:pt x="8063262" y="0"/>
                </a:lnTo>
                <a:cubicBezTo>
                  <a:pt x="8873542" y="0"/>
                  <a:pt x="9530403" y="656861"/>
                  <a:pt x="9530403" y="1467141"/>
                </a:cubicBezTo>
                <a:lnTo>
                  <a:pt x="9530403" y="3121689"/>
                </a:lnTo>
                <a:cubicBezTo>
                  <a:pt x="9530403" y="3931969"/>
                  <a:pt x="8873542" y="4588830"/>
                  <a:pt x="8063262" y="4588830"/>
                </a:cubicBezTo>
                <a:lnTo>
                  <a:pt x="1467141" y="4588830"/>
                </a:lnTo>
                <a:lnTo>
                  <a:pt x="1412591" y="4586076"/>
                </a:lnTo>
                <a:lnTo>
                  <a:pt x="1412591" y="4588830"/>
                </a:lnTo>
                <a:lnTo>
                  <a:pt x="1" y="4588830"/>
                </a:lnTo>
                <a:lnTo>
                  <a:pt x="1" y="3121699"/>
                </a:lnTo>
                <a:lnTo>
                  <a:pt x="0" y="3121689"/>
                </a:lnTo>
                <a:lnTo>
                  <a:pt x="0" y="1467141"/>
                </a:lnTo>
                <a:lnTo>
                  <a:pt x="1" y="1467131"/>
                </a:lnTo>
                <a:close/>
              </a:path>
            </a:pathLst>
          </a:custGeom>
          <a:solidFill>
            <a:srgbClr val="F2F2F2">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FFFFFF"/>
              </a:solidFill>
              <a:latin typeface="Montserrat" panose="00000500000000000000" pitchFamily="2" charset="0"/>
            </a:endParaRPr>
          </a:p>
        </p:txBody>
      </p:sp>
      <p:sp>
        <p:nvSpPr>
          <p:cNvPr id="5" name="Text Placeholder 1">
            <a:extLst>
              <a:ext uri="{FF2B5EF4-FFF2-40B4-BE49-F238E27FC236}">
                <a16:creationId xmlns:a16="http://schemas.microsoft.com/office/drawing/2014/main" id="{943D2805-976C-4B02-30C6-7FFD30F9BFB4}"/>
              </a:ext>
            </a:extLst>
          </p:cNvPr>
          <p:cNvSpPr>
            <a:spLocks noGrp="1"/>
          </p:cNvSpPr>
          <p:nvPr>
            <p:ph type="body" sz="quarter" idx="14"/>
          </p:nvPr>
        </p:nvSpPr>
        <p:spPr>
          <a:xfrm>
            <a:off x="9035071" y="2344796"/>
            <a:ext cx="2834702" cy="3324484"/>
          </a:xfrm>
          <a:prstGeom prst="wedgeRoundRectCallout">
            <a:avLst>
              <a:gd name="adj1" fmla="val 24611"/>
              <a:gd name="adj2" fmla="val 57120"/>
              <a:gd name="adj3" fmla="val 16667"/>
            </a:avLst>
          </a:prstGeom>
          <a:solidFill>
            <a:schemeClr val="bg2"/>
          </a:solidFill>
          <a:ln>
            <a:solidFill>
              <a:schemeClr val="accent6"/>
            </a:solidFill>
          </a:ln>
        </p:spPr>
        <p:style>
          <a:lnRef idx="1">
            <a:schemeClr val="accent5"/>
          </a:lnRef>
          <a:fillRef idx="2">
            <a:schemeClr val="accent5"/>
          </a:fillRef>
          <a:effectRef idx="1">
            <a:schemeClr val="accent5"/>
          </a:effectRef>
          <a:fontRef idx="minor">
            <a:schemeClr val="dk1"/>
          </a:fontRef>
        </p:style>
        <p:txBody>
          <a:bodyPr/>
          <a:lstStyle/>
          <a:p>
            <a:pPr algn="just"/>
            <a:endParaRPr lang="en-GB" sz="1600" b="1" i="1"/>
          </a:p>
        </p:txBody>
      </p:sp>
      <p:sp>
        <p:nvSpPr>
          <p:cNvPr id="6" name="TextBox 5">
            <a:extLst>
              <a:ext uri="{FF2B5EF4-FFF2-40B4-BE49-F238E27FC236}">
                <a16:creationId xmlns:a16="http://schemas.microsoft.com/office/drawing/2014/main" id="{66C9AB7D-F127-2FA8-97A1-DB341C417325}"/>
              </a:ext>
            </a:extLst>
          </p:cNvPr>
          <p:cNvSpPr txBox="1"/>
          <p:nvPr/>
        </p:nvSpPr>
        <p:spPr>
          <a:xfrm>
            <a:off x="9035072" y="3176041"/>
            <a:ext cx="2834701" cy="1754326"/>
          </a:xfrm>
          <a:prstGeom prst="rect">
            <a:avLst/>
          </a:prstGeom>
          <a:noFill/>
        </p:spPr>
        <p:txBody>
          <a:bodyPr wrap="square">
            <a:spAutoFit/>
          </a:bodyPr>
          <a:lstStyle/>
          <a:p>
            <a:pPr algn="ctr" defTabSz="914400"/>
            <a:r>
              <a:rPr lang="en-US" sz="2400" b="1">
                <a:solidFill>
                  <a:srgbClr val="FFFFFF"/>
                </a:solidFill>
                <a:latin typeface="Montserrat" panose="00000500000000000000" pitchFamily="2" charset="0"/>
              </a:rPr>
              <a:t>JetBlue </a:t>
            </a:r>
            <a:br>
              <a:rPr lang="en-US" sz="2400" b="1">
                <a:solidFill>
                  <a:srgbClr val="FFFFFF"/>
                </a:solidFill>
                <a:latin typeface="Montserrat" panose="00000500000000000000" pitchFamily="2" charset="0"/>
              </a:rPr>
            </a:br>
            <a:r>
              <a:rPr lang="en-US" sz="2400" b="1">
                <a:solidFill>
                  <a:srgbClr val="FFFFFF"/>
                </a:solidFill>
                <a:latin typeface="Montserrat" panose="00000500000000000000" pitchFamily="2" charset="0"/>
              </a:rPr>
              <a:t>+ Blend </a:t>
            </a:r>
          </a:p>
          <a:p>
            <a:pPr algn="ctr" defTabSz="914400"/>
            <a:r>
              <a:rPr lang="en-US" sz="2400" b="1">
                <a:solidFill>
                  <a:srgbClr val="FFFFFF"/>
                </a:solidFill>
                <a:latin typeface="Montserrat" panose="00000500000000000000" pitchFamily="2" charset="0"/>
              </a:rPr>
              <a:t>= </a:t>
            </a:r>
          </a:p>
          <a:p>
            <a:pPr algn="ctr" defTabSz="914400"/>
            <a:r>
              <a:rPr lang="en-GB" b="1" i="1">
                <a:solidFill>
                  <a:schemeClr val="accent2"/>
                </a:solidFill>
                <a:latin typeface="Montserrat" panose="00000500000000000000" pitchFamily="2" charset="0"/>
              </a:rPr>
              <a:t>Personalization </a:t>
            </a:r>
            <a:br>
              <a:rPr lang="en-GB" b="1" i="1">
                <a:solidFill>
                  <a:schemeClr val="accent2"/>
                </a:solidFill>
                <a:latin typeface="Montserrat" panose="00000500000000000000" pitchFamily="2" charset="0"/>
              </a:rPr>
            </a:br>
            <a:r>
              <a:rPr lang="en-GB" b="1" i="1">
                <a:solidFill>
                  <a:schemeClr val="accent2"/>
                </a:solidFill>
                <a:latin typeface="Montserrat" panose="00000500000000000000" pitchFamily="2" charset="0"/>
              </a:rPr>
              <a:t>at Scale</a:t>
            </a:r>
          </a:p>
        </p:txBody>
      </p:sp>
      <p:sp>
        <p:nvSpPr>
          <p:cNvPr id="7" name="TextBox 6">
            <a:extLst>
              <a:ext uri="{FF2B5EF4-FFF2-40B4-BE49-F238E27FC236}">
                <a16:creationId xmlns:a16="http://schemas.microsoft.com/office/drawing/2014/main" id="{A595B3A0-E4EF-9CDA-3E58-2E0A0A89AA8E}"/>
              </a:ext>
            </a:extLst>
          </p:cNvPr>
          <p:cNvSpPr txBox="1"/>
          <p:nvPr/>
        </p:nvSpPr>
        <p:spPr>
          <a:xfrm>
            <a:off x="323815" y="1500926"/>
            <a:ext cx="8607905" cy="4278094"/>
          </a:xfrm>
          <a:prstGeom prst="rect">
            <a:avLst/>
          </a:prstGeom>
          <a:noFill/>
        </p:spPr>
        <p:txBody>
          <a:bodyPr wrap="square" rtlCol="0" anchor="ctr">
            <a:spAutoFit/>
          </a:bodyPr>
          <a:lstStyle/>
          <a:p>
            <a:pPr defTabSz="914400"/>
            <a:r>
              <a:rPr lang="en-GB" sz="1600">
                <a:solidFill>
                  <a:srgbClr val="000000"/>
                </a:solidFill>
                <a:latin typeface="Montserrat" panose="00000500000000000000" pitchFamily="2" charset="0"/>
              </a:rPr>
              <a:t>JetBlue has clear ambition to drive better customer experience through personalization. A strong data foundation and in-house talent set the stage, but a defined vision and plan of attack is needed to unite fragmented efforts and produce meaningful impact. </a:t>
            </a:r>
          </a:p>
          <a:p>
            <a:pPr defTabSz="914400"/>
            <a:endParaRPr lang="en-US" sz="1600">
              <a:solidFill>
                <a:srgbClr val="000000"/>
              </a:solidFill>
              <a:latin typeface="Montserrat" panose="00000500000000000000" pitchFamily="2" charset="0"/>
            </a:endParaRPr>
          </a:p>
          <a:p>
            <a:pPr defTabSz="914400"/>
            <a:r>
              <a:rPr lang="en-US" sz="1600" b="1">
                <a:solidFill>
                  <a:srgbClr val="000000"/>
                </a:solidFill>
                <a:latin typeface="Montserrat" panose="00000500000000000000" pitchFamily="2" charset="0"/>
              </a:rPr>
              <a:t>Current Challenges:</a:t>
            </a:r>
          </a:p>
          <a:p>
            <a:pPr marL="742950" lvl="1" indent="-285750" defTabSz="914400">
              <a:buFont typeface="Arial" panose="020B0604020202020204" pitchFamily="34" charset="0"/>
              <a:buChar char="•"/>
            </a:pPr>
            <a:r>
              <a:rPr lang="en-US" sz="1600" b="1">
                <a:solidFill>
                  <a:srgbClr val="000000"/>
                </a:solidFill>
                <a:latin typeface="Montserrat" panose="00000500000000000000" pitchFamily="2" charset="0"/>
              </a:rPr>
              <a:t>Siloed Efforts </a:t>
            </a:r>
            <a:r>
              <a:rPr lang="en-US" sz="1600">
                <a:solidFill>
                  <a:srgbClr val="000000"/>
                </a:solidFill>
                <a:latin typeface="Montserrat" panose="00000500000000000000" pitchFamily="2" charset="0"/>
              </a:rPr>
              <a:t>– </a:t>
            </a:r>
            <a:r>
              <a:rPr lang="en-GB" sz="1600">
                <a:solidFill>
                  <a:srgbClr val="000000"/>
                </a:solidFill>
                <a:latin typeface="Montserrat" panose="00000500000000000000" pitchFamily="2" charset="0"/>
              </a:rPr>
              <a:t>Teams are moving with good intent but in isolation</a:t>
            </a:r>
          </a:p>
          <a:p>
            <a:pPr marL="742950" lvl="1" indent="-285750" defTabSz="914400">
              <a:buFont typeface="Arial" panose="020B0604020202020204" pitchFamily="34" charset="0"/>
              <a:buChar char="•"/>
            </a:pPr>
            <a:r>
              <a:rPr lang="en-US" sz="1600" b="1">
                <a:solidFill>
                  <a:srgbClr val="000000"/>
                </a:solidFill>
                <a:latin typeface="Montserrat" panose="00000500000000000000" pitchFamily="2" charset="0"/>
              </a:rPr>
              <a:t>Missing Orchestration </a:t>
            </a:r>
            <a:r>
              <a:rPr lang="en-US" sz="1600">
                <a:solidFill>
                  <a:srgbClr val="000000"/>
                </a:solidFill>
                <a:latin typeface="Montserrat" panose="00000500000000000000" pitchFamily="2" charset="0"/>
              </a:rPr>
              <a:t>– Organization is seeking a </a:t>
            </a:r>
            <a:r>
              <a:rPr lang="en-GB" sz="1600">
                <a:solidFill>
                  <a:srgbClr val="000000"/>
                </a:solidFill>
                <a:latin typeface="Montserrat" panose="00000500000000000000" pitchFamily="2" charset="0"/>
              </a:rPr>
              <a:t>unified vision and execution plan to bring ideas to life</a:t>
            </a:r>
          </a:p>
          <a:p>
            <a:pPr lvl="1" defTabSz="914400"/>
            <a:endParaRPr lang="en-US" sz="1600">
              <a:solidFill>
                <a:srgbClr val="000000"/>
              </a:solidFill>
              <a:latin typeface="Montserrat" panose="00000500000000000000" pitchFamily="2" charset="0"/>
            </a:endParaRPr>
          </a:p>
          <a:p>
            <a:pPr defTabSz="914400"/>
            <a:r>
              <a:rPr lang="en-US" sz="1600" b="1">
                <a:solidFill>
                  <a:srgbClr val="000000"/>
                </a:solidFill>
                <a:latin typeface="Montserrat" panose="00000500000000000000" pitchFamily="2" charset="0"/>
              </a:rPr>
              <a:t>How Blend Can Help:</a:t>
            </a:r>
          </a:p>
          <a:p>
            <a:pPr marL="742950" lvl="1" indent="-285750" defTabSz="914400">
              <a:buFont typeface="Arial" panose="020B0604020202020204" pitchFamily="34" charset="0"/>
              <a:buChar char="•"/>
            </a:pPr>
            <a:r>
              <a:rPr lang="en-GB" sz="1600" b="1">
                <a:solidFill>
                  <a:srgbClr val="000000"/>
                </a:solidFill>
                <a:latin typeface="Montserrat" panose="00000500000000000000" pitchFamily="2" charset="0"/>
              </a:rPr>
              <a:t>Lead a 12-Week Cross-Functional Alignment</a:t>
            </a:r>
            <a:r>
              <a:rPr lang="en-US" sz="1600">
                <a:solidFill>
                  <a:srgbClr val="000000"/>
                </a:solidFill>
                <a:latin typeface="Montserrat" panose="00000500000000000000" pitchFamily="2" charset="0"/>
              </a:rPr>
              <a:t> consisting of vision </a:t>
            </a:r>
            <a:r>
              <a:rPr lang="en-GB" sz="1600">
                <a:solidFill>
                  <a:srgbClr val="000000"/>
                </a:solidFill>
                <a:latin typeface="Montserrat" panose="00000500000000000000" pitchFamily="2" charset="0"/>
              </a:rPr>
              <a:t>definition, capability mapping, and activation planning</a:t>
            </a:r>
          </a:p>
          <a:p>
            <a:pPr marL="742950" lvl="1" indent="-285750" defTabSz="914400">
              <a:buFont typeface="Arial" panose="020B0604020202020204" pitchFamily="34" charset="0"/>
              <a:buChar char="•"/>
            </a:pPr>
            <a:r>
              <a:rPr lang="en-GB" sz="1600" b="1">
                <a:solidFill>
                  <a:srgbClr val="000000"/>
                </a:solidFill>
                <a:latin typeface="Montserrat" panose="00000500000000000000" pitchFamily="2" charset="0"/>
              </a:rPr>
              <a:t>Unify Teams</a:t>
            </a:r>
            <a:r>
              <a:rPr lang="en-US" sz="1600" b="1">
                <a:solidFill>
                  <a:srgbClr val="000000"/>
                </a:solidFill>
                <a:latin typeface="Montserrat" panose="00000500000000000000" pitchFamily="2" charset="0"/>
              </a:rPr>
              <a:t> </a:t>
            </a:r>
            <a:r>
              <a:rPr lang="en-US" sz="1600">
                <a:solidFill>
                  <a:srgbClr val="000000"/>
                </a:solidFill>
                <a:latin typeface="Montserrat" panose="00000500000000000000" pitchFamily="2" charset="0"/>
              </a:rPr>
              <a:t>by developing a </a:t>
            </a:r>
            <a:r>
              <a:rPr lang="en-GB" sz="1600">
                <a:solidFill>
                  <a:srgbClr val="000000"/>
                </a:solidFill>
                <a:latin typeface="Montserrat" panose="00000500000000000000" pitchFamily="2" charset="0"/>
              </a:rPr>
              <a:t>shared North Star, clear ownership models, and coordinated execution</a:t>
            </a:r>
          </a:p>
          <a:p>
            <a:pPr marL="742950" lvl="1" indent="-285750" defTabSz="914400">
              <a:buFont typeface="Arial" panose="020B0604020202020204" pitchFamily="34" charset="0"/>
              <a:buChar char="•"/>
            </a:pPr>
            <a:r>
              <a:rPr lang="en-US" sz="1600" b="1">
                <a:solidFill>
                  <a:srgbClr val="000000"/>
                </a:solidFill>
                <a:latin typeface="Montserrat" panose="00000500000000000000" pitchFamily="2" charset="0"/>
              </a:rPr>
              <a:t>Deliver Shovel-Ready Plans </a:t>
            </a:r>
            <a:r>
              <a:rPr lang="en-US" sz="1600">
                <a:solidFill>
                  <a:srgbClr val="000000"/>
                </a:solidFill>
                <a:latin typeface="Montserrat" panose="00000500000000000000" pitchFamily="2" charset="0"/>
              </a:rPr>
              <a:t>consisting of p</a:t>
            </a:r>
            <a:r>
              <a:rPr lang="en-GB" sz="1600" err="1">
                <a:solidFill>
                  <a:srgbClr val="000000"/>
                </a:solidFill>
                <a:latin typeface="Montserrat" panose="00000500000000000000" pitchFamily="2" charset="0"/>
              </a:rPr>
              <a:t>rioritized</a:t>
            </a:r>
            <a:r>
              <a:rPr lang="en-GB" sz="1600">
                <a:solidFill>
                  <a:srgbClr val="000000"/>
                </a:solidFill>
                <a:latin typeface="Montserrat" panose="00000500000000000000" pitchFamily="2" charset="0"/>
              </a:rPr>
              <a:t> use cases, team workplans, and ROI narratives for leadership</a:t>
            </a:r>
            <a:endParaRPr lang="en-US" sz="1600">
              <a:solidFill>
                <a:srgbClr val="000000"/>
              </a:solidFill>
              <a:latin typeface="Montserrat" panose="00000500000000000000" pitchFamily="2" charset="0"/>
            </a:endParaRPr>
          </a:p>
        </p:txBody>
      </p:sp>
    </p:spTree>
    <p:extLst>
      <p:ext uri="{BB962C8B-B14F-4D97-AF65-F5344CB8AC3E}">
        <p14:creationId xmlns:p14="http://schemas.microsoft.com/office/powerpoint/2010/main" val="4138315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ABF13C-4A1D-1AC1-3C81-D57C46AFC24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CF03AC-79A4-A972-9E0E-250D0183F0FB}"/>
              </a:ext>
            </a:extLst>
          </p:cNvPr>
          <p:cNvSpPr>
            <a:spLocks noGrp="1"/>
          </p:cNvSpPr>
          <p:nvPr>
            <p:ph type="body" sz="quarter" idx="14"/>
          </p:nvPr>
        </p:nvSpPr>
        <p:spPr>
          <a:xfrm>
            <a:off x="365825" y="1373062"/>
            <a:ext cx="8419956" cy="5122806"/>
          </a:xfrm>
        </p:spPr>
        <p:txBody>
          <a:bodyPr>
            <a:normAutofit/>
          </a:bodyPr>
          <a:lstStyle/>
          <a:p>
            <a:r>
              <a:rPr lang="en-US" sz="1600" b="1" u="sng">
                <a:solidFill>
                  <a:schemeClr val="bg1"/>
                </a:solidFill>
                <a:latin typeface="Aptos" panose="020B0004020202020204" pitchFamily="34" charset="0"/>
              </a:rPr>
              <a:t>Overview</a:t>
            </a:r>
            <a:r>
              <a:rPr lang="en-US" sz="1600">
                <a:solidFill>
                  <a:schemeClr val="bg1"/>
                </a:solidFill>
                <a:latin typeface="Aptos" panose="020B0004020202020204" pitchFamily="34" charset="0"/>
              </a:rPr>
              <a:t>:</a:t>
            </a:r>
          </a:p>
          <a:p>
            <a:r>
              <a:rPr lang="en-US" sz="1200">
                <a:latin typeface="Aptos" panose="020B0004020202020204" pitchFamily="34" charset="0"/>
              </a:rPr>
              <a:t>A major media and entertainment company sought to modernize and scale its marketing data science operations. The client’s internal teams were challenged with fragmented machine learning (ML) development, slow deployment timelines, limited monitoring, and inconsistent model performance across global initiatives.</a:t>
            </a:r>
          </a:p>
          <a:p>
            <a:r>
              <a:rPr lang="en-US" sz="1400" b="1" u="sng">
                <a:latin typeface="Aptos" panose="020B0004020202020204" pitchFamily="34" charset="0"/>
              </a:rPr>
              <a:t>Challenge:</a:t>
            </a:r>
          </a:p>
          <a:p>
            <a:r>
              <a:rPr lang="en-US" sz="1200">
                <a:latin typeface="Aptos" panose="020B0004020202020204" pitchFamily="34" charset="0"/>
              </a:rPr>
              <a:t>The client’s marketing data science team was responsible for developing models that support cross-channel attribution and audience propensity scoring. However, they faced:</a:t>
            </a:r>
          </a:p>
          <a:p>
            <a:pPr marL="285750" indent="-285750">
              <a:spcBef>
                <a:spcPts val="0"/>
              </a:spcBef>
              <a:buFont typeface="Arial" panose="020B0604020202020204" pitchFamily="34" charset="0"/>
              <a:buChar char="•"/>
            </a:pPr>
            <a:r>
              <a:rPr lang="en-US" sz="1200" b="1">
                <a:latin typeface="Aptos" panose="020B0004020202020204" pitchFamily="34" charset="0"/>
              </a:rPr>
              <a:t>Operational Bottlenecks</a:t>
            </a:r>
            <a:r>
              <a:rPr lang="en-US" sz="1200">
                <a:latin typeface="Aptos" panose="020B0004020202020204" pitchFamily="34" charset="0"/>
              </a:rPr>
              <a:t>: Long model deployment cycles and manual model operations.</a:t>
            </a:r>
          </a:p>
          <a:p>
            <a:pPr marL="285750" indent="-285750">
              <a:spcBef>
                <a:spcPts val="0"/>
              </a:spcBef>
              <a:buFont typeface="Arial" panose="020B0604020202020204" pitchFamily="34" charset="0"/>
              <a:buChar char="•"/>
            </a:pPr>
            <a:r>
              <a:rPr lang="en-US" sz="1200" b="1">
                <a:latin typeface="Aptos" panose="020B0004020202020204" pitchFamily="34" charset="0"/>
              </a:rPr>
              <a:t>Low Visibility</a:t>
            </a:r>
            <a:r>
              <a:rPr lang="en-US" sz="1200">
                <a:latin typeface="Aptos" panose="020B0004020202020204" pitchFamily="34" charset="0"/>
              </a:rPr>
              <a:t>: No centralized system for model monitoring, reproducibility, or collaboration.</a:t>
            </a:r>
          </a:p>
          <a:p>
            <a:pPr marL="285750" indent="-285750">
              <a:spcBef>
                <a:spcPts val="0"/>
              </a:spcBef>
              <a:buFont typeface="Arial" panose="020B0604020202020204" pitchFamily="34" charset="0"/>
              <a:buChar char="•"/>
            </a:pPr>
            <a:r>
              <a:rPr lang="en-US" sz="1200" b="1">
                <a:latin typeface="Aptos" panose="020B0004020202020204" pitchFamily="34" charset="0"/>
              </a:rPr>
              <a:t>Inefficiencies at Scale</a:t>
            </a:r>
            <a:r>
              <a:rPr lang="en-US" sz="1200">
                <a:latin typeface="Aptos" panose="020B0004020202020204" pitchFamily="34" charset="0"/>
              </a:rPr>
              <a:t>: Inability to support the growing demand for models and ensure reliability under production-grade workloads.</a:t>
            </a:r>
          </a:p>
          <a:p>
            <a:pPr marL="285750" indent="-285750">
              <a:spcBef>
                <a:spcPts val="0"/>
              </a:spcBef>
              <a:buFont typeface="Arial" panose="020B0604020202020204" pitchFamily="34" charset="0"/>
              <a:buChar char="•"/>
            </a:pPr>
            <a:r>
              <a:rPr lang="en-US" sz="1200" b="1">
                <a:latin typeface="Aptos" panose="020B0004020202020204" pitchFamily="34" charset="0"/>
              </a:rPr>
              <a:t>Cloud Cost Waste</a:t>
            </a:r>
            <a:r>
              <a:rPr lang="en-US" sz="1200">
                <a:latin typeface="Aptos" panose="020B0004020202020204" pitchFamily="34" charset="0"/>
              </a:rPr>
              <a:t>: Ineffective resource management across Databricks, Snowflake, and AWS environments.</a:t>
            </a:r>
          </a:p>
          <a:p>
            <a:r>
              <a:rPr lang="en-US" sz="1300" b="1" u="sng">
                <a:latin typeface="Aptos" panose="020B0004020202020204" pitchFamily="34" charset="0"/>
              </a:rPr>
              <a:t>Solution:</a:t>
            </a:r>
          </a:p>
          <a:p>
            <a:pPr>
              <a:spcBef>
                <a:spcPts val="0"/>
              </a:spcBef>
            </a:pPr>
            <a:r>
              <a:rPr lang="en-US" sz="1200" b="1">
                <a:latin typeface="Aptos" panose="020B0004020202020204" pitchFamily="34" charset="0"/>
              </a:rPr>
              <a:t>Blend designed and executed a 10-week </a:t>
            </a:r>
            <a:r>
              <a:rPr lang="en-US" sz="1200" b="1" err="1">
                <a:latin typeface="Aptos" panose="020B0004020202020204" pitchFamily="34" charset="0"/>
              </a:rPr>
              <a:t>MLOps</a:t>
            </a:r>
            <a:r>
              <a:rPr lang="en-US" sz="1200" b="1">
                <a:latin typeface="Aptos" panose="020B0004020202020204" pitchFamily="34" charset="0"/>
              </a:rPr>
              <a:t> pilot program</a:t>
            </a:r>
            <a:r>
              <a:rPr lang="en-US" sz="1200">
                <a:latin typeface="Aptos" panose="020B0004020202020204" pitchFamily="34" charset="0"/>
              </a:rPr>
              <a:t> to implement a baseline </a:t>
            </a:r>
            <a:r>
              <a:rPr lang="en-US" sz="1200" err="1">
                <a:latin typeface="Aptos" panose="020B0004020202020204" pitchFamily="34" charset="0"/>
              </a:rPr>
              <a:t>MLOps</a:t>
            </a:r>
            <a:r>
              <a:rPr lang="en-US" sz="1200">
                <a:latin typeface="Aptos" panose="020B0004020202020204" pitchFamily="34" charset="0"/>
              </a:rPr>
              <a:t> framework using </a:t>
            </a:r>
            <a:r>
              <a:rPr lang="en-US" sz="1200" err="1">
                <a:latin typeface="Aptos" panose="020B0004020202020204" pitchFamily="34" charset="0"/>
              </a:rPr>
              <a:t>MLFlow</a:t>
            </a:r>
            <a:r>
              <a:rPr lang="en-US" sz="1200">
                <a:latin typeface="Aptos" panose="020B0004020202020204" pitchFamily="34" charset="0"/>
              </a:rPr>
              <a:t>, GitHub, and Confluence, focusing on two high-priority use cases:</a:t>
            </a:r>
          </a:p>
          <a:p>
            <a:pPr marL="171450" indent="-171450">
              <a:spcBef>
                <a:spcPts val="0"/>
              </a:spcBef>
              <a:buFont typeface="Arial" panose="020B0604020202020204" pitchFamily="34" charset="0"/>
              <a:buChar char="•"/>
            </a:pPr>
            <a:r>
              <a:rPr lang="en-US" sz="1200" b="1">
                <a:latin typeface="Aptos" panose="020B0004020202020204" pitchFamily="34" charset="0"/>
              </a:rPr>
              <a:t>Cross-Channel Attribution Model</a:t>
            </a:r>
            <a:endParaRPr lang="en-US" sz="1200">
              <a:latin typeface="Aptos" panose="020B0004020202020204" pitchFamily="34" charset="0"/>
            </a:endParaRPr>
          </a:p>
          <a:p>
            <a:pPr marL="171450" indent="-171450">
              <a:spcBef>
                <a:spcPts val="0"/>
              </a:spcBef>
              <a:buFont typeface="Arial" panose="020B0604020202020204" pitchFamily="34" charset="0"/>
              <a:buChar char="•"/>
            </a:pPr>
            <a:r>
              <a:rPr lang="en-US" sz="1200" b="1">
                <a:latin typeface="Aptos" panose="020B0004020202020204" pitchFamily="34" charset="0"/>
              </a:rPr>
              <a:t>Theme Park Enthusiast Propensity Model</a:t>
            </a:r>
          </a:p>
          <a:p>
            <a:pPr marL="171450" indent="-171450">
              <a:spcBef>
                <a:spcPts val="0"/>
              </a:spcBef>
              <a:buFont typeface="Arial" panose="020B0604020202020204" pitchFamily="34" charset="0"/>
              <a:buChar char="•"/>
            </a:pPr>
            <a:endParaRPr lang="en-US" sz="1200" b="1">
              <a:latin typeface="Aptos" panose="020B0004020202020204" pitchFamily="34" charset="0"/>
            </a:endParaRPr>
          </a:p>
          <a:p>
            <a:pPr>
              <a:spcBef>
                <a:spcPts val="0"/>
              </a:spcBef>
            </a:pPr>
            <a:r>
              <a:rPr lang="en-US" sz="1200">
                <a:latin typeface="Aptos" panose="020B0004020202020204" pitchFamily="34" charset="0"/>
              </a:rPr>
              <a:t>This Engagement Included</a:t>
            </a:r>
          </a:p>
          <a:p>
            <a:pPr marL="285750" indent="-285750">
              <a:spcBef>
                <a:spcPts val="0"/>
              </a:spcBef>
              <a:buFont typeface="Arial" panose="020B0604020202020204" pitchFamily="34" charset="0"/>
              <a:buChar char="•"/>
            </a:pPr>
            <a:r>
              <a:rPr lang="en-US" sz="1300">
                <a:latin typeface="Aptos" panose="020B0004020202020204" pitchFamily="34" charset="0"/>
              </a:rPr>
              <a:t>A structured </a:t>
            </a:r>
            <a:r>
              <a:rPr lang="en-US" sz="1300" b="1">
                <a:latin typeface="Aptos" panose="020B0004020202020204" pitchFamily="34" charset="0"/>
              </a:rPr>
              <a:t>Discover → Design → Implement</a:t>
            </a:r>
            <a:r>
              <a:rPr lang="en-US" sz="1300">
                <a:latin typeface="Aptos" panose="020B0004020202020204" pitchFamily="34" charset="0"/>
              </a:rPr>
              <a:t> methodology.</a:t>
            </a:r>
          </a:p>
          <a:p>
            <a:pPr marL="285750" indent="-285750">
              <a:spcBef>
                <a:spcPts val="0"/>
              </a:spcBef>
              <a:buFont typeface="Arial" panose="020B0604020202020204" pitchFamily="34" charset="0"/>
              <a:buChar char="•"/>
            </a:pPr>
            <a:r>
              <a:rPr lang="en-US" sz="1300">
                <a:latin typeface="Aptos" panose="020B0004020202020204" pitchFamily="34" charset="0"/>
              </a:rPr>
              <a:t>A scalable CI/CD pipeline automating model deployment, testing, and monitoring.</a:t>
            </a:r>
          </a:p>
          <a:p>
            <a:pPr marL="285750" indent="-285750">
              <a:spcBef>
                <a:spcPts val="0"/>
              </a:spcBef>
              <a:buFont typeface="Arial" panose="020B0604020202020204" pitchFamily="34" charset="0"/>
              <a:buChar char="•"/>
            </a:pPr>
            <a:r>
              <a:rPr lang="en-US" sz="1300">
                <a:latin typeface="Aptos" panose="020B0004020202020204" pitchFamily="34" charset="0"/>
              </a:rPr>
              <a:t>Documentation of architectural blueprints, performance metrics, and a playbook for future </a:t>
            </a:r>
            <a:r>
              <a:rPr lang="en-US" sz="1300" err="1">
                <a:latin typeface="Aptos" panose="020B0004020202020204" pitchFamily="34" charset="0"/>
              </a:rPr>
              <a:t>MLOps</a:t>
            </a:r>
            <a:r>
              <a:rPr lang="en-US" sz="1300">
                <a:latin typeface="Aptos" panose="020B0004020202020204" pitchFamily="34" charset="0"/>
              </a:rPr>
              <a:t> operations.</a:t>
            </a:r>
          </a:p>
          <a:p>
            <a:pPr marL="285750" indent="-285750">
              <a:spcBef>
                <a:spcPts val="0"/>
              </a:spcBef>
              <a:buFont typeface="Arial" panose="020B0604020202020204" pitchFamily="34" charset="0"/>
              <a:buChar char="•"/>
            </a:pPr>
            <a:r>
              <a:rPr lang="en-US" sz="1300">
                <a:latin typeface="Aptos" panose="020B0004020202020204" pitchFamily="34" charset="0"/>
              </a:rPr>
              <a:t>Close collaboration across Audience Science and Measurement Science teams with defined KPIs, stakeholder governance, and ongoing feedback loops.</a:t>
            </a:r>
          </a:p>
          <a:p>
            <a:endParaRPr lang="en-US" sz="1300" b="1" u="sng">
              <a:latin typeface="Aptos" panose="020B0004020202020204" pitchFamily="34" charset="0"/>
            </a:endParaRPr>
          </a:p>
          <a:p>
            <a:endParaRPr lang="en-US" sz="1600" b="1" u="sng">
              <a:latin typeface="Aptos" panose="020B0004020202020204" pitchFamily="34" charset="0"/>
            </a:endParaRPr>
          </a:p>
          <a:p>
            <a:endParaRPr lang="en-US" sz="1600">
              <a:latin typeface="Aptos" panose="020B0004020202020204" pitchFamily="34" charset="0"/>
            </a:endParaRPr>
          </a:p>
        </p:txBody>
      </p:sp>
      <p:sp>
        <p:nvSpPr>
          <p:cNvPr id="3" name="Title 2">
            <a:extLst>
              <a:ext uri="{FF2B5EF4-FFF2-40B4-BE49-F238E27FC236}">
                <a16:creationId xmlns:a16="http://schemas.microsoft.com/office/drawing/2014/main" id="{63AD9813-FF1F-4E24-E2BA-C6BF8B122D31}"/>
              </a:ext>
            </a:extLst>
          </p:cNvPr>
          <p:cNvSpPr>
            <a:spLocks noGrp="1"/>
          </p:cNvSpPr>
          <p:nvPr>
            <p:ph type="title"/>
          </p:nvPr>
        </p:nvSpPr>
        <p:spPr>
          <a:xfrm>
            <a:off x="365823" y="362132"/>
            <a:ext cx="8863848" cy="769441"/>
          </a:xfrm>
        </p:spPr>
        <p:txBody>
          <a:bodyPr/>
          <a:lstStyle/>
          <a:p>
            <a:r>
              <a:rPr lang="en-US" sz="3200" b="1"/>
              <a:t>Highlighted Case Study</a:t>
            </a:r>
            <a:r>
              <a:rPr lang="en-US" sz="3200"/>
              <a:t>: </a:t>
            </a:r>
            <a:br>
              <a:rPr lang="en-US" sz="3200"/>
            </a:br>
            <a:r>
              <a:rPr lang="en-US" sz="1800">
                <a:solidFill>
                  <a:schemeClr val="accent2">
                    <a:lumMod val="50000"/>
                  </a:schemeClr>
                </a:solidFill>
              </a:rPr>
              <a:t>Accelerating </a:t>
            </a:r>
            <a:r>
              <a:rPr lang="en-US" sz="1800" err="1">
                <a:solidFill>
                  <a:schemeClr val="accent2">
                    <a:lumMod val="50000"/>
                  </a:schemeClr>
                </a:solidFill>
              </a:rPr>
              <a:t>MLOps</a:t>
            </a:r>
            <a:r>
              <a:rPr lang="en-US" sz="1800">
                <a:solidFill>
                  <a:schemeClr val="accent2">
                    <a:lumMod val="50000"/>
                  </a:schemeClr>
                </a:solidFill>
              </a:rPr>
              <a:t> Maturity for a Global Media &amp; Entertainment Leader</a:t>
            </a:r>
            <a:endParaRPr lang="en-US" sz="1400">
              <a:solidFill>
                <a:schemeClr val="accent2">
                  <a:lumMod val="50000"/>
                </a:schemeClr>
              </a:solidFill>
            </a:endParaRPr>
          </a:p>
        </p:txBody>
      </p:sp>
      <p:sp>
        <p:nvSpPr>
          <p:cNvPr id="6" name="Rectangle: Rounded Corners 5">
            <a:extLst>
              <a:ext uri="{FF2B5EF4-FFF2-40B4-BE49-F238E27FC236}">
                <a16:creationId xmlns:a16="http://schemas.microsoft.com/office/drawing/2014/main" id="{568F015A-75CB-D077-E1D5-62FAB3AD67E4}"/>
              </a:ext>
            </a:extLst>
          </p:cNvPr>
          <p:cNvSpPr/>
          <p:nvPr/>
        </p:nvSpPr>
        <p:spPr>
          <a:xfrm>
            <a:off x="9061505" y="1733094"/>
            <a:ext cx="3132083" cy="3391812"/>
          </a:xfrm>
          <a:prstGeom prst="roundRect">
            <a:avLst>
              <a:gd name="adj" fmla="val 62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7" name="TextBox 6">
            <a:extLst>
              <a:ext uri="{FF2B5EF4-FFF2-40B4-BE49-F238E27FC236}">
                <a16:creationId xmlns:a16="http://schemas.microsoft.com/office/drawing/2014/main" id="{27BBA391-08D2-E273-A382-C3BD5FDFC532}"/>
              </a:ext>
            </a:extLst>
          </p:cNvPr>
          <p:cNvSpPr txBox="1"/>
          <p:nvPr/>
        </p:nvSpPr>
        <p:spPr>
          <a:xfrm>
            <a:off x="9229671" y="1870886"/>
            <a:ext cx="2774731" cy="369332"/>
          </a:xfrm>
          <a:prstGeom prst="rect">
            <a:avLst/>
          </a:prstGeom>
          <a:noFill/>
        </p:spPr>
        <p:txBody>
          <a:bodyPr wrap="square" rtlCol="0">
            <a:spAutoFit/>
          </a:bodyPr>
          <a:lstStyle/>
          <a:p>
            <a:pPr algn="ctr"/>
            <a:r>
              <a:rPr lang="en-US" b="1">
                <a:latin typeface="Montserrat" panose="00000500000000000000" pitchFamily="2" charset="0"/>
              </a:rPr>
              <a:t>Business Impacts</a:t>
            </a:r>
          </a:p>
        </p:txBody>
      </p:sp>
      <p:sp>
        <p:nvSpPr>
          <p:cNvPr id="8" name="TextBox 7">
            <a:extLst>
              <a:ext uri="{FF2B5EF4-FFF2-40B4-BE49-F238E27FC236}">
                <a16:creationId xmlns:a16="http://schemas.microsoft.com/office/drawing/2014/main" id="{1FECFD02-C591-C53A-CC8C-A19B9B4D3B3E}"/>
              </a:ext>
            </a:extLst>
          </p:cNvPr>
          <p:cNvSpPr txBox="1"/>
          <p:nvPr/>
        </p:nvSpPr>
        <p:spPr>
          <a:xfrm>
            <a:off x="9240180" y="2293887"/>
            <a:ext cx="2774731" cy="2539157"/>
          </a:xfrm>
          <a:prstGeom prst="rect">
            <a:avLst/>
          </a:prstGeom>
          <a:noFill/>
        </p:spPr>
        <p:txBody>
          <a:bodyPr wrap="square" rtlCol="0">
            <a:spAutoFit/>
          </a:bodyPr>
          <a:lstStyle/>
          <a:p>
            <a:pPr algn="ctr"/>
            <a:r>
              <a:rPr lang="en-US" sz="2000" b="1">
                <a:solidFill>
                  <a:schemeClr val="accent2"/>
                </a:solidFill>
                <a:latin typeface="Montserrat" panose="00000500000000000000" pitchFamily="2" charset="0"/>
              </a:rPr>
              <a:t>80%</a:t>
            </a:r>
          </a:p>
          <a:p>
            <a:pPr algn="ctr"/>
            <a:r>
              <a:rPr lang="en-US" sz="1100">
                <a:latin typeface="Montserrat" panose="00000500000000000000" pitchFamily="2" charset="0"/>
              </a:rPr>
              <a:t>Cloud cost savings (based on past implementations)</a:t>
            </a:r>
          </a:p>
          <a:p>
            <a:pPr algn="ctr"/>
            <a:endParaRPr lang="en-US" sz="1100">
              <a:latin typeface="Montserrat" panose="00000500000000000000" pitchFamily="2" charset="0"/>
            </a:endParaRPr>
          </a:p>
          <a:p>
            <a:pPr algn="ctr"/>
            <a:endParaRPr lang="en-US" sz="1100">
              <a:latin typeface="Montserrat" panose="00000500000000000000" pitchFamily="2" charset="0"/>
            </a:endParaRPr>
          </a:p>
          <a:p>
            <a:pPr algn="ctr"/>
            <a:r>
              <a:rPr lang="en-US" sz="2000" b="1">
                <a:solidFill>
                  <a:schemeClr val="accent2"/>
                </a:solidFill>
                <a:latin typeface="Montserrat" panose="00000500000000000000" pitchFamily="2" charset="0"/>
              </a:rPr>
              <a:t>95%</a:t>
            </a:r>
          </a:p>
          <a:p>
            <a:pPr algn="ctr"/>
            <a:r>
              <a:rPr lang="en-US" sz="1100">
                <a:latin typeface="Montserrat" panose="00000500000000000000" pitchFamily="2" charset="0"/>
              </a:rPr>
              <a:t>Time to market for models</a:t>
            </a:r>
          </a:p>
          <a:p>
            <a:pPr algn="ctr"/>
            <a:endParaRPr lang="en-US" sz="1100">
              <a:latin typeface="Montserrat" panose="00000500000000000000" pitchFamily="2" charset="0"/>
            </a:endParaRPr>
          </a:p>
          <a:p>
            <a:pPr algn="ctr"/>
            <a:endParaRPr lang="en-US" sz="1100">
              <a:latin typeface="Montserrat" panose="00000500000000000000" pitchFamily="2" charset="0"/>
            </a:endParaRPr>
          </a:p>
          <a:p>
            <a:pPr algn="ctr"/>
            <a:r>
              <a:rPr lang="en-US" sz="2000" b="1">
                <a:solidFill>
                  <a:schemeClr val="accent2"/>
                </a:solidFill>
                <a:latin typeface="Montserrat" panose="00000500000000000000" pitchFamily="2" charset="0"/>
              </a:rPr>
              <a:t>85%</a:t>
            </a:r>
          </a:p>
          <a:p>
            <a:pPr algn="ctr"/>
            <a:r>
              <a:rPr lang="en-US" sz="1100">
                <a:latin typeface="Montserrat" panose="00000500000000000000" pitchFamily="2" charset="0"/>
              </a:rPr>
              <a:t>Improved model uptime and reliability</a:t>
            </a:r>
          </a:p>
        </p:txBody>
      </p:sp>
      <p:cxnSp>
        <p:nvCxnSpPr>
          <p:cNvPr id="10" name="Straight Connector 9">
            <a:extLst>
              <a:ext uri="{FF2B5EF4-FFF2-40B4-BE49-F238E27FC236}">
                <a16:creationId xmlns:a16="http://schemas.microsoft.com/office/drawing/2014/main" id="{7D4C624A-0B70-23D8-21D9-1C4D5ACA6764}"/>
              </a:ext>
            </a:extLst>
          </p:cNvPr>
          <p:cNvCxnSpPr/>
          <p:nvPr/>
        </p:nvCxnSpPr>
        <p:spPr>
          <a:xfrm>
            <a:off x="10035382" y="5295900"/>
            <a:ext cx="65722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9047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3C0BCD1-1489-4C68-D25E-F36DBCA09803}"/>
            </a:ext>
          </a:extLst>
        </p:cNvPr>
        <p:cNvGrpSpPr/>
        <p:nvPr/>
      </p:nvGrpSpPr>
      <p:grpSpPr>
        <a:xfrm>
          <a:off x="0" y="0"/>
          <a:ext cx="0" cy="0"/>
          <a:chOff x="0" y="0"/>
          <a:chExt cx="0" cy="0"/>
        </a:xfrm>
      </p:grpSpPr>
      <p:sp>
        <p:nvSpPr>
          <p:cNvPr id="85" name="Slide Number Placeholder 3">
            <a:extLst>
              <a:ext uri="{FF2B5EF4-FFF2-40B4-BE49-F238E27FC236}">
                <a16:creationId xmlns:a16="http://schemas.microsoft.com/office/drawing/2014/main" id="{6E15A24B-3004-2523-9E33-4DD3D699AAB8}"/>
              </a:ext>
            </a:extLst>
          </p:cNvPr>
          <p:cNvSpPr txBox="1">
            <a:spLocks/>
          </p:cNvSpPr>
          <p:nvPr/>
        </p:nvSpPr>
        <p:spPr>
          <a:xfrm>
            <a:off x="11844448" y="6533919"/>
            <a:ext cx="348346" cy="22671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C62BEC2-EEC9-43CB-889D-96305E03A13C}" type="slidenum">
              <a:rPr lang="en-US" sz="800">
                <a:solidFill>
                  <a:srgbClr val="58595B"/>
                </a:solidFill>
                <a:latin typeface="Arial" panose="020B0604020202020204" pitchFamily="34" charset="0"/>
                <a:cs typeface="Arial" panose="020B0604020202020204" pitchFamily="34" charset="0"/>
              </a:rPr>
              <a:pPr>
                <a:defRPr/>
              </a:pPr>
              <a:t>16</a:t>
            </a:fld>
            <a:endParaRPr lang="en-US" sz="800">
              <a:solidFill>
                <a:srgbClr val="58595B"/>
              </a:solidFill>
              <a:latin typeface="Arial" panose="020B0604020202020204" pitchFamily="34" charset="0"/>
              <a:cs typeface="Arial" panose="020B0604020202020204" pitchFamily="34" charset="0"/>
            </a:endParaRPr>
          </a:p>
        </p:txBody>
      </p:sp>
      <p:sp>
        <p:nvSpPr>
          <p:cNvPr id="2" name="Title 2">
            <a:extLst>
              <a:ext uri="{FF2B5EF4-FFF2-40B4-BE49-F238E27FC236}">
                <a16:creationId xmlns:a16="http://schemas.microsoft.com/office/drawing/2014/main" id="{446B1E0E-3BF0-4269-D2F4-749C802E6B76}"/>
              </a:ext>
            </a:extLst>
          </p:cNvPr>
          <p:cNvSpPr txBox="1">
            <a:spLocks/>
          </p:cNvSpPr>
          <p:nvPr/>
        </p:nvSpPr>
        <p:spPr>
          <a:xfrm>
            <a:off x="501918" y="294698"/>
            <a:ext cx="11189753" cy="499394"/>
          </a:xfrm>
          <a:prstGeom prst="rect">
            <a:avLst/>
          </a:prstGeom>
        </p:spPr>
        <p:txBody>
          <a:bodyPr vert="horz" lIns="91440" tIns="45720" rIns="91440" bIns="45720" rtlCol="0" anchor="ctr">
            <a:noAutofit/>
          </a:bodyPr>
          <a:lstStyle>
            <a:lvl1pPr algn="l" defTabSz="914377" rtl="0" eaLnBrk="1" latinLnBrk="0" hangingPunct="1">
              <a:lnSpc>
                <a:spcPct val="100000"/>
              </a:lnSpc>
              <a:spcBef>
                <a:spcPct val="0"/>
              </a:spcBef>
              <a:buNone/>
              <a:defRPr sz="2800" b="1" i="0" kern="1200">
                <a:solidFill>
                  <a:schemeClr val="tx1"/>
                </a:solidFill>
                <a:latin typeface="Arial" panose="020B0604020202020204" pitchFamily="34" charset="0"/>
                <a:ea typeface="+mj-ea"/>
                <a:cs typeface="Arial" panose="020B0604020202020204" pitchFamily="34" charset="0"/>
              </a:defRPr>
            </a:lvl1pPr>
          </a:lstStyle>
          <a:p>
            <a:r>
              <a:rPr lang="en-US"/>
              <a:t>Hospitality – Sales Forecasting &amp; Offer Optimization</a:t>
            </a:r>
          </a:p>
        </p:txBody>
      </p:sp>
      <p:cxnSp>
        <p:nvCxnSpPr>
          <p:cNvPr id="5" name="Straight Connector 4">
            <a:extLst>
              <a:ext uri="{FF2B5EF4-FFF2-40B4-BE49-F238E27FC236}">
                <a16:creationId xmlns:a16="http://schemas.microsoft.com/office/drawing/2014/main" id="{B17B1CE5-797E-BE48-706C-B7809B505A88}"/>
              </a:ext>
            </a:extLst>
          </p:cNvPr>
          <p:cNvCxnSpPr>
            <a:cxnSpLocks/>
          </p:cNvCxnSpPr>
          <p:nvPr/>
        </p:nvCxnSpPr>
        <p:spPr>
          <a:xfrm>
            <a:off x="11543625" y="647983"/>
            <a:ext cx="0" cy="275492"/>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1B86D84-317C-1D1D-4AB4-CD805F82815B}"/>
              </a:ext>
            </a:extLst>
          </p:cNvPr>
          <p:cNvCxnSpPr>
            <a:cxnSpLocks/>
          </p:cNvCxnSpPr>
          <p:nvPr/>
        </p:nvCxnSpPr>
        <p:spPr>
          <a:xfrm>
            <a:off x="7221726" y="1159616"/>
            <a:ext cx="0" cy="5634443"/>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CE11B16F-F7BD-5B66-A49B-106599D05F5A}"/>
              </a:ext>
            </a:extLst>
          </p:cNvPr>
          <p:cNvGrpSpPr/>
          <p:nvPr/>
        </p:nvGrpSpPr>
        <p:grpSpPr>
          <a:xfrm>
            <a:off x="3155280" y="1159616"/>
            <a:ext cx="3369634" cy="352529"/>
            <a:chOff x="3154486" y="725864"/>
            <a:chExt cx="3369634" cy="352529"/>
          </a:xfrm>
        </p:grpSpPr>
        <p:grpSp>
          <p:nvGrpSpPr>
            <p:cNvPr id="8" name="Group 7">
              <a:extLst>
                <a:ext uri="{FF2B5EF4-FFF2-40B4-BE49-F238E27FC236}">
                  <a16:creationId xmlns:a16="http://schemas.microsoft.com/office/drawing/2014/main" id="{2E95191A-480A-6541-0F17-5722172A3009}"/>
                </a:ext>
              </a:extLst>
            </p:cNvPr>
            <p:cNvGrpSpPr/>
            <p:nvPr/>
          </p:nvGrpSpPr>
          <p:grpSpPr>
            <a:xfrm>
              <a:off x="3154486" y="725864"/>
              <a:ext cx="352529" cy="352529"/>
              <a:chOff x="3341677" y="300865"/>
              <a:chExt cx="352529" cy="352529"/>
            </a:xfrm>
          </p:grpSpPr>
          <p:sp>
            <p:nvSpPr>
              <p:cNvPr id="10" name="Oval 9">
                <a:extLst>
                  <a:ext uri="{FF2B5EF4-FFF2-40B4-BE49-F238E27FC236}">
                    <a16:creationId xmlns:a16="http://schemas.microsoft.com/office/drawing/2014/main" id="{845B4CF1-5DBD-B9E9-4739-7B501F9FC596}"/>
                  </a:ext>
                </a:extLst>
              </p:cNvPr>
              <p:cNvSpPr/>
              <p:nvPr/>
            </p:nvSpPr>
            <p:spPr>
              <a:xfrm>
                <a:off x="3341677" y="300865"/>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4"/>
                  </a:solidFill>
                  <a:latin typeface="PP Telegraf" pitchFamily="2" charset="77"/>
                </a:endParaRPr>
              </a:p>
            </p:txBody>
          </p:sp>
          <p:grpSp>
            <p:nvGrpSpPr>
              <p:cNvPr id="11" name="Graphic 159">
                <a:extLst>
                  <a:ext uri="{FF2B5EF4-FFF2-40B4-BE49-F238E27FC236}">
                    <a16:creationId xmlns:a16="http://schemas.microsoft.com/office/drawing/2014/main" id="{A20ECC4F-DE4F-0451-466B-B6B5CE1B0E5A}"/>
                  </a:ext>
                </a:extLst>
              </p:cNvPr>
              <p:cNvGrpSpPr>
                <a:grpSpLocks noChangeAspect="1"/>
              </p:cNvGrpSpPr>
              <p:nvPr/>
            </p:nvGrpSpPr>
            <p:grpSpPr>
              <a:xfrm>
                <a:off x="3416808" y="375995"/>
                <a:ext cx="202267" cy="202268"/>
                <a:chOff x="3039690" y="3963730"/>
                <a:chExt cx="704244" cy="704245"/>
              </a:xfrm>
              <a:solidFill>
                <a:schemeClr val="accent1"/>
              </a:solidFill>
            </p:grpSpPr>
            <p:sp>
              <p:nvSpPr>
                <p:cNvPr id="12" name="Freeform 13">
                  <a:extLst>
                    <a:ext uri="{FF2B5EF4-FFF2-40B4-BE49-F238E27FC236}">
                      <a16:creationId xmlns:a16="http://schemas.microsoft.com/office/drawing/2014/main" id="{89427A6D-B420-957B-CEB4-FA3941B311A2}"/>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endParaRPr lang="en-US">
                    <a:latin typeface="Montserrat" panose="00000500000000000000" pitchFamily="2" charset="0"/>
                  </a:endParaRPr>
                </a:p>
              </p:txBody>
            </p:sp>
            <p:sp>
              <p:nvSpPr>
                <p:cNvPr id="13" name="Freeform 14">
                  <a:extLst>
                    <a:ext uri="{FF2B5EF4-FFF2-40B4-BE49-F238E27FC236}">
                      <a16:creationId xmlns:a16="http://schemas.microsoft.com/office/drawing/2014/main" id="{A208AF90-3B8A-9270-C234-D3009D83BFA5}"/>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endParaRPr lang="en-US">
                    <a:latin typeface="Montserrat" panose="00000500000000000000" pitchFamily="2" charset="0"/>
                  </a:endParaRPr>
                </a:p>
              </p:txBody>
            </p:sp>
            <p:sp>
              <p:nvSpPr>
                <p:cNvPr id="14" name="Freeform 15">
                  <a:extLst>
                    <a:ext uri="{FF2B5EF4-FFF2-40B4-BE49-F238E27FC236}">
                      <a16:creationId xmlns:a16="http://schemas.microsoft.com/office/drawing/2014/main" id="{234B1072-140E-896F-D434-A77E04EE5F21}"/>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endParaRPr lang="en-US">
                    <a:latin typeface="Montserrat" panose="00000500000000000000" pitchFamily="2" charset="0"/>
                  </a:endParaRPr>
                </a:p>
              </p:txBody>
            </p:sp>
          </p:grpSp>
        </p:grpSp>
        <p:sp>
          <p:nvSpPr>
            <p:cNvPr id="9" name="Text Placeholder 7">
              <a:extLst>
                <a:ext uri="{FF2B5EF4-FFF2-40B4-BE49-F238E27FC236}">
                  <a16:creationId xmlns:a16="http://schemas.microsoft.com/office/drawing/2014/main" id="{D62F85FD-15C0-258A-01A6-5ADC90677100}"/>
                </a:ext>
              </a:extLst>
            </p:cNvPr>
            <p:cNvSpPr txBox="1">
              <a:spLocks/>
            </p:cNvSpPr>
            <p:nvPr/>
          </p:nvSpPr>
          <p:spPr>
            <a:xfrm>
              <a:off x="3515474" y="725864"/>
              <a:ext cx="3008646"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1"/>
                  </a:solidFill>
                  <a:latin typeface="Montserrat" panose="00000500000000000000" pitchFamily="2" charset="0"/>
                </a:rPr>
                <a:t>Challenges</a:t>
              </a:r>
            </a:p>
          </p:txBody>
        </p:sp>
      </p:grpSp>
      <p:sp>
        <p:nvSpPr>
          <p:cNvPr id="15" name="TextBox 14">
            <a:extLst>
              <a:ext uri="{FF2B5EF4-FFF2-40B4-BE49-F238E27FC236}">
                <a16:creationId xmlns:a16="http://schemas.microsoft.com/office/drawing/2014/main" id="{44230C5C-7DC8-5F07-5C31-CB0DC9A0F2E4}"/>
              </a:ext>
            </a:extLst>
          </p:cNvPr>
          <p:cNvSpPr txBox="1"/>
          <p:nvPr/>
        </p:nvSpPr>
        <p:spPr>
          <a:xfrm>
            <a:off x="3151796" y="1742767"/>
            <a:ext cx="3586714" cy="1831271"/>
          </a:xfrm>
          <a:prstGeom prst="rect">
            <a:avLst/>
          </a:prstGeom>
          <a:noFill/>
        </p:spPr>
        <p:txBody>
          <a:bodyPr wrap="square" lIns="0" tIns="0" rIns="0" bIns="0" rtlCol="0">
            <a:spAutoFit/>
          </a:bodyPr>
          <a:lstStyle/>
          <a:p>
            <a:pPr marL="228600" indent="-22860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A $2B hospitality company had been driving business through telemarketing and sales reps for the past 20 years and found that it had difficulty projecting sales, customer acquisition, or offer conversion.</a:t>
            </a:r>
          </a:p>
          <a:p>
            <a:pPr marL="228600" indent="-22860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Basic trial-and-error approach and difficulty understanding what levers were driving impact and which were not</a:t>
            </a:r>
          </a:p>
          <a:p>
            <a:pPr marL="228600" indent="-22860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Business transformation to drive impact through new digital channels for both acquisition and loyalty became an imperative for their business</a:t>
            </a:r>
          </a:p>
        </p:txBody>
      </p:sp>
      <p:grpSp>
        <p:nvGrpSpPr>
          <p:cNvPr id="16" name="Group 15">
            <a:extLst>
              <a:ext uri="{FF2B5EF4-FFF2-40B4-BE49-F238E27FC236}">
                <a16:creationId xmlns:a16="http://schemas.microsoft.com/office/drawing/2014/main" id="{4A43E5C1-ABE3-763E-3D67-BBBE0FFDA790}"/>
              </a:ext>
            </a:extLst>
          </p:cNvPr>
          <p:cNvGrpSpPr/>
          <p:nvPr/>
        </p:nvGrpSpPr>
        <p:grpSpPr>
          <a:xfrm>
            <a:off x="3155280" y="3849934"/>
            <a:ext cx="3369634" cy="370836"/>
            <a:chOff x="3341677" y="3868850"/>
            <a:chExt cx="3369634" cy="370836"/>
          </a:xfrm>
        </p:grpSpPr>
        <p:grpSp>
          <p:nvGrpSpPr>
            <p:cNvPr id="17" name="Group 16">
              <a:extLst>
                <a:ext uri="{FF2B5EF4-FFF2-40B4-BE49-F238E27FC236}">
                  <a16:creationId xmlns:a16="http://schemas.microsoft.com/office/drawing/2014/main" id="{3FEA86B3-9B5A-740A-32B7-4E5F65C901BF}"/>
                </a:ext>
              </a:extLst>
            </p:cNvPr>
            <p:cNvGrpSpPr/>
            <p:nvPr/>
          </p:nvGrpSpPr>
          <p:grpSpPr>
            <a:xfrm>
              <a:off x="3341677" y="3868850"/>
              <a:ext cx="352529" cy="352529"/>
              <a:chOff x="3341677" y="2042101"/>
              <a:chExt cx="352529" cy="352529"/>
            </a:xfrm>
          </p:grpSpPr>
          <p:sp>
            <p:nvSpPr>
              <p:cNvPr id="19" name="Oval 18">
                <a:extLst>
                  <a:ext uri="{FF2B5EF4-FFF2-40B4-BE49-F238E27FC236}">
                    <a16:creationId xmlns:a16="http://schemas.microsoft.com/office/drawing/2014/main" id="{44111F62-B203-F15A-E0D1-D04A93CDCAF7}"/>
                  </a:ext>
                </a:extLst>
              </p:cNvPr>
              <p:cNvSpPr/>
              <p:nvPr/>
            </p:nvSpPr>
            <p:spPr>
              <a:xfrm>
                <a:off x="3341677" y="2042101"/>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4"/>
                  </a:solidFill>
                  <a:latin typeface="PP Telegraf" pitchFamily="2" charset="77"/>
                </a:endParaRPr>
              </a:p>
            </p:txBody>
          </p:sp>
          <p:pic>
            <p:nvPicPr>
              <p:cNvPr id="20" name="Graphic 19">
                <a:extLst>
                  <a:ext uri="{FF2B5EF4-FFF2-40B4-BE49-F238E27FC236}">
                    <a16:creationId xmlns:a16="http://schemas.microsoft.com/office/drawing/2014/main" id="{D0189CC1-411D-6A69-639D-7484212D4F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1602" y="2080333"/>
                <a:ext cx="312678" cy="312678"/>
              </a:xfrm>
              <a:prstGeom prst="rect">
                <a:avLst/>
              </a:prstGeom>
            </p:spPr>
          </p:pic>
        </p:grpSp>
        <p:sp>
          <p:nvSpPr>
            <p:cNvPr id="18" name="Text Placeholder 7">
              <a:extLst>
                <a:ext uri="{FF2B5EF4-FFF2-40B4-BE49-F238E27FC236}">
                  <a16:creationId xmlns:a16="http://schemas.microsoft.com/office/drawing/2014/main" id="{6E3B0301-FF23-2639-A3BC-4AD93B0482B8}"/>
                </a:ext>
              </a:extLst>
            </p:cNvPr>
            <p:cNvSpPr txBox="1">
              <a:spLocks/>
            </p:cNvSpPr>
            <p:nvPr/>
          </p:nvSpPr>
          <p:spPr>
            <a:xfrm>
              <a:off x="3702665" y="3887158"/>
              <a:ext cx="3008646"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1"/>
                  </a:solidFill>
                  <a:latin typeface="Montserrat" panose="00000500000000000000" pitchFamily="2" charset="0"/>
                </a:rPr>
                <a:t>Solutions</a:t>
              </a:r>
            </a:p>
          </p:txBody>
        </p:sp>
      </p:grpSp>
      <p:sp>
        <p:nvSpPr>
          <p:cNvPr id="21" name="TextBox 20">
            <a:extLst>
              <a:ext uri="{FF2B5EF4-FFF2-40B4-BE49-F238E27FC236}">
                <a16:creationId xmlns:a16="http://schemas.microsoft.com/office/drawing/2014/main" id="{D5DFB272-DD22-D07F-A424-20823D72D689}"/>
              </a:ext>
            </a:extLst>
          </p:cNvPr>
          <p:cNvSpPr txBox="1"/>
          <p:nvPr/>
        </p:nvSpPr>
        <p:spPr>
          <a:xfrm>
            <a:off x="3155281" y="4427503"/>
            <a:ext cx="3583230" cy="2108269"/>
          </a:xfrm>
          <a:prstGeom prst="rect">
            <a:avLst/>
          </a:prstGeom>
          <a:noFill/>
        </p:spPr>
        <p:txBody>
          <a:bodyPr wrap="square" lIns="0" tIns="0" rIns="0" bIns="0" rtlCol="0" anchor="t">
            <a:spAutoFit/>
          </a:bodyPr>
          <a:lstStyle/>
          <a:p>
            <a:pPr marL="171450" indent="-17145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Blend leveraged the client’s rich transactional data to develop series of time-variant propensity models and value models for different audiences and for their respective sales funnels</a:t>
            </a:r>
          </a:p>
          <a:p>
            <a:pPr marL="171450" indent="-17145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Blend was then able to aggregate that into package and revenue forecasts on a weekly basis that enabled the business to tweak its marketing approach throughout the quarter to meet targets</a:t>
            </a:r>
          </a:p>
          <a:p>
            <a:pPr marL="171450" indent="-17145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a:cs typeface="Open Sans"/>
              </a:rPr>
              <a:t>Blend also developed pilot omni-channel campaigns that included new targeting strategies and the use of display and paid social online channels that demonstrated the value of data driven marketing in new channels</a:t>
            </a:r>
          </a:p>
        </p:txBody>
      </p:sp>
      <p:grpSp>
        <p:nvGrpSpPr>
          <p:cNvPr id="22" name="Group 21">
            <a:extLst>
              <a:ext uri="{FF2B5EF4-FFF2-40B4-BE49-F238E27FC236}">
                <a16:creationId xmlns:a16="http://schemas.microsoft.com/office/drawing/2014/main" id="{E4CA302E-1A1D-7592-FCBA-4DC8DF3FC43D}"/>
              </a:ext>
            </a:extLst>
          </p:cNvPr>
          <p:cNvGrpSpPr/>
          <p:nvPr/>
        </p:nvGrpSpPr>
        <p:grpSpPr>
          <a:xfrm>
            <a:off x="7671920" y="1159615"/>
            <a:ext cx="3369634" cy="362746"/>
            <a:chOff x="8586322" y="1605610"/>
            <a:chExt cx="3369634" cy="362746"/>
          </a:xfrm>
        </p:grpSpPr>
        <p:sp>
          <p:nvSpPr>
            <p:cNvPr id="23" name="Text Placeholder 7">
              <a:extLst>
                <a:ext uri="{FF2B5EF4-FFF2-40B4-BE49-F238E27FC236}">
                  <a16:creationId xmlns:a16="http://schemas.microsoft.com/office/drawing/2014/main" id="{8D8E4AA4-0112-B30D-FC4A-EC815223EAD3}"/>
                </a:ext>
              </a:extLst>
            </p:cNvPr>
            <p:cNvSpPr txBox="1">
              <a:spLocks/>
            </p:cNvSpPr>
            <p:nvPr/>
          </p:nvSpPr>
          <p:spPr>
            <a:xfrm>
              <a:off x="8947310" y="1615828"/>
              <a:ext cx="3008646"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1"/>
                  </a:solidFill>
                  <a:latin typeface="Montserrat" panose="00000500000000000000" pitchFamily="2" charset="0"/>
                </a:rPr>
                <a:t>Impacts</a:t>
              </a:r>
            </a:p>
          </p:txBody>
        </p:sp>
        <p:grpSp>
          <p:nvGrpSpPr>
            <p:cNvPr id="24" name="Group 23">
              <a:extLst>
                <a:ext uri="{FF2B5EF4-FFF2-40B4-BE49-F238E27FC236}">
                  <a16:creationId xmlns:a16="http://schemas.microsoft.com/office/drawing/2014/main" id="{00FF3AAD-1157-390C-DAB7-3A95F9163272}"/>
                </a:ext>
              </a:extLst>
            </p:cNvPr>
            <p:cNvGrpSpPr/>
            <p:nvPr/>
          </p:nvGrpSpPr>
          <p:grpSpPr>
            <a:xfrm>
              <a:off x="8586322" y="1605610"/>
              <a:ext cx="352529" cy="352529"/>
              <a:chOff x="3341677" y="4153738"/>
              <a:chExt cx="352529" cy="352529"/>
            </a:xfrm>
          </p:grpSpPr>
          <p:sp>
            <p:nvSpPr>
              <p:cNvPr id="25" name="Oval 24">
                <a:extLst>
                  <a:ext uri="{FF2B5EF4-FFF2-40B4-BE49-F238E27FC236}">
                    <a16:creationId xmlns:a16="http://schemas.microsoft.com/office/drawing/2014/main" id="{9F1DE96A-54BD-5408-DA43-1CD04821D93F}"/>
                  </a:ext>
                </a:extLst>
              </p:cNvPr>
              <p:cNvSpPr/>
              <p:nvPr/>
            </p:nvSpPr>
            <p:spPr>
              <a:xfrm>
                <a:off x="3341677" y="4153738"/>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200" b="1">
                  <a:solidFill>
                    <a:schemeClr val="accent1"/>
                  </a:solidFill>
                  <a:latin typeface="PP Telegraf" pitchFamily="2" charset="77"/>
                </a:endParaRPr>
              </a:p>
            </p:txBody>
          </p:sp>
          <p:pic>
            <p:nvPicPr>
              <p:cNvPr id="26" name="Graphic 25">
                <a:extLst>
                  <a:ext uri="{FF2B5EF4-FFF2-40B4-BE49-F238E27FC236}">
                    <a16:creationId xmlns:a16="http://schemas.microsoft.com/office/drawing/2014/main" id="{C42DD23C-B35E-85A5-E9B1-7ECC273604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84154" y="4196215"/>
                <a:ext cx="267575" cy="267575"/>
              </a:xfrm>
              <a:prstGeom prst="rect">
                <a:avLst/>
              </a:prstGeom>
            </p:spPr>
          </p:pic>
        </p:grpSp>
      </p:grpSp>
      <p:sp>
        <p:nvSpPr>
          <p:cNvPr id="27" name="Text Placeholder 21">
            <a:extLst>
              <a:ext uri="{FF2B5EF4-FFF2-40B4-BE49-F238E27FC236}">
                <a16:creationId xmlns:a16="http://schemas.microsoft.com/office/drawing/2014/main" id="{9335E9EB-8927-1487-D526-239B1E0E2E91}"/>
              </a:ext>
            </a:extLst>
          </p:cNvPr>
          <p:cNvSpPr txBox="1">
            <a:spLocks/>
          </p:cNvSpPr>
          <p:nvPr/>
        </p:nvSpPr>
        <p:spPr>
          <a:xfrm>
            <a:off x="252762" y="4257931"/>
            <a:ext cx="2566249" cy="1888912"/>
          </a:xfrm>
          <a:prstGeom prst="rect">
            <a:avLst/>
          </a:prstGeom>
        </p:spPr>
        <p:txBody>
          <a:bodyPr vert="horz" lIns="0" tIns="0" rIns="91440" bIns="45720" rtlCol="0">
            <a:normAutofit/>
          </a:bodyPr>
          <a:lstStyle>
            <a:lvl1pPr marL="0" indent="0" algn="l" defTabSz="913974"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200">
                <a:solidFill>
                  <a:schemeClr val="accent1"/>
                </a:solidFill>
                <a:latin typeface="Montserrat" panose="00000500000000000000" pitchFamily="2" charset="0"/>
              </a:rPr>
              <a:t>For over two years, Blend models have  powered weekly package forecasts and campaign efficacy projections, optimizing sales conversion</a:t>
            </a:r>
          </a:p>
        </p:txBody>
      </p:sp>
      <p:sp>
        <p:nvSpPr>
          <p:cNvPr id="28" name="Text Placeholder 3">
            <a:extLst>
              <a:ext uri="{FF2B5EF4-FFF2-40B4-BE49-F238E27FC236}">
                <a16:creationId xmlns:a16="http://schemas.microsoft.com/office/drawing/2014/main" id="{414DF4AC-316C-9E28-6662-174E44AC1E1C}"/>
              </a:ext>
            </a:extLst>
          </p:cNvPr>
          <p:cNvSpPr txBox="1">
            <a:spLocks/>
          </p:cNvSpPr>
          <p:nvPr/>
        </p:nvSpPr>
        <p:spPr>
          <a:xfrm>
            <a:off x="252762" y="2199436"/>
            <a:ext cx="2675379" cy="1650498"/>
          </a:xfrm>
          <a:prstGeom prst="rect">
            <a:avLst/>
          </a:prstGeom>
        </p:spPr>
        <p:txBody>
          <a:bodyPr vert="horz" lIns="0" tIns="45720" rIns="91440" bIns="45720" rtlCol="0" anchor="t">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bg2"/>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spc="100">
                <a:solidFill>
                  <a:schemeClr val="accent1"/>
                </a:solidFill>
                <a:latin typeface="Montserrat" panose="00000500000000000000" pitchFamily="2" charset="0"/>
              </a:rPr>
              <a:t>Helped a hospitality company grow package sales by 60% by forecasting and maximizing the lift of offer campaigns while reaching new audiences via new channels</a:t>
            </a:r>
            <a:endParaRPr lang="en-US" sz="1400">
              <a:solidFill>
                <a:schemeClr val="accent1"/>
              </a:solidFill>
              <a:latin typeface="Montserrat" panose="00000500000000000000" pitchFamily="2" charset="0"/>
            </a:endParaRPr>
          </a:p>
        </p:txBody>
      </p:sp>
      <p:sp>
        <p:nvSpPr>
          <p:cNvPr id="29" name="TextBox 28">
            <a:extLst>
              <a:ext uri="{FF2B5EF4-FFF2-40B4-BE49-F238E27FC236}">
                <a16:creationId xmlns:a16="http://schemas.microsoft.com/office/drawing/2014/main" id="{92F8E62F-B9A5-6AD2-1CC8-16D29FEEDC1E}"/>
              </a:ext>
            </a:extLst>
          </p:cNvPr>
          <p:cNvSpPr txBox="1"/>
          <p:nvPr/>
        </p:nvSpPr>
        <p:spPr>
          <a:xfrm>
            <a:off x="7671920" y="1742766"/>
            <a:ext cx="3586714" cy="1415772"/>
          </a:xfrm>
          <a:prstGeom prst="rect">
            <a:avLst/>
          </a:prstGeom>
          <a:noFill/>
        </p:spPr>
        <p:txBody>
          <a:bodyPr wrap="square" lIns="0" tIns="0" rIns="0" bIns="0" rtlCol="0">
            <a:spAutoFit/>
          </a:bodyPr>
          <a:lstStyle/>
          <a:p>
            <a:pPr marL="171450" indent="-17145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The developed predictive models and forecasts that have been widely used in client’s legacy sales channels (incl. outbound and inbound telemarketing and on-site marketing) and digital channels</a:t>
            </a:r>
          </a:p>
          <a:p>
            <a:pPr marL="171450" indent="-171450" defTabSz="914400">
              <a:lnSpc>
                <a:spcPct val="90000"/>
              </a:lnSpc>
              <a:spcBef>
                <a:spcPts val="1200"/>
              </a:spcBef>
              <a:buFont typeface="Arial" charset="0"/>
              <a:buChar char="•"/>
              <a:defRPr/>
            </a:pPr>
            <a:r>
              <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rPr>
              <a:t>Models have had a significant impact on market impact, driving over 60% incremental lift over business-as-usual marketing activities</a:t>
            </a:r>
          </a:p>
          <a:p>
            <a:pPr defTabSz="914400">
              <a:lnSpc>
                <a:spcPct val="90000"/>
              </a:lnSpc>
              <a:spcBef>
                <a:spcPts val="1200"/>
              </a:spcBef>
              <a:defRPr/>
            </a:pPr>
            <a:endParaRPr lang="en-US" sz="1000">
              <a:solidFill>
                <a:schemeClr val="accent1"/>
              </a:solidFill>
              <a:latin typeface="Montserrat" panose="00000500000000000000" pitchFamily="2" charset="0"/>
              <a:ea typeface="Open Sans" panose="020B0606030504020204" pitchFamily="34" charset="0"/>
              <a:cs typeface="Open Sans" panose="020B0606030504020204" pitchFamily="34" charset="0"/>
            </a:endParaRPr>
          </a:p>
        </p:txBody>
      </p:sp>
      <p:pic>
        <p:nvPicPr>
          <p:cNvPr id="30" name="Picture 29">
            <a:extLst>
              <a:ext uri="{FF2B5EF4-FFF2-40B4-BE49-F238E27FC236}">
                <a16:creationId xmlns:a16="http://schemas.microsoft.com/office/drawing/2014/main" id="{E0252B71-EED8-C6CB-76A2-4B0E7A23ECDD}"/>
              </a:ext>
            </a:extLst>
          </p:cNvPr>
          <p:cNvPicPr>
            <a:picLocks noChangeAspect="1"/>
          </p:cNvPicPr>
          <p:nvPr/>
        </p:nvPicPr>
        <p:blipFill>
          <a:blip r:embed="rId7"/>
          <a:stretch>
            <a:fillRect/>
          </a:stretch>
        </p:blipFill>
        <p:spPr>
          <a:xfrm>
            <a:off x="7671921" y="3378944"/>
            <a:ext cx="4007251" cy="1831271"/>
          </a:xfrm>
          <a:prstGeom prst="rect">
            <a:avLst/>
          </a:prstGeom>
        </p:spPr>
      </p:pic>
      <p:pic>
        <p:nvPicPr>
          <p:cNvPr id="3" name="Graphic 2">
            <a:extLst>
              <a:ext uri="{FF2B5EF4-FFF2-40B4-BE49-F238E27FC236}">
                <a16:creationId xmlns:a16="http://schemas.microsoft.com/office/drawing/2014/main" id="{E747A733-F7A6-81A5-09EB-6B8B972593F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75772" y="329327"/>
            <a:ext cx="768676" cy="409349"/>
          </a:xfrm>
          <a:prstGeom prst="rect">
            <a:avLst/>
          </a:prstGeom>
        </p:spPr>
      </p:pic>
      <p:sp>
        <p:nvSpPr>
          <p:cNvPr id="4" name="Rectangle 3">
            <a:extLst>
              <a:ext uri="{FF2B5EF4-FFF2-40B4-BE49-F238E27FC236}">
                <a16:creationId xmlns:a16="http://schemas.microsoft.com/office/drawing/2014/main" id="{A8687397-3964-E54B-3700-97343DD13E03}"/>
              </a:ext>
            </a:extLst>
          </p:cNvPr>
          <p:cNvSpPr/>
          <p:nvPr/>
        </p:nvSpPr>
        <p:spPr>
          <a:xfrm>
            <a:off x="795" y="6595281"/>
            <a:ext cx="1068911" cy="273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r>
              <a:rPr lang="en-US">
                <a:solidFill>
                  <a:srgbClr val="FFFFFF"/>
                </a:solidFill>
                <a:latin typeface="Montserrat" panose="00000500000000000000" pitchFamily="2" charset="0"/>
              </a:rPr>
              <a:t>HGV</a:t>
            </a:r>
          </a:p>
        </p:txBody>
      </p:sp>
    </p:spTree>
    <p:extLst>
      <p:ext uri="{BB962C8B-B14F-4D97-AF65-F5344CB8AC3E}">
        <p14:creationId xmlns:p14="http://schemas.microsoft.com/office/powerpoint/2010/main" val="1851029479"/>
      </p:ext>
    </p:extLst>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DE6E9F-A8AC-6369-2CEA-BD69D1250829}"/>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B9F60705-C3CE-1629-6590-E428C1BB7CEF}"/>
              </a:ext>
            </a:extLst>
          </p:cNvPr>
          <p:cNvSpPr/>
          <p:nvPr/>
        </p:nvSpPr>
        <p:spPr>
          <a:xfrm>
            <a:off x="795" y="6332562"/>
            <a:ext cx="873457" cy="52543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a:solidFill>
                <a:srgbClr val="FFFFFF"/>
              </a:solidFill>
              <a:latin typeface="Montserrat" panose="00000500000000000000" pitchFamily="2" charset="0"/>
            </a:endParaRPr>
          </a:p>
        </p:txBody>
      </p:sp>
      <p:sp>
        <p:nvSpPr>
          <p:cNvPr id="2" name="Title 1">
            <a:extLst>
              <a:ext uri="{FF2B5EF4-FFF2-40B4-BE49-F238E27FC236}">
                <a16:creationId xmlns:a16="http://schemas.microsoft.com/office/drawing/2014/main" id="{C2AD3F14-43E4-B2DB-AEFF-B9BF5C15BD3C}"/>
              </a:ext>
            </a:extLst>
          </p:cNvPr>
          <p:cNvSpPr>
            <a:spLocks noGrp="1"/>
          </p:cNvSpPr>
          <p:nvPr>
            <p:ph type="title"/>
          </p:nvPr>
        </p:nvSpPr>
        <p:spPr>
          <a:xfrm>
            <a:off x="571261" y="453194"/>
            <a:ext cx="3533395" cy="1969770"/>
          </a:xfrm>
        </p:spPr>
        <p:txBody>
          <a:bodyPr/>
          <a:lstStyle/>
          <a:p>
            <a:r>
              <a:rPr lang="en-US" sz="3200"/>
              <a:t>Predictive Personalization for Audience Modeling</a:t>
            </a:r>
          </a:p>
        </p:txBody>
      </p:sp>
      <p:sp>
        <p:nvSpPr>
          <p:cNvPr id="48" name="Text Placeholder 7">
            <a:extLst>
              <a:ext uri="{FF2B5EF4-FFF2-40B4-BE49-F238E27FC236}">
                <a16:creationId xmlns:a16="http://schemas.microsoft.com/office/drawing/2014/main" id="{56368486-2DE5-1307-C2B5-6D71A7E73B05}"/>
              </a:ext>
            </a:extLst>
          </p:cNvPr>
          <p:cNvSpPr txBox="1">
            <a:spLocks/>
          </p:cNvSpPr>
          <p:nvPr/>
        </p:nvSpPr>
        <p:spPr>
          <a:xfrm>
            <a:off x="4364536" y="509850"/>
            <a:ext cx="163791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53057"/>
                </a:solidFill>
                <a:latin typeface="Montserrat" panose="00000500000000000000" pitchFamily="2" charset="0"/>
              </a:rPr>
              <a:t>Challenges</a:t>
            </a:r>
          </a:p>
        </p:txBody>
      </p:sp>
      <p:sp>
        <p:nvSpPr>
          <p:cNvPr id="54" name="TextBox 53">
            <a:extLst>
              <a:ext uri="{FF2B5EF4-FFF2-40B4-BE49-F238E27FC236}">
                <a16:creationId xmlns:a16="http://schemas.microsoft.com/office/drawing/2014/main" id="{78F80746-1F89-DE8D-B909-658A0409FB1D}"/>
              </a:ext>
            </a:extLst>
          </p:cNvPr>
          <p:cNvSpPr txBox="1"/>
          <p:nvPr/>
        </p:nvSpPr>
        <p:spPr>
          <a:xfrm>
            <a:off x="4000065" y="1093002"/>
            <a:ext cx="2408691" cy="1538883"/>
          </a:xfrm>
          <a:prstGeom prst="rect">
            <a:avLst/>
          </a:prstGeom>
          <a:noFill/>
        </p:spPr>
        <p:txBody>
          <a:bodyPr wrap="square" lIns="0" tIns="0" rIns="0" bIns="0" rtlCol="0">
            <a:spAutoFit/>
          </a:bodyPr>
          <a:lstStyle/>
          <a:p>
            <a:pPr marL="228600" indent="-228600" defTabSz="914400">
              <a:spcBef>
                <a:spcPts val="600"/>
              </a:spcBef>
              <a:buFont typeface="Arial" charset="0"/>
              <a:buChar char="•"/>
              <a:defRPr/>
            </a:pPr>
            <a:r>
              <a:rPr lang="en-US" sz="1000">
                <a:solidFill>
                  <a:srgbClr val="053057"/>
                </a:solidFill>
                <a:latin typeface="Montserrat" panose="00000500000000000000" pitchFamily="2" charset="0"/>
                <a:ea typeface="Open Sans" panose="020B0606030504020204" pitchFamily="34" charset="0"/>
                <a:cs typeface="Open Sans" panose="020B0606030504020204" pitchFamily="34" charset="0"/>
              </a:rPr>
              <a:t>Low campaign conversion rates through existing </a:t>
            </a:r>
            <a:r>
              <a:rPr lang="en-US" sz="1000" err="1">
                <a:solidFill>
                  <a:srgbClr val="053057"/>
                </a:solidFill>
                <a:latin typeface="Montserrat" panose="00000500000000000000" pitchFamily="2" charset="0"/>
                <a:ea typeface="Open Sans" panose="020B0606030504020204" pitchFamily="34" charset="0"/>
                <a:cs typeface="Open Sans" panose="020B0606030504020204" pitchFamily="34" charset="0"/>
              </a:rPr>
              <a:t>MoEngage</a:t>
            </a:r>
            <a:r>
              <a:rPr lang="en-US" sz="1000">
                <a:solidFill>
                  <a:srgbClr val="053057"/>
                </a:solidFill>
                <a:latin typeface="Montserrat" panose="00000500000000000000" pitchFamily="2" charset="0"/>
                <a:ea typeface="Open Sans" panose="020B0606030504020204" pitchFamily="34" charset="0"/>
                <a:cs typeface="Open Sans" panose="020B0606030504020204" pitchFamily="34" charset="0"/>
              </a:rPr>
              <a:t> platform</a:t>
            </a:r>
          </a:p>
          <a:p>
            <a:pPr marL="228600" indent="-228600" defTabSz="914400">
              <a:spcBef>
                <a:spcPts val="600"/>
              </a:spcBef>
              <a:buFont typeface="Arial" charset="0"/>
              <a:buChar char="•"/>
              <a:defRPr/>
            </a:pPr>
            <a:r>
              <a:rPr lang="en-US" sz="1000">
                <a:solidFill>
                  <a:srgbClr val="053057"/>
                </a:solidFill>
                <a:latin typeface="Montserrat" panose="00000500000000000000" pitchFamily="2" charset="0"/>
                <a:ea typeface="Open Sans" panose="020B0606030504020204" pitchFamily="34" charset="0"/>
                <a:cs typeface="Open Sans" panose="020B0606030504020204" pitchFamily="34" charset="0"/>
              </a:rPr>
              <a:t>Limited user data available - only viewing habits accessible </a:t>
            </a:r>
          </a:p>
          <a:p>
            <a:pPr marL="228600" indent="-228600" defTabSz="914400">
              <a:spcBef>
                <a:spcPts val="600"/>
              </a:spcBef>
              <a:buFont typeface="Arial" charset="0"/>
              <a:buChar char="•"/>
              <a:defRPr/>
            </a:pPr>
            <a:r>
              <a:rPr lang="en-US" sz="1000">
                <a:solidFill>
                  <a:srgbClr val="053057"/>
                </a:solidFill>
                <a:latin typeface="Montserrat" panose="00000500000000000000" pitchFamily="2" charset="0"/>
                <a:ea typeface="Open Sans" panose="020B0606030504020204" pitchFamily="34" charset="0"/>
                <a:cs typeface="Open Sans" panose="020B0606030504020204" pitchFamily="34" charset="0"/>
              </a:rPr>
              <a:t>Need for predictive capabilities to match campaigns with users’ needs and  preferences based on viewing history</a:t>
            </a:r>
          </a:p>
        </p:txBody>
      </p:sp>
      <p:sp>
        <p:nvSpPr>
          <p:cNvPr id="58" name="Text Placeholder 7">
            <a:extLst>
              <a:ext uri="{FF2B5EF4-FFF2-40B4-BE49-F238E27FC236}">
                <a16:creationId xmlns:a16="http://schemas.microsoft.com/office/drawing/2014/main" id="{32B13269-4CE5-C996-60A7-2C1B7DA89777}"/>
              </a:ext>
            </a:extLst>
          </p:cNvPr>
          <p:cNvSpPr txBox="1">
            <a:spLocks/>
          </p:cNvSpPr>
          <p:nvPr/>
        </p:nvSpPr>
        <p:spPr>
          <a:xfrm>
            <a:off x="4363109" y="3011521"/>
            <a:ext cx="150016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53057"/>
                </a:solidFill>
                <a:latin typeface="Montserrat" panose="00000500000000000000" pitchFamily="2" charset="0"/>
              </a:rPr>
              <a:t>Solutions</a:t>
            </a:r>
          </a:p>
        </p:txBody>
      </p:sp>
      <p:sp>
        <p:nvSpPr>
          <p:cNvPr id="59" name="TextBox 58">
            <a:extLst>
              <a:ext uri="{FF2B5EF4-FFF2-40B4-BE49-F238E27FC236}">
                <a16:creationId xmlns:a16="http://schemas.microsoft.com/office/drawing/2014/main" id="{4BF4C7BD-F81A-95BD-17FA-AA33C2508D0F}"/>
              </a:ext>
            </a:extLst>
          </p:cNvPr>
          <p:cNvSpPr txBox="1"/>
          <p:nvPr/>
        </p:nvSpPr>
        <p:spPr>
          <a:xfrm>
            <a:off x="3998638" y="3570782"/>
            <a:ext cx="2624466" cy="2693045"/>
          </a:xfrm>
          <a:prstGeom prst="rect">
            <a:avLst/>
          </a:prstGeom>
          <a:noFill/>
        </p:spPr>
        <p:txBody>
          <a:bodyPr wrap="square" lIns="0" tIns="0" rIns="0" bIns="0" rtlCol="0">
            <a:spAutoFit/>
          </a:bodyPr>
          <a:lstStyle/>
          <a:p>
            <a:pPr marL="171450"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Developed an AI-powered model that:</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Analyzes viewing profiles to predict campaign effectiveness</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Matches users with optimal messaging</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Delivers personalized content at the right time</a:t>
            </a:r>
          </a:p>
          <a:p>
            <a:pPr marL="171450"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Implemented strategic testing program to:</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Continuously optimize campaign performance</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Minimize viewer disruption</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Validate prediction accuracy</a:t>
            </a:r>
          </a:p>
        </p:txBody>
      </p:sp>
      <p:sp>
        <p:nvSpPr>
          <p:cNvPr id="61" name="Text Placeholder 7">
            <a:extLst>
              <a:ext uri="{FF2B5EF4-FFF2-40B4-BE49-F238E27FC236}">
                <a16:creationId xmlns:a16="http://schemas.microsoft.com/office/drawing/2014/main" id="{5A9BD198-4A9D-275B-F0B0-7F3329493409}"/>
              </a:ext>
            </a:extLst>
          </p:cNvPr>
          <p:cNvSpPr txBox="1">
            <a:spLocks/>
          </p:cNvSpPr>
          <p:nvPr/>
        </p:nvSpPr>
        <p:spPr>
          <a:xfrm>
            <a:off x="8301803" y="484405"/>
            <a:ext cx="2461798" cy="352528"/>
          </a:xfrm>
          <a:prstGeom prst="rect">
            <a:avLst/>
          </a:prstGeom>
        </p:spPr>
        <p:txBody>
          <a:bodyPr vert="horz" lIns="91440" tIns="0" rIns="91440"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a:solidFill>
                  <a:srgbClr val="053057"/>
                </a:solidFill>
                <a:latin typeface="Montserrat" panose="00000500000000000000" pitchFamily="2" charset="0"/>
              </a:rPr>
              <a:t>Impacts</a:t>
            </a:r>
          </a:p>
        </p:txBody>
      </p:sp>
      <p:sp>
        <p:nvSpPr>
          <p:cNvPr id="79" name="TextBox 78">
            <a:extLst>
              <a:ext uri="{FF2B5EF4-FFF2-40B4-BE49-F238E27FC236}">
                <a16:creationId xmlns:a16="http://schemas.microsoft.com/office/drawing/2014/main" id="{5B28B158-2C8F-16C7-EC13-D1CE7C25C4F9}"/>
              </a:ext>
            </a:extLst>
          </p:cNvPr>
          <p:cNvSpPr txBox="1"/>
          <p:nvPr/>
        </p:nvSpPr>
        <p:spPr>
          <a:xfrm>
            <a:off x="7949273" y="1070731"/>
            <a:ext cx="3586714" cy="923330"/>
          </a:xfrm>
          <a:prstGeom prst="rect">
            <a:avLst/>
          </a:prstGeom>
          <a:noFill/>
        </p:spPr>
        <p:txBody>
          <a:bodyPr wrap="square" lIns="0" tIns="0" rIns="0" bIns="0" rtlCol="0">
            <a:spAutoFit/>
          </a:bodyPr>
          <a:lstStyle/>
          <a:p>
            <a:pPr marL="171450"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Improved campaign effectiveness through data-driven personalization.</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Enhanced viewer engagement</a:t>
            </a:r>
          </a:p>
          <a:p>
            <a:pPr marL="628650" lvl="1" indent="-171450" defTabSz="914065">
              <a:spcAft>
                <a:spcPts val="600"/>
              </a:spcAft>
              <a:buFont typeface="Arial" panose="020B0604020202020204" pitchFamily="34" charset="0"/>
              <a:buChar char="•"/>
              <a:defRPr/>
            </a:pPr>
            <a:r>
              <a:rPr lang="en-US" sz="1000">
                <a:solidFill>
                  <a:srgbClr val="053057"/>
                </a:solidFill>
                <a:latin typeface="Montserrat" panose="00000500000000000000" pitchFamily="2" charset="0"/>
              </a:rPr>
              <a:t>Increased response rates through targeted messaging</a:t>
            </a:r>
          </a:p>
        </p:txBody>
      </p:sp>
      <p:sp>
        <p:nvSpPr>
          <p:cNvPr id="15" name="Text Placeholder 4">
            <a:extLst>
              <a:ext uri="{FF2B5EF4-FFF2-40B4-BE49-F238E27FC236}">
                <a16:creationId xmlns:a16="http://schemas.microsoft.com/office/drawing/2014/main" id="{8EEE2940-C6E2-6019-411B-1CBCD4F9823D}"/>
              </a:ext>
            </a:extLst>
          </p:cNvPr>
          <p:cNvSpPr txBox="1">
            <a:spLocks/>
          </p:cNvSpPr>
          <p:nvPr/>
        </p:nvSpPr>
        <p:spPr>
          <a:xfrm>
            <a:off x="571258" y="2422965"/>
            <a:ext cx="2622509" cy="2528413"/>
          </a:xfrm>
          <a:prstGeom prst="rect">
            <a:avLst/>
          </a:prstGeom>
        </p:spPr>
        <p:txBody>
          <a:bodyPr l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defRPr/>
            </a:pPr>
            <a:r>
              <a:rPr lang="en-US" sz="1200" kern="100">
                <a:solidFill>
                  <a:srgbClr val="053057"/>
                </a:solidFill>
                <a:latin typeface="Montserrat" panose="00000500000000000000" pitchFamily="2" charset="0"/>
                <a:ea typeface="Calibri" panose="020F0502020204030204" pitchFamily="34" charset="0"/>
                <a:cs typeface="Times New Roman" panose="02020603050405020304" pitchFamily="18" charset="0"/>
              </a:rPr>
              <a:t>A leading global entertainment streaming platform partnered with Blend to transform their viewer data into actionable insights to predict and deliver campaigns that would resonate with users based solely on viewing behavior, without access to traditional demographic data.</a:t>
            </a:r>
          </a:p>
        </p:txBody>
      </p:sp>
      <p:sp>
        <p:nvSpPr>
          <p:cNvPr id="5" name="Oval 4">
            <a:extLst>
              <a:ext uri="{FF2B5EF4-FFF2-40B4-BE49-F238E27FC236}">
                <a16:creationId xmlns:a16="http://schemas.microsoft.com/office/drawing/2014/main" id="{5CD86F6C-1641-9699-DF99-C71ECAACECB8}"/>
              </a:ext>
            </a:extLst>
          </p:cNvPr>
          <p:cNvSpPr/>
          <p:nvPr/>
        </p:nvSpPr>
        <p:spPr>
          <a:xfrm>
            <a:off x="4003549" y="509851"/>
            <a:ext cx="352529" cy="35252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en-MY" sz="1200" b="1">
              <a:solidFill>
                <a:srgbClr val="053057"/>
              </a:solidFill>
              <a:latin typeface="Montserrat" panose="00000500000000000000" pitchFamily="2" charset="0"/>
            </a:endParaRPr>
          </a:p>
        </p:txBody>
      </p:sp>
      <p:grpSp>
        <p:nvGrpSpPr>
          <p:cNvPr id="6" name="Graphic 159">
            <a:extLst>
              <a:ext uri="{FF2B5EF4-FFF2-40B4-BE49-F238E27FC236}">
                <a16:creationId xmlns:a16="http://schemas.microsoft.com/office/drawing/2014/main" id="{462535EF-C5C6-4866-8A82-D479B8CCAE31}"/>
              </a:ext>
            </a:extLst>
          </p:cNvPr>
          <p:cNvGrpSpPr>
            <a:grpSpLocks noChangeAspect="1"/>
          </p:cNvGrpSpPr>
          <p:nvPr/>
        </p:nvGrpSpPr>
        <p:grpSpPr>
          <a:xfrm>
            <a:off x="4087874" y="594174"/>
            <a:ext cx="183879" cy="183880"/>
            <a:chOff x="3039690" y="3963730"/>
            <a:chExt cx="704244" cy="704245"/>
          </a:xfrm>
          <a:solidFill>
            <a:schemeClr val="accent2"/>
          </a:solidFill>
        </p:grpSpPr>
        <p:sp>
          <p:nvSpPr>
            <p:cNvPr id="16" name="Freeform 13">
              <a:extLst>
                <a:ext uri="{FF2B5EF4-FFF2-40B4-BE49-F238E27FC236}">
                  <a16:creationId xmlns:a16="http://schemas.microsoft.com/office/drawing/2014/main" id="{7CE338C3-BBF2-D4F5-0572-0548D7278823}"/>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pPr defTabSz="914400">
                <a:defRPr/>
              </a:pPr>
              <a:endParaRPr lang="en-US">
                <a:solidFill>
                  <a:srgbClr val="053057"/>
                </a:solidFill>
                <a:latin typeface="Montserrat" panose="00000500000000000000" pitchFamily="2" charset="0"/>
              </a:endParaRPr>
            </a:p>
          </p:txBody>
        </p:sp>
        <p:sp>
          <p:nvSpPr>
            <p:cNvPr id="17" name="Freeform 14">
              <a:extLst>
                <a:ext uri="{FF2B5EF4-FFF2-40B4-BE49-F238E27FC236}">
                  <a16:creationId xmlns:a16="http://schemas.microsoft.com/office/drawing/2014/main" id="{3ED2A689-22B0-3851-A7D6-DC607AA9714B}"/>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pPr defTabSz="914400">
                <a:defRPr/>
              </a:pPr>
              <a:endParaRPr lang="en-US">
                <a:solidFill>
                  <a:srgbClr val="053057"/>
                </a:solidFill>
                <a:latin typeface="Montserrat" panose="00000500000000000000" pitchFamily="2" charset="0"/>
              </a:endParaRPr>
            </a:p>
          </p:txBody>
        </p:sp>
        <p:sp>
          <p:nvSpPr>
            <p:cNvPr id="18" name="Freeform 15">
              <a:extLst>
                <a:ext uri="{FF2B5EF4-FFF2-40B4-BE49-F238E27FC236}">
                  <a16:creationId xmlns:a16="http://schemas.microsoft.com/office/drawing/2014/main" id="{FCB5B183-6B25-F1A7-33E6-529E6F6FEAC2}"/>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pPr defTabSz="914400">
                <a:defRPr/>
              </a:pPr>
              <a:endParaRPr lang="en-US">
                <a:solidFill>
                  <a:srgbClr val="053057"/>
                </a:solidFill>
                <a:latin typeface="Montserrat" panose="00000500000000000000" pitchFamily="2" charset="0"/>
              </a:endParaRPr>
            </a:p>
          </p:txBody>
        </p:sp>
      </p:grpSp>
      <p:sp>
        <p:nvSpPr>
          <p:cNvPr id="19" name="Oval 18">
            <a:extLst>
              <a:ext uri="{FF2B5EF4-FFF2-40B4-BE49-F238E27FC236}">
                <a16:creationId xmlns:a16="http://schemas.microsoft.com/office/drawing/2014/main" id="{99613721-6DAC-FF5C-67E3-C9FBD1227DDF}"/>
              </a:ext>
            </a:extLst>
          </p:cNvPr>
          <p:cNvSpPr/>
          <p:nvPr/>
        </p:nvSpPr>
        <p:spPr>
          <a:xfrm>
            <a:off x="4002122" y="2993214"/>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en-MY" sz="1200" b="1">
              <a:solidFill>
                <a:srgbClr val="F4F3F0"/>
              </a:solidFill>
              <a:latin typeface="Montserrat" panose="00000500000000000000" pitchFamily="2" charset="0"/>
            </a:endParaRPr>
          </a:p>
        </p:txBody>
      </p:sp>
      <p:pic>
        <p:nvPicPr>
          <p:cNvPr id="20" name="Graphic 19">
            <a:extLst>
              <a:ext uri="{FF2B5EF4-FFF2-40B4-BE49-F238E27FC236}">
                <a16:creationId xmlns:a16="http://schemas.microsoft.com/office/drawing/2014/main" id="{A1DC9666-B808-EC53-D04A-68C77F5193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40878" y="3027352"/>
            <a:ext cx="284253" cy="284253"/>
          </a:xfrm>
          <a:prstGeom prst="rect">
            <a:avLst/>
          </a:prstGeom>
        </p:spPr>
      </p:pic>
      <p:sp>
        <p:nvSpPr>
          <p:cNvPr id="21" name="Oval 20">
            <a:extLst>
              <a:ext uri="{FF2B5EF4-FFF2-40B4-BE49-F238E27FC236}">
                <a16:creationId xmlns:a16="http://schemas.microsoft.com/office/drawing/2014/main" id="{BC1AECB1-BC52-8248-C11E-F1B09A78FADD}"/>
              </a:ext>
            </a:extLst>
          </p:cNvPr>
          <p:cNvSpPr/>
          <p:nvPr/>
        </p:nvSpPr>
        <p:spPr>
          <a:xfrm>
            <a:off x="7949275" y="484406"/>
            <a:ext cx="352529" cy="3525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en-MY" sz="1200" b="1">
              <a:solidFill>
                <a:srgbClr val="053057"/>
              </a:solidFill>
              <a:latin typeface="Montserrat" panose="00000500000000000000" pitchFamily="2" charset="0"/>
            </a:endParaRPr>
          </a:p>
        </p:txBody>
      </p:sp>
      <p:pic>
        <p:nvPicPr>
          <p:cNvPr id="22" name="Graphic 21">
            <a:extLst>
              <a:ext uri="{FF2B5EF4-FFF2-40B4-BE49-F238E27FC236}">
                <a16:creationId xmlns:a16="http://schemas.microsoft.com/office/drawing/2014/main" id="{F08C6A02-B875-9FF7-A4A7-F2D28378E9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03913" y="535869"/>
            <a:ext cx="243250" cy="243250"/>
          </a:xfrm>
          <a:prstGeom prst="rect">
            <a:avLst/>
          </a:prstGeom>
        </p:spPr>
      </p:pic>
      <p:cxnSp>
        <p:nvCxnSpPr>
          <p:cNvPr id="3" name="Straight Connector 2">
            <a:extLst>
              <a:ext uri="{FF2B5EF4-FFF2-40B4-BE49-F238E27FC236}">
                <a16:creationId xmlns:a16="http://schemas.microsoft.com/office/drawing/2014/main" id="{2CAEBCB3-1DC7-7E25-577D-F410DE871D61}"/>
              </a:ext>
            </a:extLst>
          </p:cNvPr>
          <p:cNvCxnSpPr>
            <a:cxnSpLocks/>
          </p:cNvCxnSpPr>
          <p:nvPr/>
        </p:nvCxnSpPr>
        <p:spPr>
          <a:xfrm>
            <a:off x="6766023" y="722690"/>
            <a:ext cx="0" cy="563444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4" name="Graphic 23">
            <a:extLst>
              <a:ext uri="{FF2B5EF4-FFF2-40B4-BE49-F238E27FC236}">
                <a16:creationId xmlns:a16="http://schemas.microsoft.com/office/drawing/2014/main" id="{05BA56D2-3F0F-4FB2-B299-BEC287F6C49A}"/>
              </a:ext>
            </a:extLst>
          </p:cNvPr>
          <p:cNvPicPr>
            <a:picLocks noGrp="1" noRo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rcRect l="35318" t="-4519" r="488" b="677"/>
          <a:stretch/>
        </p:blipFill>
        <p:spPr>
          <a:xfrm flipV="1">
            <a:off x="795" y="3479385"/>
            <a:ext cx="3523949" cy="3378615"/>
          </a:xfrm>
          <a:prstGeom prst="rect">
            <a:avLst/>
          </a:prstGeom>
        </p:spPr>
      </p:pic>
      <p:sp>
        <p:nvSpPr>
          <p:cNvPr id="4" name="Rectangle: Rounded Corners 48">
            <a:extLst>
              <a:ext uri="{FF2B5EF4-FFF2-40B4-BE49-F238E27FC236}">
                <a16:creationId xmlns:a16="http://schemas.microsoft.com/office/drawing/2014/main" id="{3AD98D74-517D-2A73-0C6B-86B7D3AEB536}"/>
              </a:ext>
            </a:extLst>
          </p:cNvPr>
          <p:cNvSpPr/>
          <p:nvPr/>
        </p:nvSpPr>
        <p:spPr>
          <a:xfrm>
            <a:off x="7949273" y="2259111"/>
            <a:ext cx="3798040" cy="67440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en-US">
              <a:solidFill>
                <a:srgbClr val="000000"/>
              </a:solidFill>
              <a:latin typeface="Montserrat" panose="00000500000000000000" pitchFamily="2" charset="0"/>
            </a:endParaRPr>
          </a:p>
        </p:txBody>
      </p:sp>
      <p:sp>
        <p:nvSpPr>
          <p:cNvPr id="25" name="TextBox 24">
            <a:extLst>
              <a:ext uri="{FF2B5EF4-FFF2-40B4-BE49-F238E27FC236}">
                <a16:creationId xmlns:a16="http://schemas.microsoft.com/office/drawing/2014/main" id="{433CC221-0278-E488-02C1-6391D8862BF9}"/>
              </a:ext>
            </a:extLst>
          </p:cNvPr>
          <p:cNvSpPr txBox="1"/>
          <p:nvPr/>
        </p:nvSpPr>
        <p:spPr>
          <a:xfrm>
            <a:off x="8675701" y="2457815"/>
            <a:ext cx="2889677" cy="276999"/>
          </a:xfrm>
          <a:prstGeom prst="rect">
            <a:avLst/>
          </a:prstGeom>
          <a:noFill/>
        </p:spPr>
        <p:txBody>
          <a:bodyPr wrap="square" lIns="0" tIns="0" rIns="0" bIns="0" rtlCol="0">
            <a:spAutoFit/>
          </a:bodyPr>
          <a:lstStyle/>
          <a:p>
            <a:pPr marL="0" lvl="1" defTabSz="914400">
              <a:lnSpc>
                <a:spcPct val="90000"/>
              </a:lnSpc>
              <a:spcBef>
                <a:spcPts val="600"/>
              </a:spcBef>
              <a:buClr>
                <a:srgbClr val="FFFFFF"/>
              </a:buClr>
              <a:defRPr/>
            </a:pPr>
            <a:r>
              <a:rPr lang="en-US" sz="1000">
                <a:solidFill>
                  <a:srgbClr val="00EDED"/>
                </a:solidFill>
                <a:latin typeface="Montserrat" panose="00000500000000000000" pitchFamily="2" charset="0"/>
                <a:ea typeface="Open Sans" panose="020B0606030504020204" pitchFamily="34" charset="0"/>
                <a:cs typeface="Calibri" panose="020F0502020204030204" pitchFamily="34" charset="0"/>
              </a:rPr>
              <a:t>~$9.3M annual </a:t>
            </a:r>
            <a:r>
              <a:rPr lang="en-US" sz="1000">
                <a:solidFill>
                  <a:srgbClr val="FFFFFF"/>
                </a:solidFill>
                <a:latin typeface="Montserrat" panose="00000500000000000000" pitchFamily="2" charset="0"/>
                <a:ea typeface="Open Sans" panose="020B0606030504020204" pitchFamily="34" charset="0"/>
                <a:cs typeface="Calibri" panose="020F0502020204030204" pitchFamily="34" charset="0"/>
              </a:rPr>
              <a:t>value of personalized targeting</a:t>
            </a:r>
          </a:p>
        </p:txBody>
      </p:sp>
      <p:sp>
        <p:nvSpPr>
          <p:cNvPr id="26" name="Oval 25">
            <a:extLst>
              <a:ext uri="{FF2B5EF4-FFF2-40B4-BE49-F238E27FC236}">
                <a16:creationId xmlns:a16="http://schemas.microsoft.com/office/drawing/2014/main" id="{15E89F0A-A75F-370F-48D3-2BED70FE89FB}"/>
              </a:ext>
            </a:extLst>
          </p:cNvPr>
          <p:cNvSpPr/>
          <p:nvPr/>
        </p:nvSpPr>
        <p:spPr>
          <a:xfrm>
            <a:off x="8153430" y="2426147"/>
            <a:ext cx="340334" cy="34033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100" b="1">
              <a:solidFill>
                <a:srgbClr val="053057"/>
              </a:solidFill>
              <a:latin typeface="Montserrat" panose="00000500000000000000" pitchFamily="2" charset="0"/>
            </a:endParaRPr>
          </a:p>
        </p:txBody>
      </p:sp>
      <p:grpSp>
        <p:nvGrpSpPr>
          <p:cNvPr id="27" name="Graphic 159">
            <a:extLst>
              <a:ext uri="{FF2B5EF4-FFF2-40B4-BE49-F238E27FC236}">
                <a16:creationId xmlns:a16="http://schemas.microsoft.com/office/drawing/2014/main" id="{AE9A519D-B282-A8A3-588D-7A90A57F968A}"/>
              </a:ext>
            </a:extLst>
          </p:cNvPr>
          <p:cNvGrpSpPr>
            <a:grpSpLocks noChangeAspect="1"/>
          </p:cNvGrpSpPr>
          <p:nvPr/>
        </p:nvGrpSpPr>
        <p:grpSpPr>
          <a:xfrm>
            <a:off x="8219417" y="2520518"/>
            <a:ext cx="208361" cy="151591"/>
            <a:chOff x="1068997" y="3173966"/>
            <a:chExt cx="708975" cy="515809"/>
          </a:xfrm>
          <a:solidFill>
            <a:srgbClr val="153157"/>
          </a:solidFill>
        </p:grpSpPr>
        <p:grpSp>
          <p:nvGrpSpPr>
            <p:cNvPr id="28" name="Graphic 159">
              <a:extLst>
                <a:ext uri="{FF2B5EF4-FFF2-40B4-BE49-F238E27FC236}">
                  <a16:creationId xmlns:a16="http://schemas.microsoft.com/office/drawing/2014/main" id="{6F2DC005-4927-F421-9218-6966A335428C}"/>
                </a:ext>
              </a:extLst>
            </p:cNvPr>
            <p:cNvGrpSpPr/>
            <p:nvPr/>
          </p:nvGrpSpPr>
          <p:grpSpPr>
            <a:xfrm>
              <a:off x="1068997" y="3373154"/>
              <a:ext cx="708975" cy="316622"/>
              <a:chOff x="1068997" y="3373154"/>
              <a:chExt cx="708975" cy="316622"/>
            </a:xfrm>
            <a:solidFill>
              <a:srgbClr val="153157"/>
            </a:solidFill>
          </p:grpSpPr>
          <p:sp>
            <p:nvSpPr>
              <p:cNvPr id="32" name="Freeform 31">
                <a:extLst>
                  <a:ext uri="{FF2B5EF4-FFF2-40B4-BE49-F238E27FC236}">
                    <a16:creationId xmlns:a16="http://schemas.microsoft.com/office/drawing/2014/main" id="{62F4B0D8-3E73-DB24-6469-26440D560C55}"/>
                  </a:ext>
                </a:extLst>
              </p:cNvPr>
              <p:cNvSpPr/>
              <p:nvPr/>
            </p:nvSpPr>
            <p:spPr>
              <a:xfrm>
                <a:off x="1150938" y="3373154"/>
                <a:ext cx="627034" cy="316622"/>
              </a:xfrm>
              <a:custGeom>
                <a:avLst/>
                <a:gdLst>
                  <a:gd name="connsiteX0" fmla="*/ 23262 w 627034"/>
                  <a:gd name="connsiteY0" fmla="*/ 316622 h 316622"/>
                  <a:gd name="connsiteX1" fmla="*/ 7825 w 627034"/>
                  <a:gd name="connsiteY1" fmla="*/ 310741 h 316622"/>
                  <a:gd name="connsiteX2" fmla="*/ 5864 w 627034"/>
                  <a:gd name="connsiteY2" fmla="*/ 277906 h 316622"/>
                  <a:gd name="connsiteX3" fmla="*/ 82072 w 627034"/>
                  <a:gd name="connsiteY3" fmla="*/ 222282 h 316622"/>
                  <a:gd name="connsiteX4" fmla="*/ 87708 w 627034"/>
                  <a:gd name="connsiteY4" fmla="*/ 221301 h 316622"/>
                  <a:gd name="connsiteX5" fmla="*/ 315105 w 627034"/>
                  <a:gd name="connsiteY5" fmla="*/ 215175 h 316622"/>
                  <a:gd name="connsiteX6" fmla="*/ 322701 w 627034"/>
                  <a:gd name="connsiteY6" fmla="*/ 213215 h 316622"/>
                  <a:gd name="connsiteX7" fmla="*/ 566516 w 627034"/>
                  <a:gd name="connsiteY7" fmla="*/ 82609 h 316622"/>
                  <a:gd name="connsiteX8" fmla="*/ 579503 w 627034"/>
                  <a:gd name="connsiteY8" fmla="*/ 67416 h 316622"/>
                  <a:gd name="connsiteX9" fmla="*/ 578523 w 627034"/>
                  <a:gd name="connsiteY9" fmla="*/ 54184 h 316622"/>
                  <a:gd name="connsiteX10" fmla="*/ 548873 w 627034"/>
                  <a:gd name="connsiteY10" fmla="*/ 50509 h 316622"/>
                  <a:gd name="connsiteX11" fmla="*/ 390332 w 627034"/>
                  <a:gd name="connsiteY11" fmla="*/ 133822 h 316622"/>
                  <a:gd name="connsiteX12" fmla="*/ 358967 w 627034"/>
                  <a:gd name="connsiteY12" fmla="*/ 124021 h 316622"/>
                  <a:gd name="connsiteX13" fmla="*/ 368769 w 627034"/>
                  <a:gd name="connsiteY13" fmla="*/ 92655 h 316622"/>
                  <a:gd name="connsiteX14" fmla="*/ 527310 w 627034"/>
                  <a:gd name="connsiteY14" fmla="*/ 9342 h 316622"/>
                  <a:gd name="connsiteX15" fmla="*/ 619690 w 627034"/>
                  <a:gd name="connsiteY15" fmla="*/ 32131 h 316622"/>
                  <a:gd name="connsiteX16" fmla="*/ 624100 w 627034"/>
                  <a:gd name="connsiteY16" fmla="*/ 80893 h 316622"/>
                  <a:gd name="connsiteX17" fmla="*/ 588570 w 627034"/>
                  <a:gd name="connsiteY17" fmla="*/ 123530 h 316622"/>
                  <a:gd name="connsiteX18" fmla="*/ 342059 w 627034"/>
                  <a:gd name="connsiteY18" fmla="*/ 255607 h 316622"/>
                  <a:gd name="connsiteX19" fmla="*/ 336668 w 627034"/>
                  <a:gd name="connsiteY19" fmla="*/ 257812 h 316622"/>
                  <a:gd name="connsiteX20" fmla="*/ 323681 w 627034"/>
                  <a:gd name="connsiteY20" fmla="*/ 260998 h 316622"/>
                  <a:gd name="connsiteX21" fmla="*/ 318780 w 627034"/>
                  <a:gd name="connsiteY21" fmla="*/ 261733 h 316622"/>
                  <a:gd name="connsiteX22" fmla="*/ 92609 w 627034"/>
                  <a:gd name="connsiteY22" fmla="*/ 267859 h 316622"/>
                  <a:gd name="connsiteX23" fmla="*/ 40415 w 627034"/>
                  <a:gd name="connsiteY23" fmla="*/ 308536 h 316622"/>
                  <a:gd name="connsiteX24" fmla="*/ 23262 w 627034"/>
                  <a:gd name="connsiteY24" fmla="*/ 316622 h 31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7034" h="316622">
                    <a:moveTo>
                      <a:pt x="23262" y="316622"/>
                    </a:moveTo>
                    <a:cubicBezTo>
                      <a:pt x="17871" y="316622"/>
                      <a:pt x="12235" y="314662"/>
                      <a:pt x="7825" y="310741"/>
                    </a:cubicBezTo>
                    <a:cubicBezTo>
                      <a:pt x="-1732" y="302165"/>
                      <a:pt x="-2712" y="287462"/>
                      <a:pt x="5864" y="277906"/>
                    </a:cubicBezTo>
                    <a:cubicBezTo>
                      <a:pt x="44826" y="233798"/>
                      <a:pt x="78396" y="223507"/>
                      <a:pt x="82072" y="222282"/>
                    </a:cubicBezTo>
                    <a:cubicBezTo>
                      <a:pt x="84032" y="221792"/>
                      <a:pt x="85747" y="221546"/>
                      <a:pt x="87708" y="221301"/>
                    </a:cubicBezTo>
                    <a:lnTo>
                      <a:pt x="315105" y="215175"/>
                    </a:lnTo>
                    <a:lnTo>
                      <a:pt x="322701" y="213215"/>
                    </a:lnTo>
                    <a:lnTo>
                      <a:pt x="566516" y="82609"/>
                    </a:lnTo>
                    <a:cubicBezTo>
                      <a:pt x="572887" y="79178"/>
                      <a:pt x="577543" y="73787"/>
                      <a:pt x="579503" y="67416"/>
                    </a:cubicBezTo>
                    <a:cubicBezTo>
                      <a:pt x="580973" y="62761"/>
                      <a:pt x="580728" y="57860"/>
                      <a:pt x="578523" y="54184"/>
                    </a:cubicBezTo>
                    <a:cubicBezTo>
                      <a:pt x="573377" y="44628"/>
                      <a:pt x="559410" y="44873"/>
                      <a:pt x="548873" y="50509"/>
                    </a:cubicBezTo>
                    <a:lnTo>
                      <a:pt x="390332" y="133822"/>
                    </a:lnTo>
                    <a:cubicBezTo>
                      <a:pt x="379060" y="139703"/>
                      <a:pt x="364848" y="135537"/>
                      <a:pt x="358967" y="124021"/>
                    </a:cubicBezTo>
                    <a:cubicBezTo>
                      <a:pt x="353086" y="112749"/>
                      <a:pt x="357252" y="98536"/>
                      <a:pt x="368769" y="92655"/>
                    </a:cubicBezTo>
                    <a:lnTo>
                      <a:pt x="527310" y="9342"/>
                    </a:lnTo>
                    <a:cubicBezTo>
                      <a:pt x="562350" y="-9281"/>
                      <a:pt x="602782" y="765"/>
                      <a:pt x="619690" y="32131"/>
                    </a:cubicBezTo>
                    <a:cubicBezTo>
                      <a:pt x="627531" y="46833"/>
                      <a:pt x="629246" y="64231"/>
                      <a:pt x="624100" y="80893"/>
                    </a:cubicBezTo>
                    <a:cubicBezTo>
                      <a:pt x="618709" y="99026"/>
                      <a:pt x="605722" y="114464"/>
                      <a:pt x="588570" y="123530"/>
                    </a:cubicBezTo>
                    <a:lnTo>
                      <a:pt x="342059" y="255607"/>
                    </a:lnTo>
                    <a:cubicBezTo>
                      <a:pt x="340344" y="256587"/>
                      <a:pt x="338629" y="257322"/>
                      <a:pt x="336668" y="257812"/>
                    </a:cubicBezTo>
                    <a:lnTo>
                      <a:pt x="323681" y="260998"/>
                    </a:lnTo>
                    <a:cubicBezTo>
                      <a:pt x="321966" y="261488"/>
                      <a:pt x="320496" y="261733"/>
                      <a:pt x="318780" y="261733"/>
                    </a:cubicBezTo>
                    <a:lnTo>
                      <a:pt x="92609" y="267859"/>
                    </a:lnTo>
                    <a:cubicBezTo>
                      <a:pt x="85992" y="270554"/>
                      <a:pt x="64919" y="280846"/>
                      <a:pt x="40415" y="308536"/>
                    </a:cubicBezTo>
                    <a:cubicBezTo>
                      <a:pt x="36004" y="313927"/>
                      <a:pt x="29633" y="316622"/>
                      <a:pt x="23262" y="316622"/>
                    </a:cubicBezTo>
                    <a:close/>
                  </a:path>
                </a:pathLst>
              </a:custGeom>
              <a:solidFill>
                <a:srgbClr val="153157"/>
              </a:solidFill>
              <a:ln w="2441" cap="flat">
                <a:noFill/>
                <a:prstDash val="solid"/>
                <a:miter/>
              </a:ln>
            </p:spPr>
            <p:txBody>
              <a:bodyPr rtlCol="0" anchor="ctr"/>
              <a:lstStyle/>
              <a:p>
                <a:pPr defTabSz="914400">
                  <a:defRPr/>
                </a:pPr>
                <a:endParaRPr lang="en-US">
                  <a:solidFill>
                    <a:srgbClr val="FFFFFF"/>
                  </a:solidFill>
                  <a:latin typeface="Montserrat" panose="00000500000000000000" pitchFamily="2" charset="0"/>
                </a:endParaRPr>
              </a:p>
            </p:txBody>
          </p:sp>
          <p:sp>
            <p:nvSpPr>
              <p:cNvPr id="33" name="Freeform 32">
                <a:extLst>
                  <a:ext uri="{FF2B5EF4-FFF2-40B4-BE49-F238E27FC236}">
                    <a16:creationId xmlns:a16="http://schemas.microsoft.com/office/drawing/2014/main" id="{85CBD6DC-CDF2-36FC-EB9B-87F7DE0D8F72}"/>
                  </a:ext>
                </a:extLst>
              </p:cNvPr>
              <p:cNvSpPr/>
              <p:nvPr/>
            </p:nvSpPr>
            <p:spPr>
              <a:xfrm>
                <a:off x="1068997" y="3405956"/>
                <a:ext cx="484280" cy="163260"/>
              </a:xfrm>
              <a:custGeom>
                <a:avLst/>
                <a:gdLst>
                  <a:gd name="connsiteX0" fmla="*/ 23360 w 484280"/>
                  <a:gd name="connsiteY0" fmla="*/ 163260 h 163260"/>
                  <a:gd name="connsiteX1" fmla="*/ 6207 w 484280"/>
                  <a:gd name="connsiteY1" fmla="*/ 155664 h 163260"/>
                  <a:gd name="connsiteX2" fmla="*/ 7432 w 484280"/>
                  <a:gd name="connsiteY2" fmla="*/ 122829 h 163260"/>
                  <a:gd name="connsiteX3" fmla="*/ 111574 w 484280"/>
                  <a:gd name="connsiteY3" fmla="*/ 26773 h 163260"/>
                  <a:gd name="connsiteX4" fmla="*/ 114270 w 484280"/>
                  <a:gd name="connsiteY4" fmla="*/ 24567 h 163260"/>
                  <a:gd name="connsiteX5" fmla="*/ 244876 w 484280"/>
                  <a:gd name="connsiteY5" fmla="*/ 5944 h 163260"/>
                  <a:gd name="connsiteX6" fmla="*/ 322554 w 484280"/>
                  <a:gd name="connsiteY6" fmla="*/ 14766 h 163260"/>
                  <a:gd name="connsiteX7" fmla="*/ 412238 w 484280"/>
                  <a:gd name="connsiteY7" fmla="*/ 14766 h 163260"/>
                  <a:gd name="connsiteX8" fmla="*/ 484280 w 484280"/>
                  <a:gd name="connsiteY8" fmla="*/ 80682 h 163260"/>
                  <a:gd name="connsiteX9" fmla="*/ 412238 w 484280"/>
                  <a:gd name="connsiteY9" fmla="*/ 146597 h 163260"/>
                  <a:gd name="connsiteX10" fmla="*/ 287513 w 484280"/>
                  <a:gd name="connsiteY10" fmla="*/ 146597 h 163260"/>
                  <a:gd name="connsiteX11" fmla="*/ 264234 w 484280"/>
                  <a:gd name="connsiteY11" fmla="*/ 123319 h 163260"/>
                  <a:gd name="connsiteX12" fmla="*/ 287513 w 484280"/>
                  <a:gd name="connsiteY12" fmla="*/ 100040 h 163260"/>
                  <a:gd name="connsiteX13" fmla="*/ 412238 w 484280"/>
                  <a:gd name="connsiteY13" fmla="*/ 100040 h 163260"/>
                  <a:gd name="connsiteX14" fmla="*/ 437723 w 484280"/>
                  <a:gd name="connsiteY14" fmla="*/ 80682 h 163260"/>
                  <a:gd name="connsiteX15" fmla="*/ 412238 w 484280"/>
                  <a:gd name="connsiteY15" fmla="*/ 61323 h 163260"/>
                  <a:gd name="connsiteX16" fmla="*/ 322064 w 484280"/>
                  <a:gd name="connsiteY16" fmla="*/ 61323 h 163260"/>
                  <a:gd name="connsiteX17" fmla="*/ 321329 w 484280"/>
                  <a:gd name="connsiteY17" fmla="*/ 61323 h 163260"/>
                  <a:gd name="connsiteX18" fmla="*/ 232624 w 484280"/>
                  <a:gd name="connsiteY18" fmla="*/ 51032 h 163260"/>
                  <a:gd name="connsiteX19" fmla="*/ 231644 w 484280"/>
                  <a:gd name="connsiteY19" fmla="*/ 50787 h 163260"/>
                  <a:gd name="connsiteX20" fmla="*/ 141714 w 484280"/>
                  <a:gd name="connsiteY20" fmla="*/ 62304 h 163260"/>
                  <a:gd name="connsiteX21" fmla="*/ 39042 w 484280"/>
                  <a:gd name="connsiteY21" fmla="*/ 157134 h 163260"/>
                  <a:gd name="connsiteX22" fmla="*/ 23360 w 484280"/>
                  <a:gd name="connsiteY22" fmla="*/ 163260 h 16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4280" h="163260">
                    <a:moveTo>
                      <a:pt x="23360" y="163260"/>
                    </a:moveTo>
                    <a:cubicBezTo>
                      <a:pt x="16989" y="163260"/>
                      <a:pt x="10863" y="160810"/>
                      <a:pt x="6207" y="155664"/>
                    </a:cubicBezTo>
                    <a:cubicBezTo>
                      <a:pt x="-2614" y="146107"/>
                      <a:pt x="-1879" y="131405"/>
                      <a:pt x="7432" y="122829"/>
                    </a:cubicBezTo>
                    <a:lnTo>
                      <a:pt x="111574" y="26773"/>
                    </a:lnTo>
                    <a:cubicBezTo>
                      <a:pt x="112554" y="26038"/>
                      <a:pt x="113290" y="25303"/>
                      <a:pt x="114270" y="24567"/>
                    </a:cubicBezTo>
                    <a:cubicBezTo>
                      <a:pt x="171364" y="-13904"/>
                      <a:pt x="236790" y="3739"/>
                      <a:pt x="244876" y="5944"/>
                    </a:cubicBezTo>
                    <a:cubicBezTo>
                      <a:pt x="266685" y="11580"/>
                      <a:pt x="307851" y="14031"/>
                      <a:pt x="322554" y="14766"/>
                    </a:cubicBezTo>
                    <a:lnTo>
                      <a:pt x="412238" y="14766"/>
                    </a:lnTo>
                    <a:cubicBezTo>
                      <a:pt x="451935" y="14766"/>
                      <a:pt x="484280" y="44416"/>
                      <a:pt x="484280" y="80682"/>
                    </a:cubicBezTo>
                    <a:cubicBezTo>
                      <a:pt x="484280" y="116948"/>
                      <a:pt x="451935" y="146597"/>
                      <a:pt x="412238" y="146597"/>
                    </a:cubicBezTo>
                    <a:lnTo>
                      <a:pt x="287513" y="146597"/>
                    </a:lnTo>
                    <a:cubicBezTo>
                      <a:pt x="274771" y="146597"/>
                      <a:pt x="264234" y="136061"/>
                      <a:pt x="264234" y="123319"/>
                    </a:cubicBezTo>
                    <a:cubicBezTo>
                      <a:pt x="264234" y="110577"/>
                      <a:pt x="274771" y="100040"/>
                      <a:pt x="287513" y="100040"/>
                    </a:cubicBezTo>
                    <a:lnTo>
                      <a:pt x="412238" y="100040"/>
                    </a:lnTo>
                    <a:cubicBezTo>
                      <a:pt x="425961" y="100040"/>
                      <a:pt x="437723" y="91218"/>
                      <a:pt x="437723" y="80682"/>
                    </a:cubicBezTo>
                    <a:cubicBezTo>
                      <a:pt x="437723" y="70145"/>
                      <a:pt x="425961" y="61323"/>
                      <a:pt x="412238" y="61323"/>
                    </a:cubicBezTo>
                    <a:lnTo>
                      <a:pt x="322064" y="61323"/>
                    </a:lnTo>
                    <a:cubicBezTo>
                      <a:pt x="321819" y="61323"/>
                      <a:pt x="321574" y="61323"/>
                      <a:pt x="321329" y="61323"/>
                    </a:cubicBezTo>
                    <a:cubicBezTo>
                      <a:pt x="319123" y="61323"/>
                      <a:pt x="263989" y="59118"/>
                      <a:pt x="232624" y="51032"/>
                    </a:cubicBezTo>
                    <a:cubicBezTo>
                      <a:pt x="232379" y="51032"/>
                      <a:pt x="231889" y="50787"/>
                      <a:pt x="231644" y="50787"/>
                    </a:cubicBezTo>
                    <a:cubicBezTo>
                      <a:pt x="231154" y="50787"/>
                      <a:pt x="182146" y="36329"/>
                      <a:pt x="141714" y="62304"/>
                    </a:cubicBezTo>
                    <a:lnTo>
                      <a:pt x="39042" y="157134"/>
                    </a:lnTo>
                    <a:cubicBezTo>
                      <a:pt x="34632" y="161300"/>
                      <a:pt x="28996" y="163260"/>
                      <a:pt x="23360" y="163260"/>
                    </a:cubicBezTo>
                    <a:close/>
                  </a:path>
                </a:pathLst>
              </a:custGeom>
              <a:solidFill>
                <a:srgbClr val="153157"/>
              </a:solidFill>
              <a:ln w="2441" cap="flat">
                <a:noFill/>
                <a:prstDash val="solid"/>
                <a:miter/>
              </a:ln>
            </p:spPr>
            <p:txBody>
              <a:bodyPr rtlCol="0" anchor="ctr"/>
              <a:lstStyle/>
              <a:p>
                <a:pPr defTabSz="914400">
                  <a:defRPr/>
                </a:pPr>
                <a:endParaRPr lang="en-US">
                  <a:solidFill>
                    <a:srgbClr val="FFFFFF"/>
                  </a:solidFill>
                  <a:latin typeface="Montserrat" panose="00000500000000000000" pitchFamily="2" charset="0"/>
                </a:endParaRPr>
              </a:p>
            </p:txBody>
          </p:sp>
        </p:grpSp>
        <p:grpSp>
          <p:nvGrpSpPr>
            <p:cNvPr id="29" name="Graphic 159">
              <a:extLst>
                <a:ext uri="{FF2B5EF4-FFF2-40B4-BE49-F238E27FC236}">
                  <a16:creationId xmlns:a16="http://schemas.microsoft.com/office/drawing/2014/main" id="{0DADD976-C624-63DF-EF72-07D3C05FC0A5}"/>
                </a:ext>
              </a:extLst>
            </p:cNvPr>
            <p:cNvGrpSpPr/>
            <p:nvPr/>
          </p:nvGrpSpPr>
          <p:grpSpPr>
            <a:xfrm>
              <a:off x="1301437" y="3173966"/>
              <a:ext cx="371664" cy="217105"/>
              <a:chOff x="1301437" y="3173966"/>
              <a:chExt cx="371664" cy="217105"/>
            </a:xfrm>
            <a:solidFill>
              <a:srgbClr val="153157"/>
            </a:solidFill>
          </p:grpSpPr>
          <p:sp>
            <p:nvSpPr>
              <p:cNvPr id="30" name="Freeform 29">
                <a:extLst>
                  <a:ext uri="{FF2B5EF4-FFF2-40B4-BE49-F238E27FC236}">
                    <a16:creationId xmlns:a16="http://schemas.microsoft.com/office/drawing/2014/main" id="{1BDEDC5A-539F-2E65-FC6B-E8B30B4714C9}"/>
                  </a:ext>
                </a:extLst>
              </p:cNvPr>
              <p:cNvSpPr/>
              <p:nvPr/>
            </p:nvSpPr>
            <p:spPr>
              <a:xfrm>
                <a:off x="1301437" y="3174117"/>
                <a:ext cx="371514" cy="216955"/>
              </a:xfrm>
              <a:custGeom>
                <a:avLst/>
                <a:gdLst>
                  <a:gd name="connsiteX0" fmla="*/ 23218 w 371514"/>
                  <a:gd name="connsiteY0" fmla="*/ 216955 h 216955"/>
                  <a:gd name="connsiteX1" fmla="*/ 6800 w 371514"/>
                  <a:gd name="connsiteY1" fmla="*/ 210094 h 216955"/>
                  <a:gd name="connsiteX2" fmla="*/ 6800 w 371514"/>
                  <a:gd name="connsiteY2" fmla="*/ 177259 h 216955"/>
                  <a:gd name="connsiteX3" fmla="*/ 124909 w 371514"/>
                  <a:gd name="connsiteY3" fmla="*/ 58659 h 216955"/>
                  <a:gd name="connsiteX4" fmla="*/ 153579 w 371514"/>
                  <a:gd name="connsiteY4" fmla="*/ 55229 h 216955"/>
                  <a:gd name="connsiteX5" fmla="*/ 231257 w 371514"/>
                  <a:gd name="connsiteY5" fmla="*/ 103502 h 216955"/>
                  <a:gd name="connsiteX6" fmla="*/ 332213 w 371514"/>
                  <a:gd name="connsiteY6" fmla="*/ 6466 h 216955"/>
                  <a:gd name="connsiteX7" fmla="*/ 365048 w 371514"/>
                  <a:gd name="connsiteY7" fmla="*/ 6956 h 216955"/>
                  <a:gd name="connsiteX8" fmla="*/ 364558 w 371514"/>
                  <a:gd name="connsiteY8" fmla="*/ 39791 h 216955"/>
                  <a:gd name="connsiteX9" fmla="*/ 250615 w 371514"/>
                  <a:gd name="connsiteY9" fmla="*/ 149569 h 216955"/>
                  <a:gd name="connsiteX10" fmla="*/ 222190 w 371514"/>
                  <a:gd name="connsiteY10" fmla="*/ 152510 h 216955"/>
                  <a:gd name="connsiteX11" fmla="*/ 144757 w 371514"/>
                  <a:gd name="connsiteY11" fmla="*/ 104482 h 216955"/>
                  <a:gd name="connsiteX12" fmla="*/ 39635 w 371514"/>
                  <a:gd name="connsiteY12" fmla="*/ 209849 h 216955"/>
                  <a:gd name="connsiteX13" fmla="*/ 23218 w 371514"/>
                  <a:gd name="connsiteY13" fmla="*/ 216955 h 216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1514" h="216955">
                    <a:moveTo>
                      <a:pt x="23218" y="216955"/>
                    </a:moveTo>
                    <a:cubicBezTo>
                      <a:pt x="17337" y="216955"/>
                      <a:pt x="11456" y="214750"/>
                      <a:pt x="6800" y="210094"/>
                    </a:cubicBezTo>
                    <a:cubicBezTo>
                      <a:pt x="-2267" y="201028"/>
                      <a:pt x="-2267" y="186325"/>
                      <a:pt x="6800" y="177259"/>
                    </a:cubicBezTo>
                    <a:lnTo>
                      <a:pt x="124909" y="58659"/>
                    </a:lnTo>
                    <a:cubicBezTo>
                      <a:pt x="132505" y="51063"/>
                      <a:pt x="144512" y="49593"/>
                      <a:pt x="153579" y="55229"/>
                    </a:cubicBezTo>
                    <a:lnTo>
                      <a:pt x="231257" y="103502"/>
                    </a:lnTo>
                    <a:lnTo>
                      <a:pt x="332213" y="6466"/>
                    </a:lnTo>
                    <a:cubicBezTo>
                      <a:pt x="341525" y="-2356"/>
                      <a:pt x="356227" y="-2111"/>
                      <a:pt x="365048" y="6956"/>
                    </a:cubicBezTo>
                    <a:cubicBezTo>
                      <a:pt x="373870" y="16267"/>
                      <a:pt x="373625" y="30970"/>
                      <a:pt x="364558" y="39791"/>
                    </a:cubicBezTo>
                    <a:lnTo>
                      <a:pt x="250615" y="149569"/>
                    </a:lnTo>
                    <a:cubicBezTo>
                      <a:pt x="243018" y="156920"/>
                      <a:pt x="231257" y="158146"/>
                      <a:pt x="222190" y="152510"/>
                    </a:cubicBezTo>
                    <a:lnTo>
                      <a:pt x="144757" y="104482"/>
                    </a:lnTo>
                    <a:lnTo>
                      <a:pt x="39635" y="209849"/>
                    </a:lnTo>
                    <a:cubicBezTo>
                      <a:pt x="35225" y="214750"/>
                      <a:pt x="29099" y="216955"/>
                      <a:pt x="23218" y="216955"/>
                    </a:cubicBezTo>
                    <a:close/>
                  </a:path>
                </a:pathLst>
              </a:custGeom>
              <a:solidFill>
                <a:srgbClr val="153157"/>
              </a:solidFill>
              <a:ln w="2441" cap="flat">
                <a:noFill/>
                <a:prstDash val="solid"/>
                <a:miter/>
              </a:ln>
            </p:spPr>
            <p:txBody>
              <a:bodyPr rtlCol="0" anchor="ctr"/>
              <a:lstStyle/>
              <a:p>
                <a:pPr defTabSz="914400">
                  <a:defRPr/>
                </a:pPr>
                <a:endParaRPr lang="en-US">
                  <a:solidFill>
                    <a:srgbClr val="FFFFFF"/>
                  </a:solidFill>
                  <a:latin typeface="Montserrat" panose="00000500000000000000" pitchFamily="2" charset="0"/>
                </a:endParaRPr>
              </a:p>
            </p:txBody>
          </p:sp>
          <p:sp>
            <p:nvSpPr>
              <p:cNvPr id="31" name="Freeform 30">
                <a:extLst>
                  <a:ext uri="{FF2B5EF4-FFF2-40B4-BE49-F238E27FC236}">
                    <a16:creationId xmlns:a16="http://schemas.microsoft.com/office/drawing/2014/main" id="{1A2F194E-07A6-1C89-B91F-37AF7DCF71B1}"/>
                  </a:ext>
                </a:extLst>
              </p:cNvPr>
              <p:cNvSpPr/>
              <p:nvPr/>
            </p:nvSpPr>
            <p:spPr>
              <a:xfrm>
                <a:off x="1569940" y="3173966"/>
                <a:ext cx="103161" cy="103161"/>
              </a:xfrm>
              <a:custGeom>
                <a:avLst/>
                <a:gdLst>
                  <a:gd name="connsiteX0" fmla="*/ 79883 w 103161"/>
                  <a:gd name="connsiteY0" fmla="*/ 103162 h 103161"/>
                  <a:gd name="connsiteX1" fmla="*/ 56604 w 103161"/>
                  <a:gd name="connsiteY1" fmla="*/ 79883 h 103161"/>
                  <a:gd name="connsiteX2" fmla="*/ 56604 w 103161"/>
                  <a:gd name="connsiteY2" fmla="*/ 46558 h 103161"/>
                  <a:gd name="connsiteX3" fmla="*/ 23279 w 103161"/>
                  <a:gd name="connsiteY3" fmla="*/ 46558 h 103161"/>
                  <a:gd name="connsiteX4" fmla="*/ 0 w 103161"/>
                  <a:gd name="connsiteY4" fmla="*/ 23279 h 103161"/>
                  <a:gd name="connsiteX5" fmla="*/ 23279 w 103161"/>
                  <a:gd name="connsiteY5" fmla="*/ 0 h 103161"/>
                  <a:gd name="connsiteX6" fmla="*/ 79883 w 103161"/>
                  <a:gd name="connsiteY6" fmla="*/ 0 h 103161"/>
                  <a:gd name="connsiteX7" fmla="*/ 103162 w 103161"/>
                  <a:gd name="connsiteY7" fmla="*/ 23279 h 103161"/>
                  <a:gd name="connsiteX8" fmla="*/ 103162 w 103161"/>
                  <a:gd name="connsiteY8" fmla="*/ 79883 h 103161"/>
                  <a:gd name="connsiteX9" fmla="*/ 79883 w 103161"/>
                  <a:gd name="connsiteY9" fmla="*/ 103162 h 10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161" h="103161">
                    <a:moveTo>
                      <a:pt x="79883" y="103162"/>
                    </a:moveTo>
                    <a:cubicBezTo>
                      <a:pt x="67141" y="103162"/>
                      <a:pt x="56604" y="92625"/>
                      <a:pt x="56604" y="79883"/>
                    </a:cubicBezTo>
                    <a:lnTo>
                      <a:pt x="56604" y="46558"/>
                    </a:lnTo>
                    <a:lnTo>
                      <a:pt x="23279" y="46558"/>
                    </a:lnTo>
                    <a:cubicBezTo>
                      <a:pt x="10537" y="46558"/>
                      <a:pt x="0" y="36021"/>
                      <a:pt x="0" y="23279"/>
                    </a:cubicBezTo>
                    <a:cubicBezTo>
                      <a:pt x="0" y="10537"/>
                      <a:pt x="10537" y="0"/>
                      <a:pt x="23279" y="0"/>
                    </a:cubicBezTo>
                    <a:lnTo>
                      <a:pt x="79883" y="0"/>
                    </a:lnTo>
                    <a:cubicBezTo>
                      <a:pt x="92625" y="0"/>
                      <a:pt x="103162" y="10537"/>
                      <a:pt x="103162" y="23279"/>
                    </a:cubicBezTo>
                    <a:lnTo>
                      <a:pt x="103162" y="79883"/>
                    </a:lnTo>
                    <a:cubicBezTo>
                      <a:pt x="103162" y="92625"/>
                      <a:pt x="92625" y="103162"/>
                      <a:pt x="79883" y="103162"/>
                    </a:cubicBezTo>
                    <a:close/>
                  </a:path>
                </a:pathLst>
              </a:custGeom>
              <a:solidFill>
                <a:srgbClr val="153157"/>
              </a:solidFill>
              <a:ln w="2441" cap="flat">
                <a:noFill/>
                <a:prstDash val="solid"/>
                <a:miter/>
              </a:ln>
            </p:spPr>
            <p:txBody>
              <a:bodyPr rtlCol="0" anchor="ctr"/>
              <a:lstStyle/>
              <a:p>
                <a:pPr defTabSz="914400">
                  <a:defRPr/>
                </a:pPr>
                <a:endParaRPr lang="en-US">
                  <a:solidFill>
                    <a:srgbClr val="FFFFFF"/>
                  </a:solidFill>
                  <a:latin typeface="Montserrat" panose="00000500000000000000" pitchFamily="2" charset="0"/>
                </a:endParaRPr>
              </a:p>
            </p:txBody>
          </p:sp>
        </p:grpSp>
      </p:grpSp>
      <p:pic>
        <p:nvPicPr>
          <p:cNvPr id="35" name="Picture 34">
            <a:extLst>
              <a:ext uri="{FF2B5EF4-FFF2-40B4-BE49-F238E27FC236}">
                <a16:creationId xmlns:a16="http://schemas.microsoft.com/office/drawing/2014/main" id="{49C64216-098D-1CC7-533F-605D4EE41E92}"/>
              </a:ext>
            </a:extLst>
          </p:cNvPr>
          <p:cNvPicPr>
            <a:picLocks noChangeAspect="1"/>
          </p:cNvPicPr>
          <p:nvPr/>
        </p:nvPicPr>
        <p:blipFill rotWithShape="1">
          <a:blip r:embed="rId8"/>
          <a:srcRect l="3250" t="8058"/>
          <a:stretch/>
        </p:blipFill>
        <p:spPr>
          <a:xfrm>
            <a:off x="6955788" y="3999884"/>
            <a:ext cx="2437861" cy="1781611"/>
          </a:xfrm>
          <a:prstGeom prst="rect">
            <a:avLst/>
          </a:prstGeom>
        </p:spPr>
      </p:pic>
      <p:sp>
        <p:nvSpPr>
          <p:cNvPr id="36" name="Rectangle 35">
            <a:extLst>
              <a:ext uri="{FF2B5EF4-FFF2-40B4-BE49-F238E27FC236}">
                <a16:creationId xmlns:a16="http://schemas.microsoft.com/office/drawing/2014/main" id="{961979EC-CF7D-0986-6306-A7A848F33120}"/>
              </a:ext>
            </a:extLst>
          </p:cNvPr>
          <p:cNvSpPr/>
          <p:nvPr/>
        </p:nvSpPr>
        <p:spPr>
          <a:xfrm>
            <a:off x="9181086" y="5240391"/>
            <a:ext cx="459552" cy="45050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a:solidFill>
                <a:srgbClr val="FFFFFF"/>
              </a:solidFill>
              <a:latin typeface="Montserrat" panose="00000500000000000000" pitchFamily="2" charset="0"/>
            </a:endParaRPr>
          </a:p>
        </p:txBody>
      </p:sp>
      <p:pic>
        <p:nvPicPr>
          <p:cNvPr id="34" name="Picture 33">
            <a:extLst>
              <a:ext uri="{FF2B5EF4-FFF2-40B4-BE49-F238E27FC236}">
                <a16:creationId xmlns:a16="http://schemas.microsoft.com/office/drawing/2014/main" id="{DBEB454A-7034-AF00-2F20-8E27573FB4FA}"/>
              </a:ext>
            </a:extLst>
          </p:cNvPr>
          <p:cNvPicPr>
            <a:picLocks noChangeAspect="1"/>
          </p:cNvPicPr>
          <p:nvPr/>
        </p:nvPicPr>
        <p:blipFill rotWithShape="1">
          <a:blip r:embed="rId9"/>
          <a:srcRect l="47834" t="7923"/>
          <a:stretch/>
        </p:blipFill>
        <p:spPr>
          <a:xfrm>
            <a:off x="9332669" y="3947799"/>
            <a:ext cx="2819947" cy="1887955"/>
          </a:xfrm>
          <a:prstGeom prst="rect">
            <a:avLst/>
          </a:prstGeom>
        </p:spPr>
      </p:pic>
      <p:sp>
        <p:nvSpPr>
          <p:cNvPr id="37" name="TextBox 36">
            <a:extLst>
              <a:ext uri="{FF2B5EF4-FFF2-40B4-BE49-F238E27FC236}">
                <a16:creationId xmlns:a16="http://schemas.microsoft.com/office/drawing/2014/main" id="{7098BA23-12CE-3E4C-5323-F5FE85680780}"/>
              </a:ext>
            </a:extLst>
          </p:cNvPr>
          <p:cNvSpPr txBox="1"/>
          <p:nvPr/>
        </p:nvSpPr>
        <p:spPr>
          <a:xfrm>
            <a:off x="7119164" y="3579815"/>
            <a:ext cx="1595158" cy="338554"/>
          </a:xfrm>
          <a:prstGeom prst="rect">
            <a:avLst/>
          </a:prstGeom>
          <a:noFill/>
        </p:spPr>
        <p:txBody>
          <a:bodyPr wrap="square" lIns="91440" tIns="45720" rIns="91440" bIns="45720" rtlCol="0" anchor="t">
            <a:spAutoFit/>
          </a:bodyPr>
          <a:lstStyle/>
          <a:p>
            <a:pPr defTabSz="914400">
              <a:defRPr/>
            </a:pPr>
            <a:r>
              <a:rPr lang="en-UY" sz="800">
                <a:solidFill>
                  <a:srgbClr val="053057"/>
                </a:solidFill>
                <a:latin typeface="Montserrat" panose="00000500000000000000" pitchFamily="2" charset="0"/>
              </a:rPr>
              <a:t>3 User Comparison</a:t>
            </a:r>
          </a:p>
          <a:p>
            <a:pPr defTabSz="914400">
              <a:defRPr/>
            </a:pPr>
            <a:r>
              <a:rPr lang="en-UY" sz="800">
                <a:solidFill>
                  <a:srgbClr val="053057"/>
                </a:solidFill>
                <a:latin typeface="Montserrat" panose="00000500000000000000" pitchFamily="2" charset="0"/>
              </a:rPr>
              <a:t>Conversion Probabilities</a:t>
            </a:r>
          </a:p>
        </p:txBody>
      </p:sp>
      <p:sp>
        <p:nvSpPr>
          <p:cNvPr id="38" name="TextBox 37">
            <a:extLst>
              <a:ext uri="{FF2B5EF4-FFF2-40B4-BE49-F238E27FC236}">
                <a16:creationId xmlns:a16="http://schemas.microsoft.com/office/drawing/2014/main" id="{2B240628-8062-4172-C4EB-03C589A9BD06}"/>
              </a:ext>
            </a:extLst>
          </p:cNvPr>
          <p:cNvSpPr txBox="1"/>
          <p:nvPr/>
        </p:nvSpPr>
        <p:spPr>
          <a:xfrm>
            <a:off x="9562853" y="3579815"/>
            <a:ext cx="1595158" cy="338554"/>
          </a:xfrm>
          <a:prstGeom prst="rect">
            <a:avLst/>
          </a:prstGeom>
          <a:noFill/>
        </p:spPr>
        <p:txBody>
          <a:bodyPr wrap="square" rtlCol="0">
            <a:spAutoFit/>
          </a:bodyPr>
          <a:lstStyle/>
          <a:p>
            <a:pPr defTabSz="914400">
              <a:defRPr/>
            </a:pPr>
            <a:r>
              <a:rPr lang="en-UY" sz="800">
                <a:solidFill>
                  <a:srgbClr val="053057"/>
                </a:solidFill>
                <a:latin typeface="Montserrat" panose="00000500000000000000" pitchFamily="2" charset="0"/>
              </a:rPr>
              <a:t>Model Selected Response Rate – vs – Random</a:t>
            </a:r>
          </a:p>
        </p:txBody>
      </p:sp>
      <p:sp>
        <p:nvSpPr>
          <p:cNvPr id="7" name="Rectangle 6">
            <a:extLst>
              <a:ext uri="{FF2B5EF4-FFF2-40B4-BE49-F238E27FC236}">
                <a16:creationId xmlns:a16="http://schemas.microsoft.com/office/drawing/2014/main" id="{80041BB6-6498-14A9-5477-B3E8E3489B92}"/>
              </a:ext>
            </a:extLst>
          </p:cNvPr>
          <p:cNvSpPr/>
          <p:nvPr/>
        </p:nvSpPr>
        <p:spPr>
          <a:xfrm>
            <a:off x="795" y="6595281"/>
            <a:ext cx="1068911" cy="273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r>
              <a:rPr lang="en-US">
                <a:solidFill>
                  <a:srgbClr val="FFFFFF"/>
                </a:solidFill>
                <a:latin typeface="Montserrat" panose="00000500000000000000" pitchFamily="2" charset="0"/>
              </a:rPr>
              <a:t>Dish</a:t>
            </a:r>
          </a:p>
        </p:txBody>
      </p:sp>
    </p:spTree>
    <p:extLst>
      <p:ext uri="{BB962C8B-B14F-4D97-AF65-F5344CB8AC3E}">
        <p14:creationId xmlns:p14="http://schemas.microsoft.com/office/powerpoint/2010/main" val="31513269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 Toolkit_Last Updated 4-10-25" id="{FE9D1E84-034A-824E-AF4C-94FE109F40A0}" vid="{B6A4D12C-EAA4-CE4B-A43E-A2AFAA6EB76F}"/>
    </a:ext>
  </a:extLst>
</a:theme>
</file>

<file path=ppt/theme/theme2.xml><?xml version="1.0" encoding="utf-8"?>
<a:theme xmlns:a="http://schemas.openxmlformats.org/drawingml/2006/main" name="3_Office Theme">
  <a:themeElements>
    <a:clrScheme name="Blend360">
      <a:dk1>
        <a:srgbClr val="000000"/>
      </a:dk1>
      <a:lt1>
        <a:srgbClr val="FFFFFF"/>
      </a:lt1>
      <a:dk2>
        <a:srgbClr val="003059"/>
      </a:dk2>
      <a:lt2>
        <a:srgbClr val="F3F3F0"/>
      </a:lt2>
      <a:accent1>
        <a:srgbClr val="053057"/>
      </a:accent1>
      <a:accent2>
        <a:srgbClr val="00EDED"/>
      </a:accent2>
      <a:accent3>
        <a:srgbClr val="A2F3F3"/>
      </a:accent3>
      <a:accent4>
        <a:srgbClr val="304550"/>
      </a:accent4>
      <a:accent5>
        <a:srgbClr val="1A1A1A"/>
      </a:accent5>
      <a:accent6>
        <a:srgbClr val="0B0D0E"/>
      </a:accent6>
      <a:hlink>
        <a:srgbClr val="00ECEC"/>
      </a:hlink>
      <a:folHlink>
        <a:srgbClr val="954F72"/>
      </a:folHlink>
    </a:clrScheme>
    <a:fontScheme name="Custom 1">
      <a:majorFont>
        <a:latin typeface="PP Telegraf"/>
        <a:ea typeface=""/>
        <a:cs typeface=""/>
      </a:majorFont>
      <a:minorFont>
        <a:latin typeface="PP Telegraf"/>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just">
          <a:lnSpc>
            <a:spcPct val="150000"/>
          </a:lnSpc>
          <a:defRPr sz="1400" smtClean="0">
            <a:solidFill>
              <a:schemeClr val="tx1">
                <a:lumMod val="50000"/>
                <a:lumOff val="50000"/>
              </a:schemeClr>
            </a:solidFill>
          </a:defRPr>
        </a:defPPr>
      </a:lstStyle>
    </a:txDef>
  </a:objectDefaults>
  <a:extraClrSchemeLst/>
  <a:extLst>
    <a:ext uri="{05A4C25C-085E-4340-85A3-A5531E510DB2}">
      <thm15:themeFamily xmlns:thm15="http://schemas.microsoft.com/office/thememl/2012/main" name="Blend Blank Template" id="{0D31955D-8D12-084F-A685-F763D86BBA75}" vid="{809D5465-177E-044A-912F-A11C9DAB4DB1}"/>
    </a:ext>
  </a:extLst>
</a:theme>
</file>

<file path=ppt/theme/theme3.xml><?xml version="1.0" encoding="utf-8"?>
<a:theme xmlns:a="http://schemas.openxmlformats.org/drawingml/2006/main" name="4_Office Theme">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 Toolkit_Last Updated 4-10-25" id="{FE9D1E84-034A-824E-AF4C-94FE109F40A0}" vid="{B6A4D12C-EAA4-CE4B-A43E-A2AFAA6EB76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DE8EA5B-A1DE-4310-B010-E1E9FA1A5BDE}">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14E683F1C8B448B2ADDBAF2827B483" ma:contentTypeVersion="14" ma:contentTypeDescription="Create a new document." ma:contentTypeScope="" ma:versionID="19a3486e5a252db8ac6d5f35f6136fe7">
  <xsd:schema xmlns:xsd="http://www.w3.org/2001/XMLSchema" xmlns:xs="http://www.w3.org/2001/XMLSchema" xmlns:p="http://schemas.microsoft.com/office/2006/metadata/properties" xmlns:ns2="83aef87d-7d41-418c-be05-f61842b4f7bf" xmlns:ns3="0bfd2b51-c88e-4a19-9abd-40d540d31207" targetNamespace="http://schemas.microsoft.com/office/2006/metadata/properties" ma:root="true" ma:fieldsID="9d9fa15f2e967133e9444782594841fd" ns2:_="" ns3:_="">
    <xsd:import namespace="83aef87d-7d41-418c-be05-f61842b4f7bf"/>
    <xsd:import namespace="0bfd2b51-c88e-4a19-9abd-40d540d3120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aef87d-7d41-418c-be05-f61842b4f7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2b4ba89-8ace-419e-814f-6a2e402f6210"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bfd2b51-c88e-4a19-9abd-40d540d3120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a15b3ee9-3848-4a36-b4fd-ac6739d7cc40}" ma:internalName="TaxCatchAll" ma:showField="CatchAllData" ma:web="0bfd2b51-c88e-4a19-9abd-40d540d312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3aef87d-7d41-418c-be05-f61842b4f7bf">
      <Terms xmlns="http://schemas.microsoft.com/office/infopath/2007/PartnerControls"/>
    </lcf76f155ced4ddcb4097134ff3c332f>
    <TaxCatchAll xmlns="0bfd2b51-c88e-4a19-9abd-40d540d31207" xsi:nil="true"/>
  </documentManagement>
</p:properties>
</file>

<file path=customXml/itemProps1.xml><?xml version="1.0" encoding="utf-8"?>
<ds:datastoreItem xmlns:ds="http://schemas.openxmlformats.org/officeDocument/2006/customXml" ds:itemID="{87785A64-B113-4060-B489-EC51CBB1EB85}">
  <ds:schemaRefs>
    <ds:schemaRef ds:uri="0bfd2b51-c88e-4a19-9abd-40d540d31207"/>
    <ds:schemaRef ds:uri="83aef87d-7d41-418c-be05-f61842b4f7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3E31902-415B-4C73-9F42-A193BAA22A25}">
  <ds:schemaRefs>
    <ds:schemaRef ds:uri="http://schemas.microsoft.com/sharepoint/v3/contenttype/forms"/>
  </ds:schemaRefs>
</ds:datastoreItem>
</file>

<file path=customXml/itemProps3.xml><?xml version="1.0" encoding="utf-8"?>
<ds:datastoreItem xmlns:ds="http://schemas.openxmlformats.org/officeDocument/2006/customXml" ds:itemID="{EF45EF19-3222-409C-B80E-A1571DE88A5C}">
  <ds:schemaRefs>
    <ds:schemaRef ds:uri="0bfd2b51-c88e-4a19-9abd-40d540d31207"/>
    <ds:schemaRef ds:uri="83aef87d-7d41-418c-be05-f61842b4f7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Blend Blank Template</Template>
  <Application>Microsoft Office PowerPoint</Application>
  <PresentationFormat>Custom</PresentationFormat>
  <Slides>17</Slides>
  <Notes>6</Notes>
  <HiddenSlides>4</HiddenSlides>
  <ScaleCrop>false</ScaleCrop>
  <HeadingPairs>
    <vt:vector size="4" baseType="variant">
      <vt:variant>
        <vt:lpstr>Theme</vt:lpstr>
      </vt:variant>
      <vt:variant>
        <vt:i4>3</vt:i4>
      </vt:variant>
      <vt:variant>
        <vt:lpstr>Slide Titles</vt:lpstr>
      </vt:variant>
      <vt:variant>
        <vt:i4>17</vt:i4>
      </vt:variant>
    </vt:vector>
  </HeadingPairs>
  <TitlesOfParts>
    <vt:vector size="20" baseType="lpstr">
      <vt:lpstr>Office Theme</vt:lpstr>
      <vt:lpstr>3_Office Theme</vt:lpstr>
      <vt:lpstr>4_Office Theme</vt:lpstr>
      <vt:lpstr>Snowflake  ML Proposal</vt:lpstr>
      <vt:lpstr>Our Understanding</vt:lpstr>
      <vt:lpstr>Our Approach: Retainer-Based Pod</vt:lpstr>
      <vt:lpstr>Illustrative Timeline</vt:lpstr>
      <vt:lpstr>Team &amp; Responsibilities</vt:lpstr>
      <vt:lpstr>Commercial Options</vt:lpstr>
      <vt:lpstr>Our Success Stories</vt:lpstr>
      <vt:lpstr>Scaled MLOps Implementation &amp; Transformation</vt:lpstr>
      <vt:lpstr>Real-Time Bidding ML System Migration from AWS to GCP</vt:lpstr>
      <vt:lpstr>High-Performance MLOps and Model Management Platform</vt:lpstr>
      <vt:lpstr>ML-Driven Price Optimization</vt:lpstr>
      <vt:lpstr>ML-Driven Price Optimization</vt:lpstr>
      <vt:lpstr>PowerPoint Presentation</vt:lpstr>
      <vt:lpstr>Executive Summary</vt:lpstr>
      <vt:lpstr>Highlighted Case Study:  Accelerating MLOps Maturity for a Global Media &amp; Entertainment Leader</vt:lpstr>
      <vt:lpstr>PowerPoint Presentation</vt:lpstr>
      <vt:lpstr>Predictive Personalization for Audience Modeling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GA4 Projects</dc:title>
  <dc:creator>Tom Harder</dc:creator>
  <cp:revision>1</cp:revision>
  <dcterms:created xsi:type="dcterms:W3CDTF">2023-10-23T13:22:06Z</dcterms:created>
  <dcterms:modified xsi:type="dcterms:W3CDTF">2025-07-18T20:39:00Z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0x0101004314E683F1C8B448B2ADDBAF2827B483</vt:lpwstr>
  </property>
  <property fmtid="{D5CDD505-2E9C-101B-9397-08002B2CF9AE}" pid="3" name="MediaServiceImageTags">
    <vt:lpwstr/>
  </property>
</Properties>
</file>