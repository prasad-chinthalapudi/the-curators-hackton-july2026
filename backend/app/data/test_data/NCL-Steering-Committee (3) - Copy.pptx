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3" r:id="rId2"/>
    <p:sldMasterId id="2147483708" r:id="rId3"/>
  </p:sldMasterIdLst>
  <p:notesMasterIdLst>
    <p:notesMasterId r:id="rId16"/>
  </p:notesMasterIdLst>
  <p:sldIdLst>
    <p:sldId id="2147471670" r:id="rId4"/>
    <p:sldId id="2147471671" r:id="rId5"/>
    <p:sldId id="258" r:id="rId6"/>
    <p:sldId id="259" r:id="rId7"/>
    <p:sldId id="2147483637" r:id="rId8"/>
    <p:sldId id="256" r:id="rId9"/>
    <p:sldId id="262" r:id="rId10"/>
    <p:sldId id="263" r:id="rId11"/>
    <p:sldId id="264" r:id="rId12"/>
    <p:sldId id="265" r:id="rId13"/>
    <p:sldId id="267" r:id="rId14"/>
    <p:sldId id="266" r:id="rId15"/>
  </p:sldIdLst>
  <p:sldSz cx="14630400" cy="8229600"/>
  <p:notesSz cx="8229600" cy="14630400"/>
  <p:embeddedFontLst>
    <p:embeddedFont>
      <p:font typeface="Montserrat" pitchFamily="2" charset="0"/>
      <p:regular r:id="rId17"/>
      <p:bold r:id="rId18"/>
      <p:italic r:id="rId19"/>
      <p:boldItalic r:id="rId20"/>
    </p:embeddedFont>
    <p:embeddedFont>
      <p:font typeface="Montserrat Light" pitchFamily="2" charset="0"/>
      <p:regular r:id="rId21"/>
      <p:italic r:id="rId22"/>
    </p:embeddedFont>
    <p:embeddedFont>
      <p:font typeface="Montserrat Medium" pitchFamily="2" charset="0"/>
      <p:regular r:id="rId23"/>
      <p:italic r:id="rId24"/>
    </p:embeddedFont>
    <p:embeddedFont>
      <p:font typeface="PP Telegraf" pitchFamily="2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8EAAC3-C04F-4E46-B738-0C5787C39DAB}" v="13" dt="2025-11-19T14:32:19.6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5.xml" Id="rId8" /><Relationship Type="http://schemas.openxmlformats.org/officeDocument/2006/relationships/slide" Target="slides/slide10.xml" Id="rId13" /><Relationship Type="http://schemas.openxmlformats.org/officeDocument/2006/relationships/font" Target="fonts/font2.fntdata" Id="rId18" /><Relationship Type="http://schemas.openxmlformats.org/officeDocument/2006/relationships/presProps" Target="presProps.xml" Id="rId26" /><Relationship Type="http://schemas.openxmlformats.org/officeDocument/2006/relationships/slideMaster" Target="slideMasters/slideMaster3.xml" Id="rId3" /><Relationship Type="http://schemas.openxmlformats.org/officeDocument/2006/relationships/font" Target="fonts/font5.fntdata" Id="rId21" /><Relationship Type="http://schemas.openxmlformats.org/officeDocument/2006/relationships/slide" Target="slides/slide4.xml" Id="rId7" /><Relationship Type="http://schemas.openxmlformats.org/officeDocument/2006/relationships/slide" Target="slides/slide9.xml" Id="rId12" /><Relationship Type="http://schemas.openxmlformats.org/officeDocument/2006/relationships/font" Target="fonts/font1.fntdata" Id="rId17" /><Relationship Type="http://schemas.openxmlformats.org/officeDocument/2006/relationships/font" Target="fonts/font9.fntdata" Id="rId25" /><Relationship Type="http://schemas.openxmlformats.org/officeDocument/2006/relationships/slideMaster" Target="slideMasters/slideMaster2.xml" Id="rId2" /><Relationship Type="http://schemas.openxmlformats.org/officeDocument/2006/relationships/notesMaster" Target="notesMasters/notesMaster1.xml" Id="rId16" /><Relationship Type="http://schemas.openxmlformats.org/officeDocument/2006/relationships/font" Target="fonts/font4.fntdata" Id="rId20" /><Relationship Type="http://schemas.openxmlformats.org/officeDocument/2006/relationships/tableStyles" Target="tableStyles.xml" Id="rId29" /><Relationship Type="http://schemas.openxmlformats.org/officeDocument/2006/relationships/slideMaster" Target="slideMasters/slideMaster1.xml" Id="rId1" /><Relationship Type="http://schemas.openxmlformats.org/officeDocument/2006/relationships/slide" Target="slides/slide3.xml" Id="rId6" /><Relationship Type="http://schemas.openxmlformats.org/officeDocument/2006/relationships/slide" Target="slides/slide8.xml" Id="rId11" /><Relationship Type="http://schemas.openxmlformats.org/officeDocument/2006/relationships/font" Target="fonts/font8.fntdata" Id="rId24" /><Relationship Type="http://schemas.openxmlformats.org/officeDocument/2006/relationships/slide" Target="slides/slide2.xml" Id="rId5" /><Relationship Type="http://schemas.openxmlformats.org/officeDocument/2006/relationships/slide" Target="slides/slide12.xml" Id="rId15" /><Relationship Type="http://schemas.openxmlformats.org/officeDocument/2006/relationships/font" Target="fonts/font7.fntdata" Id="rId23" /><Relationship Type="http://schemas.openxmlformats.org/officeDocument/2006/relationships/theme" Target="theme/theme1.xml" Id="rId28" /><Relationship Type="http://schemas.openxmlformats.org/officeDocument/2006/relationships/slide" Target="slides/slide7.xml" Id="rId10" /><Relationship Type="http://schemas.openxmlformats.org/officeDocument/2006/relationships/font" Target="fonts/font3.fntdata" Id="rId19" /><Relationship Type="http://schemas.microsoft.com/office/2015/10/relationships/revisionInfo" Target="revisionInfo.xml" Id="rId31" /><Relationship Type="http://schemas.openxmlformats.org/officeDocument/2006/relationships/slide" Target="slides/slide1.xml" Id="rId4" /><Relationship Type="http://schemas.openxmlformats.org/officeDocument/2006/relationships/slide" Target="slides/slide6.xml" Id="rId9" /><Relationship Type="http://schemas.openxmlformats.org/officeDocument/2006/relationships/slide" Target="slides/slide11.xml" Id="rId14" /><Relationship Type="http://schemas.openxmlformats.org/officeDocument/2006/relationships/font" Target="fonts/font6.fntdata" Id="rId22" /><Relationship Type="http://schemas.openxmlformats.org/officeDocument/2006/relationships/viewProps" Target="viewProps.xml" Id="rId27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30319E-3914-47E6-A0FB-E7380640082D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0AE8E4BD-6A74-4183-A8C8-4680E287510C}">
      <dgm:prSet/>
      <dgm:spPr/>
      <dgm:t>
        <a:bodyPr/>
        <a:lstStyle/>
        <a:p>
          <a:r>
            <a:rPr lang="en-US" err="1"/>
            <a:t>SnowflakeML</a:t>
          </a:r>
          <a:r>
            <a:rPr lang="en-US"/>
            <a:t> environment validated and configured</a:t>
          </a:r>
          <a:endParaRPr lang="en-IN"/>
        </a:p>
      </dgm:t>
    </dgm:pt>
    <dgm:pt modelId="{96AF22C9-023D-40E3-80A2-AC8F97E15AF7}" type="parTrans" cxnId="{CB66D3D4-CFFB-45A8-A212-43C89567F644}">
      <dgm:prSet/>
      <dgm:spPr/>
      <dgm:t>
        <a:bodyPr/>
        <a:lstStyle/>
        <a:p>
          <a:endParaRPr lang="en-IN"/>
        </a:p>
      </dgm:t>
    </dgm:pt>
    <dgm:pt modelId="{83CD43EA-DAB4-4A77-8D70-39E15DC449FD}" type="sibTrans" cxnId="{CB66D3D4-CFFB-45A8-A212-43C89567F644}">
      <dgm:prSet/>
      <dgm:spPr/>
      <dgm:t>
        <a:bodyPr/>
        <a:lstStyle/>
        <a:p>
          <a:endParaRPr lang="en-IN"/>
        </a:p>
      </dgm:t>
    </dgm:pt>
    <dgm:pt modelId="{C1552F0D-01A0-4DB4-AD96-37D61A358140}">
      <dgm:prSet/>
      <dgm:spPr/>
      <dgm:t>
        <a:bodyPr/>
        <a:lstStyle/>
        <a:p>
          <a:r>
            <a:rPr lang="en-GB"/>
            <a:t>Source system connections established (Prospect, Guest, Booking)</a:t>
          </a:r>
          <a:endParaRPr lang="en-IN"/>
        </a:p>
      </dgm:t>
    </dgm:pt>
    <dgm:pt modelId="{5F01DB66-3C81-4A95-B1CA-970BA8144B88}" type="parTrans" cxnId="{176C8548-8386-408A-8AA9-828120F3C124}">
      <dgm:prSet/>
      <dgm:spPr/>
      <dgm:t>
        <a:bodyPr/>
        <a:lstStyle/>
        <a:p>
          <a:endParaRPr lang="en-IN"/>
        </a:p>
      </dgm:t>
    </dgm:pt>
    <dgm:pt modelId="{2DB93340-A12F-44C5-8328-5BE11EB3BA0D}" type="sibTrans" cxnId="{176C8548-8386-408A-8AA9-828120F3C124}">
      <dgm:prSet/>
      <dgm:spPr/>
      <dgm:t>
        <a:bodyPr/>
        <a:lstStyle/>
        <a:p>
          <a:endParaRPr lang="en-IN"/>
        </a:p>
      </dgm:t>
    </dgm:pt>
    <dgm:pt modelId="{2ECC84A9-9F6E-43FE-AE15-132701AEF284}">
      <dgm:prSet/>
      <dgm:spPr/>
      <dgm:t>
        <a:bodyPr/>
        <a:lstStyle/>
        <a:p>
          <a:r>
            <a:rPr lang="en-GB"/>
            <a:t>Initial MLOps framework drafted (Git branching, CI patterns, job orchestration)</a:t>
          </a:r>
          <a:endParaRPr lang="en-IN"/>
        </a:p>
      </dgm:t>
    </dgm:pt>
    <dgm:pt modelId="{6D8C1917-06A4-4029-AAF9-6B96F70CFB59}" type="parTrans" cxnId="{C09781C9-9F6F-4B5E-94CB-8B3FD931EC33}">
      <dgm:prSet/>
      <dgm:spPr/>
      <dgm:t>
        <a:bodyPr/>
        <a:lstStyle/>
        <a:p>
          <a:endParaRPr lang="en-IN"/>
        </a:p>
      </dgm:t>
    </dgm:pt>
    <dgm:pt modelId="{C1644250-BBB0-4CE8-A538-E3A7D49C5868}" type="sibTrans" cxnId="{C09781C9-9F6F-4B5E-94CB-8B3FD931EC33}">
      <dgm:prSet/>
      <dgm:spPr/>
      <dgm:t>
        <a:bodyPr/>
        <a:lstStyle/>
        <a:p>
          <a:endParaRPr lang="en-IN"/>
        </a:p>
      </dgm:t>
    </dgm:pt>
    <dgm:pt modelId="{D313F19C-122C-4573-8B3E-B29E9E6961A1}">
      <dgm:prSet/>
      <dgm:spPr/>
      <dgm:t>
        <a:bodyPr/>
        <a:lstStyle/>
        <a:p>
          <a:r>
            <a:rPr lang="en-GB"/>
            <a:t>Feature store blueprint designed with priority features identified</a:t>
          </a:r>
          <a:endParaRPr lang="en-IN"/>
        </a:p>
      </dgm:t>
    </dgm:pt>
    <dgm:pt modelId="{9F90B0A4-6533-43FF-A695-18B8BF915DFA}" type="parTrans" cxnId="{79EB44D5-CA91-4346-8204-25E438105B76}">
      <dgm:prSet/>
      <dgm:spPr/>
      <dgm:t>
        <a:bodyPr/>
        <a:lstStyle/>
        <a:p>
          <a:endParaRPr lang="en-IN"/>
        </a:p>
      </dgm:t>
    </dgm:pt>
    <dgm:pt modelId="{649D51A2-066B-47AA-B2AD-6DEDDDFDD1BA}" type="sibTrans" cxnId="{79EB44D5-CA91-4346-8204-25E438105B76}">
      <dgm:prSet/>
      <dgm:spPr/>
      <dgm:t>
        <a:bodyPr/>
        <a:lstStyle/>
        <a:p>
          <a:endParaRPr lang="en-IN"/>
        </a:p>
      </dgm:t>
    </dgm:pt>
    <dgm:pt modelId="{3D93C3AF-0910-4E84-90B2-F7CC3AE540A9}">
      <dgm:prSet/>
      <dgm:spPr/>
      <dgm:t>
        <a:bodyPr/>
        <a:lstStyle/>
        <a:p>
          <a:r>
            <a:rPr lang="en-GB"/>
            <a:t>Model inventory completed across Marketing, Revenue, and Operations</a:t>
          </a:r>
          <a:endParaRPr lang="en-IN"/>
        </a:p>
      </dgm:t>
    </dgm:pt>
    <dgm:pt modelId="{5D34ACE6-4EBC-41DB-85DB-0AE8321F1470}" type="parTrans" cxnId="{0707FC3A-D76A-43B5-A01C-6AB8C7183649}">
      <dgm:prSet/>
      <dgm:spPr/>
      <dgm:t>
        <a:bodyPr/>
        <a:lstStyle/>
        <a:p>
          <a:endParaRPr lang="en-IN"/>
        </a:p>
      </dgm:t>
    </dgm:pt>
    <dgm:pt modelId="{907ACD80-2ADB-4ECB-B7E8-A63EA7C201E4}" type="sibTrans" cxnId="{0707FC3A-D76A-43B5-A01C-6AB8C7183649}">
      <dgm:prSet/>
      <dgm:spPr/>
      <dgm:t>
        <a:bodyPr/>
        <a:lstStyle/>
        <a:p>
          <a:endParaRPr lang="en-IN"/>
        </a:p>
      </dgm:t>
    </dgm:pt>
    <dgm:pt modelId="{D7998F27-BFC4-4423-B06B-4DF9E49C0CBA}">
      <dgm:prSet/>
      <dgm:spPr/>
      <dgm:t>
        <a:bodyPr/>
        <a:lstStyle/>
        <a:p>
          <a:r>
            <a:rPr lang="en-GB"/>
            <a:t>Migration approach finalized (R to Snowpark Python/Snowflake ML)</a:t>
          </a:r>
          <a:endParaRPr lang="en-IN"/>
        </a:p>
      </dgm:t>
    </dgm:pt>
    <dgm:pt modelId="{D24083F7-A922-4D80-8D4E-44F8744C4801}" type="parTrans" cxnId="{5ECB2E06-A5A7-4FD9-9650-78BFB11D29BB}">
      <dgm:prSet/>
      <dgm:spPr/>
      <dgm:t>
        <a:bodyPr/>
        <a:lstStyle/>
        <a:p>
          <a:endParaRPr lang="en-IN"/>
        </a:p>
      </dgm:t>
    </dgm:pt>
    <dgm:pt modelId="{1AAE9B66-C546-4C59-8066-0A0091990567}" type="sibTrans" cxnId="{5ECB2E06-A5A7-4FD9-9650-78BFB11D29BB}">
      <dgm:prSet/>
      <dgm:spPr/>
      <dgm:t>
        <a:bodyPr/>
        <a:lstStyle/>
        <a:p>
          <a:endParaRPr lang="en-IN"/>
        </a:p>
      </dgm:t>
    </dgm:pt>
    <dgm:pt modelId="{5565F0F9-ECF5-49BA-BACF-A2D9D9BA5F57}">
      <dgm:prSet/>
      <dgm:spPr/>
      <dgm:t>
        <a:bodyPr/>
        <a:lstStyle/>
        <a:p>
          <a:r>
            <a:rPr lang="en-GB"/>
            <a:t>Golden process alignment sessions completed with DS and DE teams</a:t>
          </a:r>
          <a:endParaRPr lang="en-IN"/>
        </a:p>
      </dgm:t>
    </dgm:pt>
    <dgm:pt modelId="{C3D1E6E4-2284-483E-9459-51498113CFCD}" type="parTrans" cxnId="{EE1A16D8-5288-4F1E-B049-3345CBF4B802}">
      <dgm:prSet/>
      <dgm:spPr/>
      <dgm:t>
        <a:bodyPr/>
        <a:lstStyle/>
        <a:p>
          <a:endParaRPr lang="en-IN"/>
        </a:p>
      </dgm:t>
    </dgm:pt>
    <dgm:pt modelId="{F8DD1D8F-9776-4A8E-B77D-EB67A85EB87E}" type="sibTrans" cxnId="{EE1A16D8-5288-4F1E-B049-3345CBF4B802}">
      <dgm:prSet/>
      <dgm:spPr/>
      <dgm:t>
        <a:bodyPr/>
        <a:lstStyle/>
        <a:p>
          <a:endParaRPr lang="en-IN"/>
        </a:p>
      </dgm:t>
    </dgm:pt>
    <dgm:pt modelId="{C49D8701-9CD8-42B7-86F3-6FDDAFDAED84}" type="pres">
      <dgm:prSet presAssocID="{7F30319E-3914-47E6-A0FB-E7380640082D}" presName="Name0" presStyleCnt="0">
        <dgm:presLayoutVars>
          <dgm:dir/>
          <dgm:resizeHandles val="exact"/>
        </dgm:presLayoutVars>
      </dgm:prSet>
      <dgm:spPr/>
    </dgm:pt>
    <dgm:pt modelId="{866D8649-2AB7-4790-BFD5-914855B2E9A2}" type="pres">
      <dgm:prSet presAssocID="{7F30319E-3914-47E6-A0FB-E7380640082D}" presName="arrow" presStyleLbl="bgShp" presStyleIdx="0" presStyleCnt="1"/>
      <dgm:spPr/>
    </dgm:pt>
    <dgm:pt modelId="{E0256D83-9729-48B0-AC18-AC0BBFFDFF57}" type="pres">
      <dgm:prSet presAssocID="{7F30319E-3914-47E6-A0FB-E7380640082D}" presName="points" presStyleCnt="0"/>
      <dgm:spPr/>
    </dgm:pt>
    <dgm:pt modelId="{0C34C5F2-937C-4331-B38D-C089FE789EAD}" type="pres">
      <dgm:prSet presAssocID="{0AE8E4BD-6A74-4183-A8C8-4680E287510C}" presName="compositeA" presStyleCnt="0"/>
      <dgm:spPr/>
    </dgm:pt>
    <dgm:pt modelId="{7FBCE473-483E-4829-99D3-4FCFD85C5758}" type="pres">
      <dgm:prSet presAssocID="{0AE8E4BD-6A74-4183-A8C8-4680E287510C}" presName="textA" presStyleLbl="revTx" presStyleIdx="0" presStyleCnt="7">
        <dgm:presLayoutVars>
          <dgm:bulletEnabled val="1"/>
        </dgm:presLayoutVars>
      </dgm:prSet>
      <dgm:spPr/>
    </dgm:pt>
    <dgm:pt modelId="{1DCCBBDB-DB22-4154-A7A2-CD26A9716AEF}" type="pres">
      <dgm:prSet presAssocID="{0AE8E4BD-6A74-4183-A8C8-4680E287510C}" presName="circleA" presStyleLbl="node1" presStyleIdx="0" presStyleCnt="7"/>
      <dgm:spPr/>
    </dgm:pt>
    <dgm:pt modelId="{060866ED-C6C4-484B-867F-37B537993E84}" type="pres">
      <dgm:prSet presAssocID="{0AE8E4BD-6A74-4183-A8C8-4680E287510C}" presName="spaceA" presStyleCnt="0"/>
      <dgm:spPr/>
    </dgm:pt>
    <dgm:pt modelId="{D2C62576-19FF-45D4-97FA-131A50CD65F4}" type="pres">
      <dgm:prSet presAssocID="{83CD43EA-DAB4-4A77-8D70-39E15DC449FD}" presName="space" presStyleCnt="0"/>
      <dgm:spPr/>
    </dgm:pt>
    <dgm:pt modelId="{F5AAE3F1-B591-416F-95F1-84F57A3AD25B}" type="pres">
      <dgm:prSet presAssocID="{C1552F0D-01A0-4DB4-AD96-37D61A358140}" presName="compositeB" presStyleCnt="0"/>
      <dgm:spPr/>
    </dgm:pt>
    <dgm:pt modelId="{BDE2457E-1A75-4CD7-B41E-C366ACD08DC1}" type="pres">
      <dgm:prSet presAssocID="{C1552F0D-01A0-4DB4-AD96-37D61A358140}" presName="textB" presStyleLbl="revTx" presStyleIdx="1" presStyleCnt="7">
        <dgm:presLayoutVars>
          <dgm:bulletEnabled val="1"/>
        </dgm:presLayoutVars>
      </dgm:prSet>
      <dgm:spPr/>
    </dgm:pt>
    <dgm:pt modelId="{BF8F8790-6B4C-4F61-A02D-61CA42DCDAE2}" type="pres">
      <dgm:prSet presAssocID="{C1552F0D-01A0-4DB4-AD96-37D61A358140}" presName="circleB" presStyleLbl="node1" presStyleIdx="1" presStyleCnt="7"/>
      <dgm:spPr/>
    </dgm:pt>
    <dgm:pt modelId="{A2F2B733-955C-46B2-B4BD-AEE32EC2E075}" type="pres">
      <dgm:prSet presAssocID="{C1552F0D-01A0-4DB4-AD96-37D61A358140}" presName="spaceB" presStyleCnt="0"/>
      <dgm:spPr/>
    </dgm:pt>
    <dgm:pt modelId="{77AC21C3-BAFA-461B-9B62-928582762023}" type="pres">
      <dgm:prSet presAssocID="{2DB93340-A12F-44C5-8328-5BE11EB3BA0D}" presName="space" presStyleCnt="0"/>
      <dgm:spPr/>
    </dgm:pt>
    <dgm:pt modelId="{05F4FC2B-CD2B-4AAB-B4C8-32D659A61ABA}" type="pres">
      <dgm:prSet presAssocID="{2ECC84A9-9F6E-43FE-AE15-132701AEF284}" presName="compositeA" presStyleCnt="0"/>
      <dgm:spPr/>
    </dgm:pt>
    <dgm:pt modelId="{D31900EF-8891-4DB6-BE33-81B3873C4AD2}" type="pres">
      <dgm:prSet presAssocID="{2ECC84A9-9F6E-43FE-AE15-132701AEF284}" presName="textA" presStyleLbl="revTx" presStyleIdx="2" presStyleCnt="7">
        <dgm:presLayoutVars>
          <dgm:bulletEnabled val="1"/>
        </dgm:presLayoutVars>
      </dgm:prSet>
      <dgm:spPr/>
    </dgm:pt>
    <dgm:pt modelId="{45BE87CD-909C-4E13-88FF-E14361CC464A}" type="pres">
      <dgm:prSet presAssocID="{2ECC84A9-9F6E-43FE-AE15-132701AEF284}" presName="circleA" presStyleLbl="node1" presStyleIdx="2" presStyleCnt="7"/>
      <dgm:spPr/>
    </dgm:pt>
    <dgm:pt modelId="{0F0796FB-76C5-49ED-9986-7698A96B8134}" type="pres">
      <dgm:prSet presAssocID="{2ECC84A9-9F6E-43FE-AE15-132701AEF284}" presName="spaceA" presStyleCnt="0"/>
      <dgm:spPr/>
    </dgm:pt>
    <dgm:pt modelId="{3F74AD84-5E0C-46FA-8994-5B211F9EAD8C}" type="pres">
      <dgm:prSet presAssocID="{C1644250-BBB0-4CE8-A538-E3A7D49C5868}" presName="space" presStyleCnt="0"/>
      <dgm:spPr/>
    </dgm:pt>
    <dgm:pt modelId="{AFDCEAE8-79B6-421A-8385-4E72D12105FC}" type="pres">
      <dgm:prSet presAssocID="{D313F19C-122C-4573-8B3E-B29E9E6961A1}" presName="compositeB" presStyleCnt="0"/>
      <dgm:spPr/>
    </dgm:pt>
    <dgm:pt modelId="{3B77A29C-8310-49A0-BA8C-F41CF92729CA}" type="pres">
      <dgm:prSet presAssocID="{D313F19C-122C-4573-8B3E-B29E9E6961A1}" presName="textB" presStyleLbl="revTx" presStyleIdx="3" presStyleCnt="7">
        <dgm:presLayoutVars>
          <dgm:bulletEnabled val="1"/>
        </dgm:presLayoutVars>
      </dgm:prSet>
      <dgm:spPr/>
    </dgm:pt>
    <dgm:pt modelId="{722D9630-0671-4C6E-8781-248EDD595AD6}" type="pres">
      <dgm:prSet presAssocID="{D313F19C-122C-4573-8B3E-B29E9E6961A1}" presName="circleB" presStyleLbl="node1" presStyleIdx="3" presStyleCnt="7"/>
      <dgm:spPr/>
    </dgm:pt>
    <dgm:pt modelId="{1E77334A-1D8F-4979-896B-AFD40638C83A}" type="pres">
      <dgm:prSet presAssocID="{D313F19C-122C-4573-8B3E-B29E9E6961A1}" presName="spaceB" presStyleCnt="0"/>
      <dgm:spPr/>
    </dgm:pt>
    <dgm:pt modelId="{2AA4E54F-26DA-48CD-A418-0CF8C4F983AC}" type="pres">
      <dgm:prSet presAssocID="{649D51A2-066B-47AA-B2AD-6DEDDDFDD1BA}" presName="space" presStyleCnt="0"/>
      <dgm:spPr/>
    </dgm:pt>
    <dgm:pt modelId="{E2F417AF-0C3F-445B-9561-0FEE988F35B6}" type="pres">
      <dgm:prSet presAssocID="{3D93C3AF-0910-4E84-90B2-F7CC3AE540A9}" presName="compositeA" presStyleCnt="0"/>
      <dgm:spPr/>
    </dgm:pt>
    <dgm:pt modelId="{A94923C3-3DE5-4596-B8E1-7FA717F0A354}" type="pres">
      <dgm:prSet presAssocID="{3D93C3AF-0910-4E84-90B2-F7CC3AE540A9}" presName="textA" presStyleLbl="revTx" presStyleIdx="4" presStyleCnt="7">
        <dgm:presLayoutVars>
          <dgm:bulletEnabled val="1"/>
        </dgm:presLayoutVars>
      </dgm:prSet>
      <dgm:spPr/>
    </dgm:pt>
    <dgm:pt modelId="{CA8AE7DF-3A58-4C30-AA26-AC955E106F48}" type="pres">
      <dgm:prSet presAssocID="{3D93C3AF-0910-4E84-90B2-F7CC3AE540A9}" presName="circleA" presStyleLbl="node1" presStyleIdx="4" presStyleCnt="7"/>
      <dgm:spPr/>
    </dgm:pt>
    <dgm:pt modelId="{21319B57-9308-4CD3-889D-2835CA821724}" type="pres">
      <dgm:prSet presAssocID="{3D93C3AF-0910-4E84-90B2-F7CC3AE540A9}" presName="spaceA" presStyleCnt="0"/>
      <dgm:spPr/>
    </dgm:pt>
    <dgm:pt modelId="{B5C7D115-74A2-4E7F-BC3C-48BAC491D563}" type="pres">
      <dgm:prSet presAssocID="{907ACD80-2ADB-4ECB-B7E8-A63EA7C201E4}" presName="space" presStyleCnt="0"/>
      <dgm:spPr/>
    </dgm:pt>
    <dgm:pt modelId="{86349FFB-F9B2-4270-AB4B-9FBE5F111958}" type="pres">
      <dgm:prSet presAssocID="{D7998F27-BFC4-4423-B06B-4DF9E49C0CBA}" presName="compositeB" presStyleCnt="0"/>
      <dgm:spPr/>
    </dgm:pt>
    <dgm:pt modelId="{1AFD3A0C-1BF7-4F66-9AE2-700B5CCF33B2}" type="pres">
      <dgm:prSet presAssocID="{D7998F27-BFC4-4423-B06B-4DF9E49C0CBA}" presName="textB" presStyleLbl="revTx" presStyleIdx="5" presStyleCnt="7">
        <dgm:presLayoutVars>
          <dgm:bulletEnabled val="1"/>
        </dgm:presLayoutVars>
      </dgm:prSet>
      <dgm:spPr/>
    </dgm:pt>
    <dgm:pt modelId="{CB7FB721-A0C9-44A7-A145-6A7CB753170D}" type="pres">
      <dgm:prSet presAssocID="{D7998F27-BFC4-4423-B06B-4DF9E49C0CBA}" presName="circleB" presStyleLbl="node1" presStyleIdx="5" presStyleCnt="7"/>
      <dgm:spPr/>
    </dgm:pt>
    <dgm:pt modelId="{9D63BD9D-389E-4E4F-89EA-927F1468BB61}" type="pres">
      <dgm:prSet presAssocID="{D7998F27-BFC4-4423-B06B-4DF9E49C0CBA}" presName="spaceB" presStyleCnt="0"/>
      <dgm:spPr/>
    </dgm:pt>
    <dgm:pt modelId="{0BBD9E73-54E7-4824-BACE-B2FBE33B9DAF}" type="pres">
      <dgm:prSet presAssocID="{1AAE9B66-C546-4C59-8066-0A0091990567}" presName="space" presStyleCnt="0"/>
      <dgm:spPr/>
    </dgm:pt>
    <dgm:pt modelId="{87B2C2A2-9A87-402D-B3DF-080764309471}" type="pres">
      <dgm:prSet presAssocID="{5565F0F9-ECF5-49BA-BACF-A2D9D9BA5F57}" presName="compositeA" presStyleCnt="0"/>
      <dgm:spPr/>
    </dgm:pt>
    <dgm:pt modelId="{A8DB4968-02D2-455E-B9A7-BDF9E297F656}" type="pres">
      <dgm:prSet presAssocID="{5565F0F9-ECF5-49BA-BACF-A2D9D9BA5F57}" presName="textA" presStyleLbl="revTx" presStyleIdx="6" presStyleCnt="7">
        <dgm:presLayoutVars>
          <dgm:bulletEnabled val="1"/>
        </dgm:presLayoutVars>
      </dgm:prSet>
      <dgm:spPr/>
    </dgm:pt>
    <dgm:pt modelId="{F2A5653F-3910-49D4-B048-89A4A7606F9A}" type="pres">
      <dgm:prSet presAssocID="{5565F0F9-ECF5-49BA-BACF-A2D9D9BA5F57}" presName="circleA" presStyleLbl="node1" presStyleIdx="6" presStyleCnt="7"/>
      <dgm:spPr/>
    </dgm:pt>
    <dgm:pt modelId="{5F107F5D-A94D-41B7-A2D7-4F78EA813AD8}" type="pres">
      <dgm:prSet presAssocID="{5565F0F9-ECF5-49BA-BACF-A2D9D9BA5F57}" presName="spaceA" presStyleCnt="0"/>
      <dgm:spPr/>
    </dgm:pt>
  </dgm:ptLst>
  <dgm:cxnLst>
    <dgm:cxn modelId="{5ECB2E06-A5A7-4FD9-9650-78BFB11D29BB}" srcId="{7F30319E-3914-47E6-A0FB-E7380640082D}" destId="{D7998F27-BFC4-4423-B06B-4DF9E49C0CBA}" srcOrd="5" destOrd="0" parTransId="{D24083F7-A922-4D80-8D4E-44F8744C4801}" sibTransId="{1AAE9B66-C546-4C59-8066-0A0091990567}"/>
    <dgm:cxn modelId="{99F7B12F-6547-4496-B71D-F4F404529E14}" type="presOf" srcId="{5565F0F9-ECF5-49BA-BACF-A2D9D9BA5F57}" destId="{A8DB4968-02D2-455E-B9A7-BDF9E297F656}" srcOrd="0" destOrd="0" presId="urn:microsoft.com/office/officeart/2005/8/layout/hProcess11"/>
    <dgm:cxn modelId="{0707FC3A-D76A-43B5-A01C-6AB8C7183649}" srcId="{7F30319E-3914-47E6-A0FB-E7380640082D}" destId="{3D93C3AF-0910-4E84-90B2-F7CC3AE540A9}" srcOrd="4" destOrd="0" parTransId="{5D34ACE6-4EBC-41DB-85DB-0AE8321F1470}" sibTransId="{907ACD80-2ADB-4ECB-B7E8-A63EA7C201E4}"/>
    <dgm:cxn modelId="{E69D853B-7D48-4A9D-8460-9492CFF002DF}" type="presOf" srcId="{2ECC84A9-9F6E-43FE-AE15-132701AEF284}" destId="{D31900EF-8891-4DB6-BE33-81B3873C4AD2}" srcOrd="0" destOrd="0" presId="urn:microsoft.com/office/officeart/2005/8/layout/hProcess11"/>
    <dgm:cxn modelId="{0EB45944-D1D7-4E3C-983F-9A5D9776C391}" type="presOf" srcId="{D7998F27-BFC4-4423-B06B-4DF9E49C0CBA}" destId="{1AFD3A0C-1BF7-4F66-9AE2-700B5CCF33B2}" srcOrd="0" destOrd="0" presId="urn:microsoft.com/office/officeart/2005/8/layout/hProcess11"/>
    <dgm:cxn modelId="{176C8548-8386-408A-8AA9-828120F3C124}" srcId="{7F30319E-3914-47E6-A0FB-E7380640082D}" destId="{C1552F0D-01A0-4DB4-AD96-37D61A358140}" srcOrd="1" destOrd="0" parTransId="{5F01DB66-3C81-4A95-B1CA-970BA8144B88}" sibTransId="{2DB93340-A12F-44C5-8328-5BE11EB3BA0D}"/>
    <dgm:cxn modelId="{CC076177-FB85-4CD6-85FF-2C7B4ECC59FB}" type="presOf" srcId="{0AE8E4BD-6A74-4183-A8C8-4680E287510C}" destId="{7FBCE473-483E-4829-99D3-4FCFD85C5758}" srcOrd="0" destOrd="0" presId="urn:microsoft.com/office/officeart/2005/8/layout/hProcess11"/>
    <dgm:cxn modelId="{855FCCB4-C804-42BB-B34D-B1342786B634}" type="presOf" srcId="{3D93C3AF-0910-4E84-90B2-F7CC3AE540A9}" destId="{A94923C3-3DE5-4596-B8E1-7FA717F0A354}" srcOrd="0" destOrd="0" presId="urn:microsoft.com/office/officeart/2005/8/layout/hProcess11"/>
    <dgm:cxn modelId="{C4262FB5-CE7F-4DB2-A88A-7D8AD1F57537}" type="presOf" srcId="{7F30319E-3914-47E6-A0FB-E7380640082D}" destId="{C49D8701-9CD8-42B7-86F3-6FDDAFDAED84}" srcOrd="0" destOrd="0" presId="urn:microsoft.com/office/officeart/2005/8/layout/hProcess11"/>
    <dgm:cxn modelId="{27CFF8C1-A3EE-4E0D-8500-B54C34621D0F}" type="presOf" srcId="{C1552F0D-01A0-4DB4-AD96-37D61A358140}" destId="{BDE2457E-1A75-4CD7-B41E-C366ACD08DC1}" srcOrd="0" destOrd="0" presId="urn:microsoft.com/office/officeart/2005/8/layout/hProcess11"/>
    <dgm:cxn modelId="{DC4A2AC2-A27D-4FBD-9864-8F3DD30EC5A0}" type="presOf" srcId="{D313F19C-122C-4573-8B3E-B29E9E6961A1}" destId="{3B77A29C-8310-49A0-BA8C-F41CF92729CA}" srcOrd="0" destOrd="0" presId="urn:microsoft.com/office/officeart/2005/8/layout/hProcess11"/>
    <dgm:cxn modelId="{C09781C9-9F6F-4B5E-94CB-8B3FD931EC33}" srcId="{7F30319E-3914-47E6-A0FB-E7380640082D}" destId="{2ECC84A9-9F6E-43FE-AE15-132701AEF284}" srcOrd="2" destOrd="0" parTransId="{6D8C1917-06A4-4029-AAF9-6B96F70CFB59}" sibTransId="{C1644250-BBB0-4CE8-A538-E3A7D49C5868}"/>
    <dgm:cxn modelId="{CB66D3D4-CFFB-45A8-A212-43C89567F644}" srcId="{7F30319E-3914-47E6-A0FB-E7380640082D}" destId="{0AE8E4BD-6A74-4183-A8C8-4680E287510C}" srcOrd="0" destOrd="0" parTransId="{96AF22C9-023D-40E3-80A2-AC8F97E15AF7}" sibTransId="{83CD43EA-DAB4-4A77-8D70-39E15DC449FD}"/>
    <dgm:cxn modelId="{79EB44D5-CA91-4346-8204-25E438105B76}" srcId="{7F30319E-3914-47E6-A0FB-E7380640082D}" destId="{D313F19C-122C-4573-8B3E-B29E9E6961A1}" srcOrd="3" destOrd="0" parTransId="{9F90B0A4-6533-43FF-A695-18B8BF915DFA}" sibTransId="{649D51A2-066B-47AA-B2AD-6DEDDDFDD1BA}"/>
    <dgm:cxn modelId="{EE1A16D8-5288-4F1E-B049-3345CBF4B802}" srcId="{7F30319E-3914-47E6-A0FB-E7380640082D}" destId="{5565F0F9-ECF5-49BA-BACF-A2D9D9BA5F57}" srcOrd="6" destOrd="0" parTransId="{C3D1E6E4-2284-483E-9459-51498113CFCD}" sibTransId="{F8DD1D8F-9776-4A8E-B77D-EB67A85EB87E}"/>
    <dgm:cxn modelId="{F7975C73-38F1-48E9-AA49-D28AE8EEA5E8}" type="presParOf" srcId="{C49D8701-9CD8-42B7-86F3-6FDDAFDAED84}" destId="{866D8649-2AB7-4790-BFD5-914855B2E9A2}" srcOrd="0" destOrd="0" presId="urn:microsoft.com/office/officeart/2005/8/layout/hProcess11"/>
    <dgm:cxn modelId="{1444ED7F-4926-4656-B049-BA7FE5A37AB9}" type="presParOf" srcId="{C49D8701-9CD8-42B7-86F3-6FDDAFDAED84}" destId="{E0256D83-9729-48B0-AC18-AC0BBFFDFF57}" srcOrd="1" destOrd="0" presId="urn:microsoft.com/office/officeart/2005/8/layout/hProcess11"/>
    <dgm:cxn modelId="{E41AB04E-109A-456F-8632-080814A7446B}" type="presParOf" srcId="{E0256D83-9729-48B0-AC18-AC0BBFFDFF57}" destId="{0C34C5F2-937C-4331-B38D-C089FE789EAD}" srcOrd="0" destOrd="0" presId="urn:microsoft.com/office/officeart/2005/8/layout/hProcess11"/>
    <dgm:cxn modelId="{CC601C51-9FBE-4462-9B46-7F8494190594}" type="presParOf" srcId="{0C34C5F2-937C-4331-B38D-C089FE789EAD}" destId="{7FBCE473-483E-4829-99D3-4FCFD85C5758}" srcOrd="0" destOrd="0" presId="urn:microsoft.com/office/officeart/2005/8/layout/hProcess11"/>
    <dgm:cxn modelId="{89D954F1-C43E-4BDF-AC1C-FF4A4A7B67F1}" type="presParOf" srcId="{0C34C5F2-937C-4331-B38D-C089FE789EAD}" destId="{1DCCBBDB-DB22-4154-A7A2-CD26A9716AEF}" srcOrd="1" destOrd="0" presId="urn:microsoft.com/office/officeart/2005/8/layout/hProcess11"/>
    <dgm:cxn modelId="{0620906A-619D-4F65-AC5D-77E2DFD53B67}" type="presParOf" srcId="{0C34C5F2-937C-4331-B38D-C089FE789EAD}" destId="{060866ED-C6C4-484B-867F-37B537993E84}" srcOrd="2" destOrd="0" presId="urn:microsoft.com/office/officeart/2005/8/layout/hProcess11"/>
    <dgm:cxn modelId="{C0F389FC-D6E3-489C-B2B4-4E7314BC9394}" type="presParOf" srcId="{E0256D83-9729-48B0-AC18-AC0BBFFDFF57}" destId="{D2C62576-19FF-45D4-97FA-131A50CD65F4}" srcOrd="1" destOrd="0" presId="urn:microsoft.com/office/officeart/2005/8/layout/hProcess11"/>
    <dgm:cxn modelId="{BC6C7C67-C13B-4F56-B0A9-A7EE29266F92}" type="presParOf" srcId="{E0256D83-9729-48B0-AC18-AC0BBFFDFF57}" destId="{F5AAE3F1-B591-416F-95F1-84F57A3AD25B}" srcOrd="2" destOrd="0" presId="urn:microsoft.com/office/officeart/2005/8/layout/hProcess11"/>
    <dgm:cxn modelId="{DDC30075-7747-4C00-BDA2-AF1130D5796A}" type="presParOf" srcId="{F5AAE3F1-B591-416F-95F1-84F57A3AD25B}" destId="{BDE2457E-1A75-4CD7-B41E-C366ACD08DC1}" srcOrd="0" destOrd="0" presId="urn:microsoft.com/office/officeart/2005/8/layout/hProcess11"/>
    <dgm:cxn modelId="{24B4BF19-4A68-4624-841D-B9E626726DA3}" type="presParOf" srcId="{F5AAE3F1-B591-416F-95F1-84F57A3AD25B}" destId="{BF8F8790-6B4C-4F61-A02D-61CA42DCDAE2}" srcOrd="1" destOrd="0" presId="urn:microsoft.com/office/officeart/2005/8/layout/hProcess11"/>
    <dgm:cxn modelId="{4672EC86-0828-4A62-8159-34D6C5AB0B1A}" type="presParOf" srcId="{F5AAE3F1-B591-416F-95F1-84F57A3AD25B}" destId="{A2F2B733-955C-46B2-B4BD-AEE32EC2E075}" srcOrd="2" destOrd="0" presId="urn:microsoft.com/office/officeart/2005/8/layout/hProcess11"/>
    <dgm:cxn modelId="{159A1312-035B-4C82-BF2B-6400DE7C5B3F}" type="presParOf" srcId="{E0256D83-9729-48B0-AC18-AC0BBFFDFF57}" destId="{77AC21C3-BAFA-461B-9B62-928582762023}" srcOrd="3" destOrd="0" presId="urn:microsoft.com/office/officeart/2005/8/layout/hProcess11"/>
    <dgm:cxn modelId="{77AD30FC-8B7A-4EDE-ACE4-34147A219CC2}" type="presParOf" srcId="{E0256D83-9729-48B0-AC18-AC0BBFFDFF57}" destId="{05F4FC2B-CD2B-4AAB-B4C8-32D659A61ABA}" srcOrd="4" destOrd="0" presId="urn:microsoft.com/office/officeart/2005/8/layout/hProcess11"/>
    <dgm:cxn modelId="{1B2406B1-3781-4250-B1B4-1944C69A875D}" type="presParOf" srcId="{05F4FC2B-CD2B-4AAB-B4C8-32D659A61ABA}" destId="{D31900EF-8891-4DB6-BE33-81B3873C4AD2}" srcOrd="0" destOrd="0" presId="urn:microsoft.com/office/officeart/2005/8/layout/hProcess11"/>
    <dgm:cxn modelId="{A4827B8D-E122-4437-984F-F81F4FC919E8}" type="presParOf" srcId="{05F4FC2B-CD2B-4AAB-B4C8-32D659A61ABA}" destId="{45BE87CD-909C-4E13-88FF-E14361CC464A}" srcOrd="1" destOrd="0" presId="urn:microsoft.com/office/officeart/2005/8/layout/hProcess11"/>
    <dgm:cxn modelId="{E42ECAC8-F17D-4790-8DD9-66AD0DC440EB}" type="presParOf" srcId="{05F4FC2B-CD2B-4AAB-B4C8-32D659A61ABA}" destId="{0F0796FB-76C5-49ED-9986-7698A96B8134}" srcOrd="2" destOrd="0" presId="urn:microsoft.com/office/officeart/2005/8/layout/hProcess11"/>
    <dgm:cxn modelId="{FDF5684A-03F5-4526-B10E-0224257471E9}" type="presParOf" srcId="{E0256D83-9729-48B0-AC18-AC0BBFFDFF57}" destId="{3F74AD84-5E0C-46FA-8994-5B211F9EAD8C}" srcOrd="5" destOrd="0" presId="urn:microsoft.com/office/officeart/2005/8/layout/hProcess11"/>
    <dgm:cxn modelId="{403E5CE6-DD4F-4DE5-891A-E8A7D0E9EB96}" type="presParOf" srcId="{E0256D83-9729-48B0-AC18-AC0BBFFDFF57}" destId="{AFDCEAE8-79B6-421A-8385-4E72D12105FC}" srcOrd="6" destOrd="0" presId="urn:microsoft.com/office/officeart/2005/8/layout/hProcess11"/>
    <dgm:cxn modelId="{A764A965-D937-41F2-A9DA-54442D7BAF0E}" type="presParOf" srcId="{AFDCEAE8-79B6-421A-8385-4E72D12105FC}" destId="{3B77A29C-8310-49A0-BA8C-F41CF92729CA}" srcOrd="0" destOrd="0" presId="urn:microsoft.com/office/officeart/2005/8/layout/hProcess11"/>
    <dgm:cxn modelId="{052AED0A-A7A6-4FFA-AA03-D4C2444249F7}" type="presParOf" srcId="{AFDCEAE8-79B6-421A-8385-4E72D12105FC}" destId="{722D9630-0671-4C6E-8781-248EDD595AD6}" srcOrd="1" destOrd="0" presId="urn:microsoft.com/office/officeart/2005/8/layout/hProcess11"/>
    <dgm:cxn modelId="{E8205AFA-D3ED-4079-ABF6-BAE054535889}" type="presParOf" srcId="{AFDCEAE8-79B6-421A-8385-4E72D12105FC}" destId="{1E77334A-1D8F-4979-896B-AFD40638C83A}" srcOrd="2" destOrd="0" presId="urn:microsoft.com/office/officeart/2005/8/layout/hProcess11"/>
    <dgm:cxn modelId="{D80194A3-8D59-4AF2-89D6-4832AFEF5709}" type="presParOf" srcId="{E0256D83-9729-48B0-AC18-AC0BBFFDFF57}" destId="{2AA4E54F-26DA-48CD-A418-0CF8C4F983AC}" srcOrd="7" destOrd="0" presId="urn:microsoft.com/office/officeart/2005/8/layout/hProcess11"/>
    <dgm:cxn modelId="{7A735E7A-EB1A-4234-8DA0-8CEC96192746}" type="presParOf" srcId="{E0256D83-9729-48B0-AC18-AC0BBFFDFF57}" destId="{E2F417AF-0C3F-445B-9561-0FEE988F35B6}" srcOrd="8" destOrd="0" presId="urn:microsoft.com/office/officeart/2005/8/layout/hProcess11"/>
    <dgm:cxn modelId="{F94CBBBF-191F-41C2-87F3-2FA59A20A4B9}" type="presParOf" srcId="{E2F417AF-0C3F-445B-9561-0FEE988F35B6}" destId="{A94923C3-3DE5-4596-B8E1-7FA717F0A354}" srcOrd="0" destOrd="0" presId="urn:microsoft.com/office/officeart/2005/8/layout/hProcess11"/>
    <dgm:cxn modelId="{C5E1C42E-DA3B-4FD1-9E2B-D3D2923F8196}" type="presParOf" srcId="{E2F417AF-0C3F-445B-9561-0FEE988F35B6}" destId="{CA8AE7DF-3A58-4C30-AA26-AC955E106F48}" srcOrd="1" destOrd="0" presId="urn:microsoft.com/office/officeart/2005/8/layout/hProcess11"/>
    <dgm:cxn modelId="{6A35C75D-86E2-4135-A14B-B59765B0A834}" type="presParOf" srcId="{E2F417AF-0C3F-445B-9561-0FEE988F35B6}" destId="{21319B57-9308-4CD3-889D-2835CA821724}" srcOrd="2" destOrd="0" presId="urn:microsoft.com/office/officeart/2005/8/layout/hProcess11"/>
    <dgm:cxn modelId="{C1E69BC2-AD20-4CE2-8C5D-EB774220B95C}" type="presParOf" srcId="{E0256D83-9729-48B0-AC18-AC0BBFFDFF57}" destId="{B5C7D115-74A2-4E7F-BC3C-48BAC491D563}" srcOrd="9" destOrd="0" presId="urn:microsoft.com/office/officeart/2005/8/layout/hProcess11"/>
    <dgm:cxn modelId="{D21919B2-A8A8-4467-A2AC-AFE21D520E34}" type="presParOf" srcId="{E0256D83-9729-48B0-AC18-AC0BBFFDFF57}" destId="{86349FFB-F9B2-4270-AB4B-9FBE5F111958}" srcOrd="10" destOrd="0" presId="urn:microsoft.com/office/officeart/2005/8/layout/hProcess11"/>
    <dgm:cxn modelId="{2F0875F4-F792-4C03-A74B-2CAA9DE624E0}" type="presParOf" srcId="{86349FFB-F9B2-4270-AB4B-9FBE5F111958}" destId="{1AFD3A0C-1BF7-4F66-9AE2-700B5CCF33B2}" srcOrd="0" destOrd="0" presId="urn:microsoft.com/office/officeart/2005/8/layout/hProcess11"/>
    <dgm:cxn modelId="{07E7F4CA-CD89-4294-9595-ABE40377A7B3}" type="presParOf" srcId="{86349FFB-F9B2-4270-AB4B-9FBE5F111958}" destId="{CB7FB721-A0C9-44A7-A145-6A7CB753170D}" srcOrd="1" destOrd="0" presId="urn:microsoft.com/office/officeart/2005/8/layout/hProcess11"/>
    <dgm:cxn modelId="{B35A2CB2-052A-438F-BBC7-18D3737BF0BB}" type="presParOf" srcId="{86349FFB-F9B2-4270-AB4B-9FBE5F111958}" destId="{9D63BD9D-389E-4E4F-89EA-927F1468BB61}" srcOrd="2" destOrd="0" presId="urn:microsoft.com/office/officeart/2005/8/layout/hProcess11"/>
    <dgm:cxn modelId="{9BE90953-3F9C-4DDF-94CA-754A64AEB467}" type="presParOf" srcId="{E0256D83-9729-48B0-AC18-AC0BBFFDFF57}" destId="{0BBD9E73-54E7-4824-BACE-B2FBE33B9DAF}" srcOrd="11" destOrd="0" presId="urn:microsoft.com/office/officeart/2005/8/layout/hProcess11"/>
    <dgm:cxn modelId="{5D299BE8-8080-45B1-9F58-1790D51EEFD4}" type="presParOf" srcId="{E0256D83-9729-48B0-AC18-AC0BBFFDFF57}" destId="{87B2C2A2-9A87-402D-B3DF-080764309471}" srcOrd="12" destOrd="0" presId="urn:microsoft.com/office/officeart/2005/8/layout/hProcess11"/>
    <dgm:cxn modelId="{B5845EC8-00C3-4075-9C16-59A5EECF1785}" type="presParOf" srcId="{87B2C2A2-9A87-402D-B3DF-080764309471}" destId="{A8DB4968-02D2-455E-B9A7-BDF9E297F656}" srcOrd="0" destOrd="0" presId="urn:microsoft.com/office/officeart/2005/8/layout/hProcess11"/>
    <dgm:cxn modelId="{403092EA-433B-4037-9606-772E46A0F45D}" type="presParOf" srcId="{87B2C2A2-9A87-402D-B3DF-080764309471}" destId="{F2A5653F-3910-49D4-B048-89A4A7606F9A}" srcOrd="1" destOrd="0" presId="urn:microsoft.com/office/officeart/2005/8/layout/hProcess11"/>
    <dgm:cxn modelId="{214943E7-741A-4572-A073-67160C3478BB}" type="presParOf" srcId="{87B2C2A2-9A87-402D-B3DF-080764309471}" destId="{5F107F5D-A94D-41B7-A2D7-4F78EA813AD8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6D8649-2AB7-4790-BFD5-914855B2E9A2}">
      <dsp:nvSpPr>
        <dsp:cNvPr id="0" name=""/>
        <dsp:cNvSpPr/>
      </dsp:nvSpPr>
      <dsp:spPr>
        <a:xfrm>
          <a:off x="0" y="1885280"/>
          <a:ext cx="13624174" cy="2513707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BCE473-483E-4829-99D3-4FCFD85C5758}">
      <dsp:nvSpPr>
        <dsp:cNvPr id="0" name=""/>
        <dsp:cNvSpPr/>
      </dsp:nvSpPr>
      <dsp:spPr>
        <a:xfrm>
          <a:off x="1047" y="0"/>
          <a:ext cx="1679405" cy="2513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b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err="1"/>
            <a:t>SnowflakeML</a:t>
          </a:r>
          <a:r>
            <a:rPr lang="en-US" sz="1500" kern="1200"/>
            <a:t> environment validated and configured</a:t>
          </a:r>
          <a:endParaRPr lang="en-IN" sz="1500" kern="1200"/>
        </a:p>
      </dsp:txBody>
      <dsp:txXfrm>
        <a:off x="1047" y="0"/>
        <a:ext cx="1679405" cy="2513707"/>
      </dsp:txXfrm>
    </dsp:sp>
    <dsp:sp modelId="{1DCCBBDB-DB22-4154-A7A2-CD26A9716AEF}">
      <dsp:nvSpPr>
        <dsp:cNvPr id="0" name=""/>
        <dsp:cNvSpPr/>
      </dsp:nvSpPr>
      <dsp:spPr>
        <a:xfrm>
          <a:off x="526537" y="2827920"/>
          <a:ext cx="628426" cy="62842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E2457E-1A75-4CD7-B41E-C366ACD08DC1}">
      <dsp:nvSpPr>
        <dsp:cNvPr id="0" name=""/>
        <dsp:cNvSpPr/>
      </dsp:nvSpPr>
      <dsp:spPr>
        <a:xfrm>
          <a:off x="1764423" y="3770560"/>
          <a:ext cx="1679405" cy="2513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Source system connections established (Prospect, Guest, Booking)</a:t>
          </a:r>
          <a:endParaRPr lang="en-IN" sz="1500" kern="1200"/>
        </a:p>
      </dsp:txBody>
      <dsp:txXfrm>
        <a:off x="1764423" y="3770560"/>
        <a:ext cx="1679405" cy="2513707"/>
      </dsp:txXfrm>
    </dsp:sp>
    <dsp:sp modelId="{BF8F8790-6B4C-4F61-A02D-61CA42DCDAE2}">
      <dsp:nvSpPr>
        <dsp:cNvPr id="0" name=""/>
        <dsp:cNvSpPr/>
      </dsp:nvSpPr>
      <dsp:spPr>
        <a:xfrm>
          <a:off x="2289913" y="2827920"/>
          <a:ext cx="628426" cy="62842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1900EF-8891-4DB6-BE33-81B3873C4AD2}">
      <dsp:nvSpPr>
        <dsp:cNvPr id="0" name=""/>
        <dsp:cNvSpPr/>
      </dsp:nvSpPr>
      <dsp:spPr>
        <a:xfrm>
          <a:off x="3527799" y="0"/>
          <a:ext cx="1679405" cy="2513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b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Initial MLOps framework drafted (Git branching, CI patterns, job orchestration)</a:t>
          </a:r>
          <a:endParaRPr lang="en-IN" sz="1500" kern="1200"/>
        </a:p>
      </dsp:txBody>
      <dsp:txXfrm>
        <a:off x="3527799" y="0"/>
        <a:ext cx="1679405" cy="2513707"/>
      </dsp:txXfrm>
    </dsp:sp>
    <dsp:sp modelId="{45BE87CD-909C-4E13-88FF-E14361CC464A}">
      <dsp:nvSpPr>
        <dsp:cNvPr id="0" name=""/>
        <dsp:cNvSpPr/>
      </dsp:nvSpPr>
      <dsp:spPr>
        <a:xfrm>
          <a:off x="4053288" y="2827920"/>
          <a:ext cx="628426" cy="62842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77A29C-8310-49A0-BA8C-F41CF92729CA}">
      <dsp:nvSpPr>
        <dsp:cNvPr id="0" name=""/>
        <dsp:cNvSpPr/>
      </dsp:nvSpPr>
      <dsp:spPr>
        <a:xfrm>
          <a:off x="5291175" y="3770560"/>
          <a:ext cx="1679405" cy="2513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Feature store blueprint designed with priority features identified</a:t>
          </a:r>
          <a:endParaRPr lang="en-IN" sz="1500" kern="1200"/>
        </a:p>
      </dsp:txBody>
      <dsp:txXfrm>
        <a:off x="5291175" y="3770560"/>
        <a:ext cx="1679405" cy="2513707"/>
      </dsp:txXfrm>
    </dsp:sp>
    <dsp:sp modelId="{722D9630-0671-4C6E-8781-248EDD595AD6}">
      <dsp:nvSpPr>
        <dsp:cNvPr id="0" name=""/>
        <dsp:cNvSpPr/>
      </dsp:nvSpPr>
      <dsp:spPr>
        <a:xfrm>
          <a:off x="5816664" y="2827920"/>
          <a:ext cx="628426" cy="62842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4923C3-3DE5-4596-B8E1-7FA717F0A354}">
      <dsp:nvSpPr>
        <dsp:cNvPr id="0" name=""/>
        <dsp:cNvSpPr/>
      </dsp:nvSpPr>
      <dsp:spPr>
        <a:xfrm>
          <a:off x="7054551" y="0"/>
          <a:ext cx="1679405" cy="2513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b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Model inventory completed across Marketing, Revenue, and Operations</a:t>
          </a:r>
          <a:endParaRPr lang="en-IN" sz="1500" kern="1200"/>
        </a:p>
      </dsp:txBody>
      <dsp:txXfrm>
        <a:off x="7054551" y="0"/>
        <a:ext cx="1679405" cy="2513707"/>
      </dsp:txXfrm>
    </dsp:sp>
    <dsp:sp modelId="{CA8AE7DF-3A58-4C30-AA26-AC955E106F48}">
      <dsp:nvSpPr>
        <dsp:cNvPr id="0" name=""/>
        <dsp:cNvSpPr/>
      </dsp:nvSpPr>
      <dsp:spPr>
        <a:xfrm>
          <a:off x="7580040" y="2827920"/>
          <a:ext cx="628426" cy="62842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FD3A0C-1BF7-4F66-9AE2-700B5CCF33B2}">
      <dsp:nvSpPr>
        <dsp:cNvPr id="0" name=""/>
        <dsp:cNvSpPr/>
      </dsp:nvSpPr>
      <dsp:spPr>
        <a:xfrm>
          <a:off x="8817927" y="3770560"/>
          <a:ext cx="1679405" cy="2513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Migration approach finalized (R to Snowpark Python/Snowflake ML)</a:t>
          </a:r>
          <a:endParaRPr lang="en-IN" sz="1500" kern="1200"/>
        </a:p>
      </dsp:txBody>
      <dsp:txXfrm>
        <a:off x="8817927" y="3770560"/>
        <a:ext cx="1679405" cy="2513707"/>
      </dsp:txXfrm>
    </dsp:sp>
    <dsp:sp modelId="{CB7FB721-A0C9-44A7-A145-6A7CB753170D}">
      <dsp:nvSpPr>
        <dsp:cNvPr id="0" name=""/>
        <dsp:cNvSpPr/>
      </dsp:nvSpPr>
      <dsp:spPr>
        <a:xfrm>
          <a:off x="9343416" y="2827920"/>
          <a:ext cx="628426" cy="62842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DB4968-02D2-455E-B9A7-BDF9E297F656}">
      <dsp:nvSpPr>
        <dsp:cNvPr id="0" name=""/>
        <dsp:cNvSpPr/>
      </dsp:nvSpPr>
      <dsp:spPr>
        <a:xfrm>
          <a:off x="10581303" y="0"/>
          <a:ext cx="1679405" cy="2513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b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Golden process alignment sessions completed with DS and DE teams</a:t>
          </a:r>
          <a:endParaRPr lang="en-IN" sz="1500" kern="1200"/>
        </a:p>
      </dsp:txBody>
      <dsp:txXfrm>
        <a:off x="10581303" y="0"/>
        <a:ext cx="1679405" cy="2513707"/>
      </dsp:txXfrm>
    </dsp:sp>
    <dsp:sp modelId="{F2A5653F-3910-49D4-B048-89A4A7606F9A}">
      <dsp:nvSpPr>
        <dsp:cNvPr id="0" name=""/>
        <dsp:cNvSpPr/>
      </dsp:nvSpPr>
      <dsp:spPr>
        <a:xfrm>
          <a:off x="11106792" y="2827920"/>
          <a:ext cx="628426" cy="62842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999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EE7763-7AA7-4511-95D0-0DC176BB7E31}" type="slidenum">
              <a:rPr lang="en-ID" smtClean="0"/>
              <a:pPr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33729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3.svg"/><Relationship Id="rId4" Type="http://schemas.openxmlformats.org/officeDocument/2006/relationships/image" Target="../media/image4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3.svg"/><Relationship Id="rId4" Type="http://schemas.openxmlformats.org/officeDocument/2006/relationships/image" Target="../media/image4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7.svg"/><Relationship Id="rId4" Type="http://schemas.openxmlformats.org/officeDocument/2006/relationships/image" Target="../media/image16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0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35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7" Type="http://schemas.openxmlformats.org/officeDocument/2006/relationships/image" Target="../media/image49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6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7" Type="http://schemas.openxmlformats.org/officeDocument/2006/relationships/image" Target="../media/image54.sv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6.png"/><Relationship Id="rId5" Type="http://schemas.openxmlformats.org/officeDocument/2006/relationships/image" Target="../media/image53.svg"/><Relationship Id="rId4" Type="http://schemas.openxmlformats.org/officeDocument/2006/relationships/image" Target="../media/image52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7" Type="http://schemas.openxmlformats.org/officeDocument/2006/relationships/image" Target="../media/image60.sv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9.png"/><Relationship Id="rId5" Type="http://schemas.openxmlformats.org/officeDocument/2006/relationships/image" Target="../media/image58.svg"/><Relationship Id="rId4" Type="http://schemas.openxmlformats.org/officeDocument/2006/relationships/image" Target="../media/image57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0.png"/><Relationship Id="rId5" Type="http://schemas.openxmlformats.org/officeDocument/2006/relationships/image" Target="../media/image64.svg"/><Relationship Id="rId4" Type="http://schemas.openxmlformats.org/officeDocument/2006/relationships/image" Target="../media/image63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6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20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image" Target="../media/image69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20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1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1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2.svg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svg"/><Relationship Id="rId2" Type="http://schemas.openxmlformats.org/officeDocument/2006/relationships/image" Target="../media/image73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svg"/><Relationship Id="rId2" Type="http://schemas.openxmlformats.org/officeDocument/2006/relationships/image" Target="../media/image75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svg"/><Relationship Id="rId2" Type="http://schemas.openxmlformats.org/officeDocument/2006/relationships/image" Target="../media/image75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BDB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BDB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BDB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BDB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BDB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BDB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BDB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BDB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BDB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BDB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BDB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BDB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824B4D0-3F04-527C-43B1-68125C8FEC97}"/>
              </a:ext>
            </a:extLst>
          </p:cNvPr>
          <p:cNvSpPr/>
          <p:nvPr userDrawn="1"/>
        </p:nvSpPr>
        <p:spPr>
          <a:xfrm>
            <a:off x="1" y="-3445"/>
            <a:ext cx="6846138" cy="8233045"/>
          </a:xfrm>
          <a:custGeom>
            <a:avLst/>
            <a:gdLst>
              <a:gd name="connsiteX0" fmla="*/ 0 w 5705115"/>
              <a:gd name="connsiteY0" fmla="*/ 0 h 6858000"/>
              <a:gd name="connsiteX1" fmla="*/ 2409340 w 5705115"/>
              <a:gd name="connsiteY1" fmla="*/ 0 h 6858000"/>
              <a:gd name="connsiteX2" fmla="*/ 2718032 w 5705115"/>
              <a:gd name="connsiteY2" fmla="*/ 71374 h 6858000"/>
              <a:gd name="connsiteX3" fmla="*/ 3654066 w 5705115"/>
              <a:gd name="connsiteY3" fmla="*/ 365294 h 6858000"/>
              <a:gd name="connsiteX4" fmla="*/ 5064928 w 5705115"/>
              <a:gd name="connsiteY4" fmla="*/ 1165627 h 6858000"/>
              <a:gd name="connsiteX5" fmla="*/ 5654627 w 5705115"/>
              <a:gd name="connsiteY5" fmla="*/ 2311318 h 6858000"/>
              <a:gd name="connsiteX6" fmla="*/ 5654627 w 5705115"/>
              <a:gd name="connsiteY6" fmla="*/ 2311689 h 6858000"/>
              <a:gd name="connsiteX7" fmla="*/ 5705115 w 5705115"/>
              <a:gd name="connsiteY7" fmla="*/ 4538896 h 6858000"/>
              <a:gd name="connsiteX8" fmla="*/ 5705115 w 5705115"/>
              <a:gd name="connsiteY8" fmla="*/ 4542605 h 6858000"/>
              <a:gd name="connsiteX9" fmla="*/ 5115415 w 5705115"/>
              <a:gd name="connsiteY9" fmla="*/ 5692933 h 6858000"/>
              <a:gd name="connsiteX10" fmla="*/ 3704553 w 5705115"/>
              <a:gd name="connsiteY10" fmla="*/ 6493266 h 6858000"/>
              <a:gd name="connsiteX11" fmla="*/ 2768519 w 5705115"/>
              <a:gd name="connsiteY11" fmla="*/ 6787021 h 6858000"/>
              <a:gd name="connsiteX12" fmla="*/ 2461298 w 5705115"/>
              <a:gd name="connsiteY12" fmla="*/ 6858000 h 6858000"/>
              <a:gd name="connsiteX13" fmla="*/ 0 w 5705115"/>
              <a:gd name="connsiteY13" fmla="*/ 6858000 h 6858000"/>
              <a:gd name="connsiteX14" fmla="*/ 0 w 5705115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705115" h="6858000">
                <a:moveTo>
                  <a:pt x="0" y="0"/>
                </a:moveTo>
                <a:lnTo>
                  <a:pt x="2409340" y="0"/>
                </a:lnTo>
                <a:lnTo>
                  <a:pt x="2718032" y="71374"/>
                </a:lnTo>
                <a:cubicBezTo>
                  <a:pt x="3053230" y="157560"/>
                  <a:pt x="3366641" y="256002"/>
                  <a:pt x="3654066" y="365294"/>
                </a:cubicBezTo>
                <a:cubicBezTo>
                  <a:pt x="4227802" y="583415"/>
                  <a:pt x="4715043" y="851243"/>
                  <a:pt x="5064928" y="1165627"/>
                </a:cubicBezTo>
                <a:cubicBezTo>
                  <a:pt x="5413513" y="1478897"/>
                  <a:pt x="5653143" y="1865431"/>
                  <a:pt x="5654627" y="2311318"/>
                </a:cubicBezTo>
                <a:lnTo>
                  <a:pt x="5654627" y="2311689"/>
                </a:lnTo>
                <a:lnTo>
                  <a:pt x="5705115" y="4538896"/>
                </a:lnTo>
                <a:lnTo>
                  <a:pt x="5705115" y="4542605"/>
                </a:lnTo>
                <a:cubicBezTo>
                  <a:pt x="5705115" y="4990532"/>
                  <a:pt x="5465115" y="5378549"/>
                  <a:pt x="5115415" y="5692933"/>
                </a:cubicBezTo>
                <a:cubicBezTo>
                  <a:pt x="4765531" y="6007316"/>
                  <a:pt x="4278290" y="6275145"/>
                  <a:pt x="3704553" y="6493266"/>
                </a:cubicBezTo>
                <a:cubicBezTo>
                  <a:pt x="3417128" y="6602512"/>
                  <a:pt x="3103717" y="6700896"/>
                  <a:pt x="2768519" y="6787021"/>
                </a:cubicBezTo>
                <a:lnTo>
                  <a:pt x="2461298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4F3F0"/>
          </a:solidFill>
          <a:ln w="1855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2160">
              <a:latin typeface="Montserrat" panose="00000500000000000000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4813871-4B64-2E2B-1726-57D9E85038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-2884611" y="-76401"/>
            <a:ext cx="9420867" cy="8382401"/>
          </a:xfrm>
          <a:custGeom>
            <a:avLst/>
            <a:gdLst>
              <a:gd name="connsiteX0" fmla="*/ 0 w 7850722"/>
              <a:gd name="connsiteY0" fmla="*/ 1939075 h 6985334"/>
              <a:gd name="connsiteX1" fmla="*/ 375594 w 7850722"/>
              <a:gd name="connsiteY1" fmla="*/ 1939075 h 6985334"/>
              <a:gd name="connsiteX2" fmla="*/ 375594 w 7850722"/>
              <a:gd name="connsiteY2" fmla="*/ 5414924 h 6985334"/>
              <a:gd name="connsiteX3" fmla="*/ 0 w 7850722"/>
              <a:gd name="connsiteY3" fmla="*/ 5414924 h 6985334"/>
              <a:gd name="connsiteX4" fmla="*/ 2400615 w 7850722"/>
              <a:gd name="connsiteY4" fmla="*/ 0 h 6985334"/>
              <a:gd name="connsiteX5" fmla="*/ 7850722 w 7850722"/>
              <a:gd name="connsiteY5" fmla="*/ 0 h 6985334"/>
              <a:gd name="connsiteX6" fmla="*/ 7850722 w 7850722"/>
              <a:gd name="connsiteY6" fmla="*/ 6985334 h 6985334"/>
              <a:gd name="connsiteX7" fmla="*/ 2400615 w 7850722"/>
              <a:gd name="connsiteY7" fmla="*/ 6985334 h 6985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50722" h="6985334">
                <a:moveTo>
                  <a:pt x="0" y="1939075"/>
                </a:moveTo>
                <a:lnTo>
                  <a:pt x="375594" y="1939075"/>
                </a:lnTo>
                <a:lnTo>
                  <a:pt x="375594" y="5414924"/>
                </a:lnTo>
                <a:lnTo>
                  <a:pt x="0" y="5414924"/>
                </a:lnTo>
                <a:close/>
                <a:moveTo>
                  <a:pt x="2400615" y="0"/>
                </a:moveTo>
                <a:lnTo>
                  <a:pt x="7850722" y="0"/>
                </a:lnTo>
                <a:lnTo>
                  <a:pt x="7850722" y="6985334"/>
                </a:lnTo>
                <a:lnTo>
                  <a:pt x="2400615" y="6985334"/>
                </a:lnTo>
                <a:close/>
              </a:path>
            </a:pathLst>
          </a:cu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ADDC5D70-8B52-7642-4FF8-A49BF00C7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7759" r="85778" b="22482"/>
          <a:stretch>
            <a:fillRect/>
          </a:stretch>
        </p:blipFill>
        <p:spPr>
          <a:xfrm>
            <a:off x="-2055498" y="2250493"/>
            <a:ext cx="1339881" cy="4171019"/>
          </a:xfrm>
          <a:custGeom>
            <a:avLst/>
            <a:gdLst>
              <a:gd name="connsiteX0" fmla="*/ 0 w 1116568"/>
              <a:gd name="connsiteY0" fmla="*/ 0 h 3475849"/>
              <a:gd name="connsiteX1" fmla="*/ 1116568 w 1116568"/>
              <a:gd name="connsiteY1" fmla="*/ 0 h 3475849"/>
              <a:gd name="connsiteX2" fmla="*/ 1116568 w 1116568"/>
              <a:gd name="connsiteY2" fmla="*/ 3475849 h 3475849"/>
              <a:gd name="connsiteX3" fmla="*/ 0 w 1116568"/>
              <a:gd name="connsiteY3" fmla="*/ 3475849 h 3475849"/>
              <a:gd name="connsiteX4" fmla="*/ 0 w 1116568"/>
              <a:gd name="connsiteY4" fmla="*/ 0 h 3475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68" h="3475849">
                <a:moveTo>
                  <a:pt x="0" y="0"/>
                </a:moveTo>
                <a:lnTo>
                  <a:pt x="1116568" y="0"/>
                </a:lnTo>
                <a:lnTo>
                  <a:pt x="1116568" y="3475849"/>
                </a:lnTo>
                <a:lnTo>
                  <a:pt x="0" y="3475849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45A8390-3C53-AD0A-5BF0-0037A2F28F61}"/>
              </a:ext>
            </a:extLst>
          </p:cNvPr>
          <p:cNvSpPr/>
          <p:nvPr userDrawn="1"/>
        </p:nvSpPr>
        <p:spPr>
          <a:xfrm>
            <a:off x="964959" y="7166915"/>
            <a:ext cx="1827042" cy="276999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id-ID" sz="1200" b="0" i="0">
                <a:solidFill>
                  <a:schemeClr val="bg2"/>
                </a:solidFill>
                <a:latin typeface="Montserrat" panose="00000500000000000000" pitchFamily="2" charset="0"/>
                <a:cs typeface="Calibri"/>
              </a:rPr>
              <a:t>Blend360.com</a:t>
            </a:r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AF0CC83D-63AE-2502-5128-2F717942A2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7741" y="3109839"/>
            <a:ext cx="4671006" cy="1590676"/>
          </a:xfrm>
        </p:spPr>
        <p:txBody>
          <a:bodyPr>
            <a:noAutofit/>
          </a:bodyPr>
          <a:lstStyle>
            <a:lvl1pPr>
              <a:defRPr sz="5279" b="0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Add Title</a:t>
            </a:r>
          </a:p>
        </p:txBody>
      </p:sp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1FFE1526-E410-439E-E218-F6B43F9975C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8569" y="4883552"/>
            <a:ext cx="4671096" cy="855344"/>
          </a:xfrm>
        </p:spPr>
        <p:txBody>
          <a:bodyPr>
            <a:noAutofit/>
          </a:bodyPr>
          <a:lstStyle>
            <a:lvl1pPr marL="0" indent="0">
              <a:buNone/>
              <a:defRPr sz="1920" b="0" i="0">
                <a:solidFill>
                  <a:schemeClr val="accent1"/>
                </a:solidFill>
                <a:latin typeface="Montserrat" panose="00000500000000000000" pitchFamily="2" charset="0"/>
              </a:defRPr>
            </a:lvl1pPr>
            <a:lvl2pPr marL="548291" indent="0"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Version no | Date here</a:t>
            </a:r>
          </a:p>
        </p:txBody>
      </p:sp>
      <p:sp>
        <p:nvSpPr>
          <p:cNvPr id="14" name="Picture Placeholder 1">
            <a:extLst>
              <a:ext uri="{FF2B5EF4-FFF2-40B4-BE49-F238E27FC236}">
                <a16:creationId xmlns:a16="http://schemas.microsoft.com/office/drawing/2014/main" id="{F8A4B0EB-F0B3-9B89-8AE7-CC98DCEE6AD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91208" y="-3445"/>
            <a:ext cx="11739192" cy="8231507"/>
          </a:xfrm>
          <a:custGeom>
            <a:avLst/>
            <a:gdLst>
              <a:gd name="connsiteX0" fmla="*/ 0 w 9782660"/>
              <a:gd name="connsiteY0" fmla="*/ 0 h 6857999"/>
              <a:gd name="connsiteX1" fmla="*/ 9782660 w 9782660"/>
              <a:gd name="connsiteY1" fmla="*/ 0 h 6857999"/>
              <a:gd name="connsiteX2" fmla="*/ 9782660 w 9782660"/>
              <a:gd name="connsiteY2" fmla="*/ 6857999 h 6857999"/>
              <a:gd name="connsiteX3" fmla="*/ 64384 w 9782660"/>
              <a:gd name="connsiteY3" fmla="*/ 6857999 h 6857999"/>
              <a:gd name="connsiteX4" fmla="*/ 359179 w 9782660"/>
              <a:gd name="connsiteY4" fmla="*/ 6789863 h 6857999"/>
              <a:gd name="connsiteX5" fmla="*/ 1295213 w 9782660"/>
              <a:gd name="connsiteY5" fmla="*/ 6495985 h 6857999"/>
              <a:gd name="connsiteX6" fmla="*/ 2706075 w 9782660"/>
              <a:gd name="connsiteY6" fmla="*/ 5695317 h 6857999"/>
              <a:gd name="connsiteX7" fmla="*/ 3295775 w 9782660"/>
              <a:gd name="connsiteY7" fmla="*/ 4544507 h 6857999"/>
              <a:gd name="connsiteX8" fmla="*/ 3295775 w 9782660"/>
              <a:gd name="connsiteY8" fmla="*/ 4540796 h 6857999"/>
              <a:gd name="connsiteX9" fmla="*/ 3245287 w 9782660"/>
              <a:gd name="connsiteY9" fmla="*/ 2312657 h 6857999"/>
              <a:gd name="connsiteX10" fmla="*/ 3245287 w 9782660"/>
              <a:gd name="connsiteY10" fmla="*/ 2312286 h 6857999"/>
              <a:gd name="connsiteX11" fmla="*/ 2655588 w 9782660"/>
              <a:gd name="connsiteY11" fmla="*/ 1166115 h 6857999"/>
              <a:gd name="connsiteX12" fmla="*/ 1244726 w 9782660"/>
              <a:gd name="connsiteY12" fmla="*/ 365447 h 6857999"/>
              <a:gd name="connsiteX13" fmla="*/ 308692 w 9782660"/>
              <a:gd name="connsiteY13" fmla="*/ 7140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782660" h="6857999">
                <a:moveTo>
                  <a:pt x="0" y="0"/>
                </a:moveTo>
                <a:lnTo>
                  <a:pt x="9782660" y="0"/>
                </a:lnTo>
                <a:lnTo>
                  <a:pt x="9782660" y="6857999"/>
                </a:lnTo>
                <a:lnTo>
                  <a:pt x="64384" y="6857999"/>
                </a:lnTo>
                <a:lnTo>
                  <a:pt x="359179" y="6789863"/>
                </a:lnTo>
                <a:cubicBezTo>
                  <a:pt x="694377" y="6703701"/>
                  <a:pt x="1007788" y="6605276"/>
                  <a:pt x="1295213" y="6495985"/>
                </a:cubicBezTo>
                <a:cubicBezTo>
                  <a:pt x="1868950" y="6277772"/>
                  <a:pt x="2356191" y="6009831"/>
                  <a:pt x="2706075" y="5695317"/>
                </a:cubicBezTo>
                <a:cubicBezTo>
                  <a:pt x="3055775" y="5380801"/>
                  <a:pt x="3295775" y="4992621"/>
                  <a:pt x="3295775" y="4544507"/>
                </a:cubicBezTo>
                <a:lnTo>
                  <a:pt x="3295775" y="4540796"/>
                </a:lnTo>
                <a:lnTo>
                  <a:pt x="3245287" y="2312657"/>
                </a:lnTo>
                <a:lnTo>
                  <a:pt x="3245287" y="2312286"/>
                </a:lnTo>
                <a:cubicBezTo>
                  <a:pt x="3243803" y="1866212"/>
                  <a:pt x="3004173" y="1479516"/>
                  <a:pt x="2655588" y="1166115"/>
                </a:cubicBezTo>
                <a:cubicBezTo>
                  <a:pt x="2305703" y="851599"/>
                  <a:pt x="1818463" y="583659"/>
                  <a:pt x="1244726" y="365447"/>
                </a:cubicBezTo>
                <a:cubicBezTo>
                  <a:pt x="957301" y="256109"/>
                  <a:pt x="643890" y="157626"/>
                  <a:pt x="308692" y="71404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</p:spPr>
        <p:txBody>
          <a:bodyPr wrap="square" tIns="182880" rIns="274320">
            <a:noAutofit/>
          </a:bodyPr>
          <a:lstStyle>
            <a:lvl1pPr marL="0" indent="0" algn="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Change Image</a:t>
            </a:r>
          </a:p>
        </p:txBody>
      </p:sp>
    </p:spTree>
    <p:extLst>
      <p:ext uri="{BB962C8B-B14F-4D97-AF65-F5344CB8AC3E}">
        <p14:creationId xmlns:p14="http://schemas.microsoft.com/office/powerpoint/2010/main" val="27992188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standing in a room&#10;&#10;Description automatically generated">
            <a:extLst>
              <a:ext uri="{FF2B5EF4-FFF2-40B4-BE49-F238E27FC236}">
                <a16:creationId xmlns:a16="http://schemas.microsoft.com/office/drawing/2014/main" id="{02568DE0-2EFE-5681-F61E-7A21E8E9DF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26" t="27297" r="8576" b="39293"/>
          <a:stretch/>
        </p:blipFill>
        <p:spPr>
          <a:xfrm>
            <a:off x="-3873" y="1538"/>
            <a:ext cx="14628471" cy="8228062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9824B4D0-3F04-527C-43B1-68125C8FEC97}"/>
              </a:ext>
            </a:extLst>
          </p:cNvPr>
          <p:cNvSpPr/>
          <p:nvPr userDrawn="1"/>
        </p:nvSpPr>
        <p:spPr>
          <a:xfrm>
            <a:off x="1" y="-3445"/>
            <a:ext cx="6846138" cy="8233045"/>
          </a:xfrm>
          <a:custGeom>
            <a:avLst/>
            <a:gdLst>
              <a:gd name="connsiteX0" fmla="*/ 0 w 5705115"/>
              <a:gd name="connsiteY0" fmla="*/ 0 h 6858000"/>
              <a:gd name="connsiteX1" fmla="*/ 2409340 w 5705115"/>
              <a:gd name="connsiteY1" fmla="*/ 0 h 6858000"/>
              <a:gd name="connsiteX2" fmla="*/ 2718032 w 5705115"/>
              <a:gd name="connsiteY2" fmla="*/ 71374 h 6858000"/>
              <a:gd name="connsiteX3" fmla="*/ 3654066 w 5705115"/>
              <a:gd name="connsiteY3" fmla="*/ 365294 h 6858000"/>
              <a:gd name="connsiteX4" fmla="*/ 5064928 w 5705115"/>
              <a:gd name="connsiteY4" fmla="*/ 1165627 h 6858000"/>
              <a:gd name="connsiteX5" fmla="*/ 5654627 w 5705115"/>
              <a:gd name="connsiteY5" fmla="*/ 2311318 h 6858000"/>
              <a:gd name="connsiteX6" fmla="*/ 5654627 w 5705115"/>
              <a:gd name="connsiteY6" fmla="*/ 2311689 h 6858000"/>
              <a:gd name="connsiteX7" fmla="*/ 5705115 w 5705115"/>
              <a:gd name="connsiteY7" fmla="*/ 4538896 h 6858000"/>
              <a:gd name="connsiteX8" fmla="*/ 5705115 w 5705115"/>
              <a:gd name="connsiteY8" fmla="*/ 4542605 h 6858000"/>
              <a:gd name="connsiteX9" fmla="*/ 5115415 w 5705115"/>
              <a:gd name="connsiteY9" fmla="*/ 5692933 h 6858000"/>
              <a:gd name="connsiteX10" fmla="*/ 3704553 w 5705115"/>
              <a:gd name="connsiteY10" fmla="*/ 6493266 h 6858000"/>
              <a:gd name="connsiteX11" fmla="*/ 2768519 w 5705115"/>
              <a:gd name="connsiteY11" fmla="*/ 6787021 h 6858000"/>
              <a:gd name="connsiteX12" fmla="*/ 2461298 w 5705115"/>
              <a:gd name="connsiteY12" fmla="*/ 6858000 h 6858000"/>
              <a:gd name="connsiteX13" fmla="*/ 0 w 5705115"/>
              <a:gd name="connsiteY13" fmla="*/ 6858000 h 6858000"/>
              <a:gd name="connsiteX14" fmla="*/ 0 w 5705115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705115" h="6858000">
                <a:moveTo>
                  <a:pt x="0" y="0"/>
                </a:moveTo>
                <a:lnTo>
                  <a:pt x="2409340" y="0"/>
                </a:lnTo>
                <a:lnTo>
                  <a:pt x="2718032" y="71374"/>
                </a:lnTo>
                <a:cubicBezTo>
                  <a:pt x="3053230" y="157560"/>
                  <a:pt x="3366641" y="256002"/>
                  <a:pt x="3654066" y="365294"/>
                </a:cubicBezTo>
                <a:cubicBezTo>
                  <a:pt x="4227802" y="583415"/>
                  <a:pt x="4715043" y="851243"/>
                  <a:pt x="5064928" y="1165627"/>
                </a:cubicBezTo>
                <a:cubicBezTo>
                  <a:pt x="5413513" y="1478897"/>
                  <a:pt x="5653143" y="1865431"/>
                  <a:pt x="5654627" y="2311318"/>
                </a:cubicBezTo>
                <a:lnTo>
                  <a:pt x="5654627" y="2311689"/>
                </a:lnTo>
                <a:lnTo>
                  <a:pt x="5705115" y="4538896"/>
                </a:lnTo>
                <a:lnTo>
                  <a:pt x="5705115" y="4542605"/>
                </a:lnTo>
                <a:cubicBezTo>
                  <a:pt x="5705115" y="4990532"/>
                  <a:pt x="5465115" y="5378549"/>
                  <a:pt x="5115415" y="5692933"/>
                </a:cubicBezTo>
                <a:cubicBezTo>
                  <a:pt x="4765531" y="6007316"/>
                  <a:pt x="4278290" y="6275145"/>
                  <a:pt x="3704553" y="6493266"/>
                </a:cubicBezTo>
                <a:cubicBezTo>
                  <a:pt x="3417128" y="6602512"/>
                  <a:pt x="3103717" y="6700896"/>
                  <a:pt x="2768519" y="6787021"/>
                </a:cubicBezTo>
                <a:lnTo>
                  <a:pt x="2461298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4F3F0"/>
          </a:solidFill>
          <a:ln w="1855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216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4813871-4B64-2E2B-1726-57D9E85038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-2884611" y="-76401"/>
            <a:ext cx="9420867" cy="8382401"/>
          </a:xfrm>
          <a:custGeom>
            <a:avLst/>
            <a:gdLst>
              <a:gd name="connsiteX0" fmla="*/ 0 w 7850722"/>
              <a:gd name="connsiteY0" fmla="*/ 1939075 h 6985334"/>
              <a:gd name="connsiteX1" fmla="*/ 375594 w 7850722"/>
              <a:gd name="connsiteY1" fmla="*/ 1939075 h 6985334"/>
              <a:gd name="connsiteX2" fmla="*/ 375594 w 7850722"/>
              <a:gd name="connsiteY2" fmla="*/ 5414924 h 6985334"/>
              <a:gd name="connsiteX3" fmla="*/ 0 w 7850722"/>
              <a:gd name="connsiteY3" fmla="*/ 5414924 h 6985334"/>
              <a:gd name="connsiteX4" fmla="*/ 2400615 w 7850722"/>
              <a:gd name="connsiteY4" fmla="*/ 0 h 6985334"/>
              <a:gd name="connsiteX5" fmla="*/ 7850722 w 7850722"/>
              <a:gd name="connsiteY5" fmla="*/ 0 h 6985334"/>
              <a:gd name="connsiteX6" fmla="*/ 7850722 w 7850722"/>
              <a:gd name="connsiteY6" fmla="*/ 6985334 h 6985334"/>
              <a:gd name="connsiteX7" fmla="*/ 2400615 w 7850722"/>
              <a:gd name="connsiteY7" fmla="*/ 6985334 h 6985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50722" h="6985334">
                <a:moveTo>
                  <a:pt x="0" y="1939075"/>
                </a:moveTo>
                <a:lnTo>
                  <a:pt x="375594" y="1939075"/>
                </a:lnTo>
                <a:lnTo>
                  <a:pt x="375594" y="5414924"/>
                </a:lnTo>
                <a:lnTo>
                  <a:pt x="0" y="5414924"/>
                </a:lnTo>
                <a:close/>
                <a:moveTo>
                  <a:pt x="2400615" y="0"/>
                </a:moveTo>
                <a:lnTo>
                  <a:pt x="7850722" y="0"/>
                </a:lnTo>
                <a:lnTo>
                  <a:pt x="7850722" y="6985334"/>
                </a:lnTo>
                <a:lnTo>
                  <a:pt x="2400615" y="6985334"/>
                </a:lnTo>
                <a:close/>
              </a:path>
            </a:pathLst>
          </a:cu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ADDC5D70-8B52-7642-4FF8-A49BF00C7F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7759" r="85778" b="22482"/>
          <a:stretch>
            <a:fillRect/>
          </a:stretch>
        </p:blipFill>
        <p:spPr>
          <a:xfrm>
            <a:off x="-2055498" y="2250493"/>
            <a:ext cx="1339881" cy="4171019"/>
          </a:xfrm>
          <a:custGeom>
            <a:avLst/>
            <a:gdLst>
              <a:gd name="connsiteX0" fmla="*/ 0 w 1116568"/>
              <a:gd name="connsiteY0" fmla="*/ 0 h 3475849"/>
              <a:gd name="connsiteX1" fmla="*/ 1116568 w 1116568"/>
              <a:gd name="connsiteY1" fmla="*/ 0 h 3475849"/>
              <a:gd name="connsiteX2" fmla="*/ 1116568 w 1116568"/>
              <a:gd name="connsiteY2" fmla="*/ 3475849 h 3475849"/>
              <a:gd name="connsiteX3" fmla="*/ 0 w 1116568"/>
              <a:gd name="connsiteY3" fmla="*/ 3475849 h 3475849"/>
              <a:gd name="connsiteX4" fmla="*/ 0 w 1116568"/>
              <a:gd name="connsiteY4" fmla="*/ 0 h 3475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68" h="3475849">
                <a:moveTo>
                  <a:pt x="0" y="0"/>
                </a:moveTo>
                <a:lnTo>
                  <a:pt x="1116568" y="0"/>
                </a:lnTo>
                <a:lnTo>
                  <a:pt x="1116568" y="3475849"/>
                </a:lnTo>
                <a:lnTo>
                  <a:pt x="0" y="3475849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45A8390-3C53-AD0A-5BF0-0037A2F28F61}"/>
              </a:ext>
            </a:extLst>
          </p:cNvPr>
          <p:cNvSpPr/>
          <p:nvPr userDrawn="1"/>
        </p:nvSpPr>
        <p:spPr>
          <a:xfrm>
            <a:off x="964959" y="7166915"/>
            <a:ext cx="1827042" cy="276999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id-ID" sz="1200" b="0" i="0">
                <a:solidFill>
                  <a:schemeClr val="bg2"/>
                </a:solidFill>
                <a:latin typeface="Montserrat" pitchFamily="2" charset="77"/>
                <a:cs typeface="Calibri"/>
              </a:rPr>
              <a:t>Blend360.com</a:t>
            </a:r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AF0CC83D-63AE-2502-5128-2F717942A2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7741" y="3109839"/>
            <a:ext cx="4671006" cy="1590676"/>
          </a:xfrm>
        </p:spPr>
        <p:txBody>
          <a:bodyPr>
            <a:noAutofit/>
          </a:bodyPr>
          <a:lstStyle>
            <a:lvl1pPr>
              <a:defRPr sz="5279" b="0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Add Title</a:t>
            </a:r>
          </a:p>
        </p:txBody>
      </p:sp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1FFE1526-E410-439E-E218-F6B43F9975C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8569" y="4883552"/>
            <a:ext cx="4671096" cy="855344"/>
          </a:xfrm>
        </p:spPr>
        <p:txBody>
          <a:bodyPr>
            <a:noAutofit/>
          </a:bodyPr>
          <a:lstStyle>
            <a:lvl1pPr marL="0" indent="0">
              <a:buNone/>
              <a:defRPr sz="1920" b="0" i="0">
                <a:solidFill>
                  <a:schemeClr val="accent1"/>
                </a:solidFill>
                <a:latin typeface="+mn-lt"/>
              </a:defRPr>
            </a:lvl1pPr>
            <a:lvl2pPr marL="548291" indent="0"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Version no | Date here</a:t>
            </a:r>
          </a:p>
        </p:txBody>
      </p:sp>
      <p:sp>
        <p:nvSpPr>
          <p:cNvPr id="14" name="Picture Placeholder 1">
            <a:extLst>
              <a:ext uri="{FF2B5EF4-FFF2-40B4-BE49-F238E27FC236}">
                <a16:creationId xmlns:a16="http://schemas.microsoft.com/office/drawing/2014/main" id="{F8A4B0EB-F0B3-9B89-8AE7-CC98DCEE6AD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91208" y="-3445"/>
            <a:ext cx="11739192" cy="8231507"/>
          </a:xfrm>
          <a:custGeom>
            <a:avLst/>
            <a:gdLst>
              <a:gd name="connsiteX0" fmla="*/ 0 w 9782660"/>
              <a:gd name="connsiteY0" fmla="*/ 0 h 6857999"/>
              <a:gd name="connsiteX1" fmla="*/ 9782660 w 9782660"/>
              <a:gd name="connsiteY1" fmla="*/ 0 h 6857999"/>
              <a:gd name="connsiteX2" fmla="*/ 9782660 w 9782660"/>
              <a:gd name="connsiteY2" fmla="*/ 6857999 h 6857999"/>
              <a:gd name="connsiteX3" fmla="*/ 64384 w 9782660"/>
              <a:gd name="connsiteY3" fmla="*/ 6857999 h 6857999"/>
              <a:gd name="connsiteX4" fmla="*/ 359179 w 9782660"/>
              <a:gd name="connsiteY4" fmla="*/ 6789863 h 6857999"/>
              <a:gd name="connsiteX5" fmla="*/ 1295213 w 9782660"/>
              <a:gd name="connsiteY5" fmla="*/ 6495985 h 6857999"/>
              <a:gd name="connsiteX6" fmla="*/ 2706075 w 9782660"/>
              <a:gd name="connsiteY6" fmla="*/ 5695317 h 6857999"/>
              <a:gd name="connsiteX7" fmla="*/ 3295775 w 9782660"/>
              <a:gd name="connsiteY7" fmla="*/ 4544507 h 6857999"/>
              <a:gd name="connsiteX8" fmla="*/ 3295775 w 9782660"/>
              <a:gd name="connsiteY8" fmla="*/ 4540796 h 6857999"/>
              <a:gd name="connsiteX9" fmla="*/ 3245287 w 9782660"/>
              <a:gd name="connsiteY9" fmla="*/ 2312657 h 6857999"/>
              <a:gd name="connsiteX10" fmla="*/ 3245287 w 9782660"/>
              <a:gd name="connsiteY10" fmla="*/ 2312286 h 6857999"/>
              <a:gd name="connsiteX11" fmla="*/ 2655588 w 9782660"/>
              <a:gd name="connsiteY11" fmla="*/ 1166115 h 6857999"/>
              <a:gd name="connsiteX12" fmla="*/ 1244726 w 9782660"/>
              <a:gd name="connsiteY12" fmla="*/ 365447 h 6857999"/>
              <a:gd name="connsiteX13" fmla="*/ 308692 w 9782660"/>
              <a:gd name="connsiteY13" fmla="*/ 7140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782660" h="6857999">
                <a:moveTo>
                  <a:pt x="0" y="0"/>
                </a:moveTo>
                <a:lnTo>
                  <a:pt x="9782660" y="0"/>
                </a:lnTo>
                <a:lnTo>
                  <a:pt x="9782660" y="6857999"/>
                </a:lnTo>
                <a:lnTo>
                  <a:pt x="64384" y="6857999"/>
                </a:lnTo>
                <a:lnTo>
                  <a:pt x="359179" y="6789863"/>
                </a:lnTo>
                <a:cubicBezTo>
                  <a:pt x="694377" y="6703701"/>
                  <a:pt x="1007788" y="6605276"/>
                  <a:pt x="1295213" y="6495985"/>
                </a:cubicBezTo>
                <a:cubicBezTo>
                  <a:pt x="1868950" y="6277772"/>
                  <a:pt x="2356191" y="6009831"/>
                  <a:pt x="2706075" y="5695317"/>
                </a:cubicBezTo>
                <a:cubicBezTo>
                  <a:pt x="3055775" y="5380801"/>
                  <a:pt x="3295775" y="4992621"/>
                  <a:pt x="3295775" y="4544507"/>
                </a:cubicBezTo>
                <a:lnTo>
                  <a:pt x="3295775" y="4540796"/>
                </a:lnTo>
                <a:lnTo>
                  <a:pt x="3245287" y="2312657"/>
                </a:lnTo>
                <a:lnTo>
                  <a:pt x="3245287" y="2312286"/>
                </a:lnTo>
                <a:cubicBezTo>
                  <a:pt x="3243803" y="1866212"/>
                  <a:pt x="3004173" y="1479516"/>
                  <a:pt x="2655588" y="1166115"/>
                </a:cubicBezTo>
                <a:cubicBezTo>
                  <a:pt x="2305703" y="851599"/>
                  <a:pt x="1818463" y="583659"/>
                  <a:pt x="1244726" y="365447"/>
                </a:cubicBezTo>
                <a:cubicBezTo>
                  <a:pt x="957301" y="256109"/>
                  <a:pt x="643890" y="157626"/>
                  <a:pt x="308692" y="71404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</p:spPr>
        <p:txBody>
          <a:bodyPr wrap="square" tIns="182880" rIns="274320">
            <a:noAutofit/>
          </a:bodyPr>
          <a:lstStyle>
            <a:lvl1pPr marL="0" indent="0" algn="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Change Image</a:t>
            </a:r>
          </a:p>
        </p:txBody>
      </p:sp>
    </p:spTree>
    <p:extLst>
      <p:ext uri="{BB962C8B-B14F-4D97-AF65-F5344CB8AC3E}">
        <p14:creationId xmlns:p14="http://schemas.microsoft.com/office/powerpoint/2010/main" val="28292799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standing in a room&#10;&#10;Description automatically generated">
            <a:extLst>
              <a:ext uri="{FF2B5EF4-FFF2-40B4-BE49-F238E27FC236}">
                <a16:creationId xmlns:a16="http://schemas.microsoft.com/office/drawing/2014/main" id="{02568DE0-2EFE-5681-F61E-7A21E8E9DF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26" t="27297" r="8576" b="39293"/>
          <a:stretch/>
        </p:blipFill>
        <p:spPr>
          <a:xfrm>
            <a:off x="-3873" y="1538"/>
            <a:ext cx="14628471" cy="8228062"/>
          </a:xfrm>
          <a:prstGeom prst="rect">
            <a:avLst/>
          </a:pr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4F0ECEDF-D9DE-7592-0B71-357D70E3A878}"/>
              </a:ext>
            </a:extLst>
          </p:cNvPr>
          <p:cNvSpPr/>
          <p:nvPr userDrawn="1"/>
        </p:nvSpPr>
        <p:spPr>
          <a:xfrm>
            <a:off x="1" y="-3445"/>
            <a:ext cx="6846138" cy="8233045"/>
          </a:xfrm>
          <a:custGeom>
            <a:avLst/>
            <a:gdLst>
              <a:gd name="connsiteX0" fmla="*/ 0 w 5705115"/>
              <a:gd name="connsiteY0" fmla="*/ 0 h 6858000"/>
              <a:gd name="connsiteX1" fmla="*/ 2409340 w 5705115"/>
              <a:gd name="connsiteY1" fmla="*/ 0 h 6858000"/>
              <a:gd name="connsiteX2" fmla="*/ 2718032 w 5705115"/>
              <a:gd name="connsiteY2" fmla="*/ 71374 h 6858000"/>
              <a:gd name="connsiteX3" fmla="*/ 3654066 w 5705115"/>
              <a:gd name="connsiteY3" fmla="*/ 365294 h 6858000"/>
              <a:gd name="connsiteX4" fmla="*/ 5064928 w 5705115"/>
              <a:gd name="connsiteY4" fmla="*/ 1165627 h 6858000"/>
              <a:gd name="connsiteX5" fmla="*/ 5654627 w 5705115"/>
              <a:gd name="connsiteY5" fmla="*/ 2311318 h 6858000"/>
              <a:gd name="connsiteX6" fmla="*/ 5654627 w 5705115"/>
              <a:gd name="connsiteY6" fmla="*/ 2311689 h 6858000"/>
              <a:gd name="connsiteX7" fmla="*/ 5705115 w 5705115"/>
              <a:gd name="connsiteY7" fmla="*/ 4538896 h 6858000"/>
              <a:gd name="connsiteX8" fmla="*/ 5705115 w 5705115"/>
              <a:gd name="connsiteY8" fmla="*/ 4542605 h 6858000"/>
              <a:gd name="connsiteX9" fmla="*/ 5115415 w 5705115"/>
              <a:gd name="connsiteY9" fmla="*/ 5692933 h 6858000"/>
              <a:gd name="connsiteX10" fmla="*/ 3704553 w 5705115"/>
              <a:gd name="connsiteY10" fmla="*/ 6493266 h 6858000"/>
              <a:gd name="connsiteX11" fmla="*/ 2768519 w 5705115"/>
              <a:gd name="connsiteY11" fmla="*/ 6787021 h 6858000"/>
              <a:gd name="connsiteX12" fmla="*/ 2461298 w 5705115"/>
              <a:gd name="connsiteY12" fmla="*/ 6858000 h 6858000"/>
              <a:gd name="connsiteX13" fmla="*/ 0 w 5705115"/>
              <a:gd name="connsiteY13" fmla="*/ 6858000 h 6858000"/>
              <a:gd name="connsiteX14" fmla="*/ 0 w 5705115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705115" h="6858000">
                <a:moveTo>
                  <a:pt x="0" y="0"/>
                </a:moveTo>
                <a:lnTo>
                  <a:pt x="2409340" y="0"/>
                </a:lnTo>
                <a:lnTo>
                  <a:pt x="2718032" y="71374"/>
                </a:lnTo>
                <a:cubicBezTo>
                  <a:pt x="3053230" y="157560"/>
                  <a:pt x="3366641" y="256002"/>
                  <a:pt x="3654066" y="365294"/>
                </a:cubicBezTo>
                <a:cubicBezTo>
                  <a:pt x="4227802" y="583415"/>
                  <a:pt x="4715043" y="851243"/>
                  <a:pt x="5064928" y="1165627"/>
                </a:cubicBezTo>
                <a:cubicBezTo>
                  <a:pt x="5413513" y="1478897"/>
                  <a:pt x="5653143" y="1865431"/>
                  <a:pt x="5654627" y="2311318"/>
                </a:cubicBezTo>
                <a:lnTo>
                  <a:pt x="5654627" y="2311689"/>
                </a:lnTo>
                <a:lnTo>
                  <a:pt x="5705115" y="4538896"/>
                </a:lnTo>
                <a:lnTo>
                  <a:pt x="5705115" y="4542605"/>
                </a:lnTo>
                <a:cubicBezTo>
                  <a:pt x="5705115" y="4990532"/>
                  <a:pt x="5465115" y="5378549"/>
                  <a:pt x="5115415" y="5692933"/>
                </a:cubicBezTo>
                <a:cubicBezTo>
                  <a:pt x="4765531" y="6007316"/>
                  <a:pt x="4278290" y="6275145"/>
                  <a:pt x="3704553" y="6493266"/>
                </a:cubicBezTo>
                <a:cubicBezTo>
                  <a:pt x="3417128" y="6602512"/>
                  <a:pt x="3103717" y="6700896"/>
                  <a:pt x="2768519" y="6787021"/>
                </a:cubicBezTo>
                <a:lnTo>
                  <a:pt x="2461298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855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216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F8C957-9870-23A2-6547-7A2EF8BBBD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-2884611" y="-76401"/>
            <a:ext cx="9420867" cy="8382401"/>
          </a:xfrm>
          <a:custGeom>
            <a:avLst/>
            <a:gdLst>
              <a:gd name="connsiteX0" fmla="*/ 0 w 7850722"/>
              <a:gd name="connsiteY0" fmla="*/ 1939075 h 6985334"/>
              <a:gd name="connsiteX1" fmla="*/ 375594 w 7850722"/>
              <a:gd name="connsiteY1" fmla="*/ 1939075 h 6985334"/>
              <a:gd name="connsiteX2" fmla="*/ 375594 w 7850722"/>
              <a:gd name="connsiteY2" fmla="*/ 5414924 h 6985334"/>
              <a:gd name="connsiteX3" fmla="*/ 0 w 7850722"/>
              <a:gd name="connsiteY3" fmla="*/ 5414924 h 6985334"/>
              <a:gd name="connsiteX4" fmla="*/ 2400615 w 7850722"/>
              <a:gd name="connsiteY4" fmla="*/ 0 h 6985334"/>
              <a:gd name="connsiteX5" fmla="*/ 7850722 w 7850722"/>
              <a:gd name="connsiteY5" fmla="*/ 0 h 6985334"/>
              <a:gd name="connsiteX6" fmla="*/ 7850722 w 7850722"/>
              <a:gd name="connsiteY6" fmla="*/ 6985334 h 6985334"/>
              <a:gd name="connsiteX7" fmla="*/ 2400615 w 7850722"/>
              <a:gd name="connsiteY7" fmla="*/ 6985334 h 6985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50722" h="6985334">
                <a:moveTo>
                  <a:pt x="0" y="1939075"/>
                </a:moveTo>
                <a:lnTo>
                  <a:pt x="375594" y="1939075"/>
                </a:lnTo>
                <a:lnTo>
                  <a:pt x="375594" y="5414924"/>
                </a:lnTo>
                <a:lnTo>
                  <a:pt x="0" y="5414924"/>
                </a:lnTo>
                <a:close/>
                <a:moveTo>
                  <a:pt x="2400615" y="0"/>
                </a:moveTo>
                <a:lnTo>
                  <a:pt x="7850722" y="0"/>
                </a:lnTo>
                <a:lnTo>
                  <a:pt x="7850722" y="6985334"/>
                </a:lnTo>
                <a:lnTo>
                  <a:pt x="2400615" y="6985334"/>
                </a:lnTo>
                <a:close/>
              </a:path>
            </a:pathLst>
          </a:cu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0E27D6B-61FE-5F68-1547-0B40A6BC1C37}"/>
              </a:ext>
            </a:extLst>
          </p:cNvPr>
          <p:cNvSpPr/>
          <p:nvPr userDrawn="1"/>
        </p:nvSpPr>
        <p:spPr>
          <a:xfrm>
            <a:off x="964959" y="7166915"/>
            <a:ext cx="1827042" cy="276999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id-ID" sz="1200" b="0" i="0">
                <a:solidFill>
                  <a:schemeClr val="accent2"/>
                </a:solidFill>
                <a:latin typeface="Montserrat" pitchFamily="2" charset="77"/>
                <a:cs typeface="Calibri"/>
              </a:rPr>
              <a:t>Blend360.com</a:t>
            </a:r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942BD3F2-20FE-A752-BB0F-C3D3EE77AB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7741" y="3109839"/>
            <a:ext cx="4671006" cy="1590676"/>
          </a:xfrm>
        </p:spPr>
        <p:txBody>
          <a:bodyPr>
            <a:noAutofit/>
          </a:bodyPr>
          <a:lstStyle>
            <a:lvl1pPr>
              <a:defRPr sz="5279" b="0" i="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Add Title</a:t>
            </a:r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393A01BC-161A-DC05-237F-91FE8D6F1B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8569" y="4883552"/>
            <a:ext cx="4671096" cy="855344"/>
          </a:xfrm>
        </p:spPr>
        <p:txBody>
          <a:bodyPr>
            <a:noAutofit/>
          </a:bodyPr>
          <a:lstStyle>
            <a:lvl1pPr marL="0" indent="0">
              <a:buNone/>
              <a:defRPr sz="1920" b="0" i="0">
                <a:solidFill>
                  <a:schemeClr val="accent2"/>
                </a:solidFill>
                <a:latin typeface="+mn-lt"/>
              </a:defRPr>
            </a:lvl1pPr>
            <a:lvl2pPr marL="548291" indent="0"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Version no | Date here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A40F679D-95A9-C697-E711-F2455CB627A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91208" y="-3445"/>
            <a:ext cx="11739192" cy="8231507"/>
          </a:xfrm>
          <a:custGeom>
            <a:avLst/>
            <a:gdLst>
              <a:gd name="connsiteX0" fmla="*/ 0 w 9782660"/>
              <a:gd name="connsiteY0" fmla="*/ 0 h 6857999"/>
              <a:gd name="connsiteX1" fmla="*/ 9782660 w 9782660"/>
              <a:gd name="connsiteY1" fmla="*/ 0 h 6857999"/>
              <a:gd name="connsiteX2" fmla="*/ 9782660 w 9782660"/>
              <a:gd name="connsiteY2" fmla="*/ 6857999 h 6857999"/>
              <a:gd name="connsiteX3" fmla="*/ 64384 w 9782660"/>
              <a:gd name="connsiteY3" fmla="*/ 6857999 h 6857999"/>
              <a:gd name="connsiteX4" fmla="*/ 359179 w 9782660"/>
              <a:gd name="connsiteY4" fmla="*/ 6789863 h 6857999"/>
              <a:gd name="connsiteX5" fmla="*/ 1295213 w 9782660"/>
              <a:gd name="connsiteY5" fmla="*/ 6495985 h 6857999"/>
              <a:gd name="connsiteX6" fmla="*/ 2706075 w 9782660"/>
              <a:gd name="connsiteY6" fmla="*/ 5695317 h 6857999"/>
              <a:gd name="connsiteX7" fmla="*/ 3295775 w 9782660"/>
              <a:gd name="connsiteY7" fmla="*/ 4544507 h 6857999"/>
              <a:gd name="connsiteX8" fmla="*/ 3295775 w 9782660"/>
              <a:gd name="connsiteY8" fmla="*/ 4540796 h 6857999"/>
              <a:gd name="connsiteX9" fmla="*/ 3245287 w 9782660"/>
              <a:gd name="connsiteY9" fmla="*/ 2312657 h 6857999"/>
              <a:gd name="connsiteX10" fmla="*/ 3245287 w 9782660"/>
              <a:gd name="connsiteY10" fmla="*/ 2312286 h 6857999"/>
              <a:gd name="connsiteX11" fmla="*/ 2655588 w 9782660"/>
              <a:gd name="connsiteY11" fmla="*/ 1166115 h 6857999"/>
              <a:gd name="connsiteX12" fmla="*/ 1244726 w 9782660"/>
              <a:gd name="connsiteY12" fmla="*/ 365447 h 6857999"/>
              <a:gd name="connsiteX13" fmla="*/ 308692 w 9782660"/>
              <a:gd name="connsiteY13" fmla="*/ 7140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782660" h="6857999">
                <a:moveTo>
                  <a:pt x="0" y="0"/>
                </a:moveTo>
                <a:lnTo>
                  <a:pt x="9782660" y="0"/>
                </a:lnTo>
                <a:lnTo>
                  <a:pt x="9782660" y="6857999"/>
                </a:lnTo>
                <a:lnTo>
                  <a:pt x="64384" y="6857999"/>
                </a:lnTo>
                <a:lnTo>
                  <a:pt x="359179" y="6789863"/>
                </a:lnTo>
                <a:cubicBezTo>
                  <a:pt x="694377" y="6703701"/>
                  <a:pt x="1007788" y="6605276"/>
                  <a:pt x="1295213" y="6495985"/>
                </a:cubicBezTo>
                <a:cubicBezTo>
                  <a:pt x="1868950" y="6277772"/>
                  <a:pt x="2356191" y="6009831"/>
                  <a:pt x="2706075" y="5695317"/>
                </a:cubicBezTo>
                <a:cubicBezTo>
                  <a:pt x="3055775" y="5380801"/>
                  <a:pt x="3295775" y="4992621"/>
                  <a:pt x="3295775" y="4544507"/>
                </a:cubicBezTo>
                <a:lnTo>
                  <a:pt x="3295775" y="4540796"/>
                </a:lnTo>
                <a:lnTo>
                  <a:pt x="3245287" y="2312657"/>
                </a:lnTo>
                <a:lnTo>
                  <a:pt x="3245287" y="2312286"/>
                </a:lnTo>
                <a:cubicBezTo>
                  <a:pt x="3243803" y="1866212"/>
                  <a:pt x="3004173" y="1479516"/>
                  <a:pt x="2655588" y="1166115"/>
                </a:cubicBezTo>
                <a:cubicBezTo>
                  <a:pt x="2305703" y="851599"/>
                  <a:pt x="1818463" y="583659"/>
                  <a:pt x="1244726" y="365447"/>
                </a:cubicBezTo>
                <a:cubicBezTo>
                  <a:pt x="957301" y="256109"/>
                  <a:pt x="643890" y="157626"/>
                  <a:pt x="308692" y="71404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 wrap="square" tIns="182880" rIns="274320">
            <a:noAutofit/>
          </a:bodyPr>
          <a:lstStyle>
            <a:lvl1pPr marL="0" indent="0" algn="r">
              <a:buNone/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Icon to Change Image</a:t>
            </a:r>
          </a:p>
        </p:txBody>
      </p:sp>
    </p:spTree>
    <p:extLst>
      <p:ext uri="{BB962C8B-B14F-4D97-AF65-F5344CB8AC3E}">
        <p14:creationId xmlns:p14="http://schemas.microsoft.com/office/powerpoint/2010/main" val="3372379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Blank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standing in a room&#10;&#10;Description automatically generated">
            <a:extLst>
              <a:ext uri="{FF2B5EF4-FFF2-40B4-BE49-F238E27FC236}">
                <a16:creationId xmlns:a16="http://schemas.microsoft.com/office/drawing/2014/main" id="{02568DE0-2EFE-5681-F61E-7A21E8E9DF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26" t="27297" r="8576" b="39293"/>
          <a:stretch/>
        </p:blipFill>
        <p:spPr>
          <a:xfrm>
            <a:off x="-3873" y="1538"/>
            <a:ext cx="14628471" cy="8228062"/>
          </a:xfrm>
          <a:prstGeom prst="rect">
            <a:avLst/>
          </a:pr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CAC9F694-333A-C16E-CF57-6D7A716C8CB3}"/>
              </a:ext>
            </a:extLst>
          </p:cNvPr>
          <p:cNvSpPr/>
          <p:nvPr userDrawn="1"/>
        </p:nvSpPr>
        <p:spPr>
          <a:xfrm>
            <a:off x="1" y="-3445"/>
            <a:ext cx="6846138" cy="8233045"/>
          </a:xfrm>
          <a:custGeom>
            <a:avLst/>
            <a:gdLst>
              <a:gd name="connsiteX0" fmla="*/ 0 w 5705115"/>
              <a:gd name="connsiteY0" fmla="*/ 0 h 6858000"/>
              <a:gd name="connsiteX1" fmla="*/ 2409340 w 5705115"/>
              <a:gd name="connsiteY1" fmla="*/ 0 h 6858000"/>
              <a:gd name="connsiteX2" fmla="*/ 2718032 w 5705115"/>
              <a:gd name="connsiteY2" fmla="*/ 71374 h 6858000"/>
              <a:gd name="connsiteX3" fmla="*/ 3654066 w 5705115"/>
              <a:gd name="connsiteY3" fmla="*/ 365294 h 6858000"/>
              <a:gd name="connsiteX4" fmla="*/ 5064928 w 5705115"/>
              <a:gd name="connsiteY4" fmla="*/ 1165627 h 6858000"/>
              <a:gd name="connsiteX5" fmla="*/ 5654627 w 5705115"/>
              <a:gd name="connsiteY5" fmla="*/ 2311318 h 6858000"/>
              <a:gd name="connsiteX6" fmla="*/ 5654627 w 5705115"/>
              <a:gd name="connsiteY6" fmla="*/ 2311689 h 6858000"/>
              <a:gd name="connsiteX7" fmla="*/ 5705115 w 5705115"/>
              <a:gd name="connsiteY7" fmla="*/ 4538896 h 6858000"/>
              <a:gd name="connsiteX8" fmla="*/ 5705115 w 5705115"/>
              <a:gd name="connsiteY8" fmla="*/ 4542605 h 6858000"/>
              <a:gd name="connsiteX9" fmla="*/ 5115415 w 5705115"/>
              <a:gd name="connsiteY9" fmla="*/ 5692933 h 6858000"/>
              <a:gd name="connsiteX10" fmla="*/ 3704553 w 5705115"/>
              <a:gd name="connsiteY10" fmla="*/ 6493266 h 6858000"/>
              <a:gd name="connsiteX11" fmla="*/ 2768519 w 5705115"/>
              <a:gd name="connsiteY11" fmla="*/ 6787021 h 6858000"/>
              <a:gd name="connsiteX12" fmla="*/ 2461298 w 5705115"/>
              <a:gd name="connsiteY12" fmla="*/ 6858000 h 6858000"/>
              <a:gd name="connsiteX13" fmla="*/ 0 w 5705115"/>
              <a:gd name="connsiteY13" fmla="*/ 6858000 h 6858000"/>
              <a:gd name="connsiteX14" fmla="*/ 0 w 5705115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705115" h="6858000">
                <a:moveTo>
                  <a:pt x="0" y="0"/>
                </a:moveTo>
                <a:lnTo>
                  <a:pt x="2409340" y="0"/>
                </a:lnTo>
                <a:lnTo>
                  <a:pt x="2718032" y="71374"/>
                </a:lnTo>
                <a:cubicBezTo>
                  <a:pt x="3053230" y="157560"/>
                  <a:pt x="3366641" y="256002"/>
                  <a:pt x="3654066" y="365294"/>
                </a:cubicBezTo>
                <a:cubicBezTo>
                  <a:pt x="4227802" y="583415"/>
                  <a:pt x="4715043" y="851243"/>
                  <a:pt x="5064928" y="1165627"/>
                </a:cubicBezTo>
                <a:cubicBezTo>
                  <a:pt x="5413513" y="1478897"/>
                  <a:pt x="5653143" y="1865431"/>
                  <a:pt x="5654627" y="2311318"/>
                </a:cubicBezTo>
                <a:lnTo>
                  <a:pt x="5654627" y="2311689"/>
                </a:lnTo>
                <a:lnTo>
                  <a:pt x="5705115" y="4538896"/>
                </a:lnTo>
                <a:lnTo>
                  <a:pt x="5705115" y="4542605"/>
                </a:lnTo>
                <a:cubicBezTo>
                  <a:pt x="5705115" y="4990532"/>
                  <a:pt x="5465115" y="5378549"/>
                  <a:pt x="5115415" y="5692933"/>
                </a:cubicBezTo>
                <a:cubicBezTo>
                  <a:pt x="4765531" y="6007316"/>
                  <a:pt x="4278290" y="6275145"/>
                  <a:pt x="3704553" y="6493266"/>
                </a:cubicBezTo>
                <a:cubicBezTo>
                  <a:pt x="3417128" y="6602512"/>
                  <a:pt x="3103717" y="6700896"/>
                  <a:pt x="2768519" y="6787021"/>
                </a:cubicBezTo>
                <a:lnTo>
                  <a:pt x="2461298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1855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216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4DC2324-9991-A207-6E60-CF2B3506C5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-2884611" y="-76401"/>
            <a:ext cx="9420867" cy="8382401"/>
          </a:xfrm>
          <a:custGeom>
            <a:avLst/>
            <a:gdLst>
              <a:gd name="connsiteX0" fmla="*/ 0 w 7850722"/>
              <a:gd name="connsiteY0" fmla="*/ 1939075 h 6985334"/>
              <a:gd name="connsiteX1" fmla="*/ 375594 w 7850722"/>
              <a:gd name="connsiteY1" fmla="*/ 1939075 h 6985334"/>
              <a:gd name="connsiteX2" fmla="*/ 375594 w 7850722"/>
              <a:gd name="connsiteY2" fmla="*/ 5414924 h 6985334"/>
              <a:gd name="connsiteX3" fmla="*/ 0 w 7850722"/>
              <a:gd name="connsiteY3" fmla="*/ 5414924 h 6985334"/>
              <a:gd name="connsiteX4" fmla="*/ 2400615 w 7850722"/>
              <a:gd name="connsiteY4" fmla="*/ 0 h 6985334"/>
              <a:gd name="connsiteX5" fmla="*/ 7850722 w 7850722"/>
              <a:gd name="connsiteY5" fmla="*/ 0 h 6985334"/>
              <a:gd name="connsiteX6" fmla="*/ 7850722 w 7850722"/>
              <a:gd name="connsiteY6" fmla="*/ 6985334 h 6985334"/>
              <a:gd name="connsiteX7" fmla="*/ 2400615 w 7850722"/>
              <a:gd name="connsiteY7" fmla="*/ 6985334 h 6985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50722" h="6985334">
                <a:moveTo>
                  <a:pt x="0" y="1939075"/>
                </a:moveTo>
                <a:lnTo>
                  <a:pt x="375594" y="1939075"/>
                </a:lnTo>
                <a:lnTo>
                  <a:pt x="375594" y="5414924"/>
                </a:lnTo>
                <a:lnTo>
                  <a:pt x="0" y="5414924"/>
                </a:lnTo>
                <a:close/>
                <a:moveTo>
                  <a:pt x="2400615" y="0"/>
                </a:moveTo>
                <a:lnTo>
                  <a:pt x="7850722" y="0"/>
                </a:lnTo>
                <a:lnTo>
                  <a:pt x="7850722" y="6985334"/>
                </a:lnTo>
                <a:lnTo>
                  <a:pt x="2400615" y="6985334"/>
                </a:lnTo>
                <a:close/>
              </a:path>
            </a:pathLst>
          </a:cu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6800973-7376-3714-5B15-81DFB3BB791D}"/>
              </a:ext>
            </a:extLst>
          </p:cNvPr>
          <p:cNvSpPr/>
          <p:nvPr userDrawn="1"/>
        </p:nvSpPr>
        <p:spPr>
          <a:xfrm>
            <a:off x="964959" y="7166915"/>
            <a:ext cx="1827042" cy="276999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id-ID" sz="1200" b="0" i="0">
                <a:solidFill>
                  <a:schemeClr val="accent2"/>
                </a:solidFill>
                <a:latin typeface="Montserrat" pitchFamily="2" charset="77"/>
                <a:cs typeface="Calibri"/>
              </a:rPr>
              <a:t>Blend360.com</a:t>
            </a:r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89E49884-BEA7-81F4-EF24-446EB02A8C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7741" y="3109839"/>
            <a:ext cx="4671006" cy="1590676"/>
          </a:xfrm>
        </p:spPr>
        <p:txBody>
          <a:bodyPr>
            <a:noAutofit/>
          </a:bodyPr>
          <a:lstStyle>
            <a:lvl1pPr>
              <a:defRPr sz="5279" b="0" i="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Add Title</a:t>
            </a: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9DC3F139-E3F5-F8D8-514D-D7634CA975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8569" y="4883552"/>
            <a:ext cx="4671096" cy="855344"/>
          </a:xfrm>
        </p:spPr>
        <p:txBody>
          <a:bodyPr>
            <a:noAutofit/>
          </a:bodyPr>
          <a:lstStyle>
            <a:lvl1pPr marL="0" indent="0">
              <a:buNone/>
              <a:defRPr sz="1920" b="0" i="0">
                <a:solidFill>
                  <a:schemeClr val="accent2"/>
                </a:solidFill>
                <a:latin typeface="+mn-lt"/>
              </a:defRPr>
            </a:lvl1pPr>
            <a:lvl2pPr marL="548291" indent="0"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Version no | Date here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FADA5E31-D0C1-D5C6-9294-ECAE05D04CD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91208" y="-3445"/>
            <a:ext cx="11739192" cy="8229599"/>
          </a:xfrm>
          <a:custGeom>
            <a:avLst/>
            <a:gdLst>
              <a:gd name="connsiteX0" fmla="*/ 0 w 9782660"/>
              <a:gd name="connsiteY0" fmla="*/ 0 h 6857999"/>
              <a:gd name="connsiteX1" fmla="*/ 9782660 w 9782660"/>
              <a:gd name="connsiteY1" fmla="*/ 0 h 6857999"/>
              <a:gd name="connsiteX2" fmla="*/ 9782660 w 9782660"/>
              <a:gd name="connsiteY2" fmla="*/ 6857999 h 6857999"/>
              <a:gd name="connsiteX3" fmla="*/ 64384 w 9782660"/>
              <a:gd name="connsiteY3" fmla="*/ 6857999 h 6857999"/>
              <a:gd name="connsiteX4" fmla="*/ 359179 w 9782660"/>
              <a:gd name="connsiteY4" fmla="*/ 6789863 h 6857999"/>
              <a:gd name="connsiteX5" fmla="*/ 1295213 w 9782660"/>
              <a:gd name="connsiteY5" fmla="*/ 6495985 h 6857999"/>
              <a:gd name="connsiteX6" fmla="*/ 2706075 w 9782660"/>
              <a:gd name="connsiteY6" fmla="*/ 5695317 h 6857999"/>
              <a:gd name="connsiteX7" fmla="*/ 3295775 w 9782660"/>
              <a:gd name="connsiteY7" fmla="*/ 4544507 h 6857999"/>
              <a:gd name="connsiteX8" fmla="*/ 3295775 w 9782660"/>
              <a:gd name="connsiteY8" fmla="*/ 4540796 h 6857999"/>
              <a:gd name="connsiteX9" fmla="*/ 3245287 w 9782660"/>
              <a:gd name="connsiteY9" fmla="*/ 2312657 h 6857999"/>
              <a:gd name="connsiteX10" fmla="*/ 3245287 w 9782660"/>
              <a:gd name="connsiteY10" fmla="*/ 2312286 h 6857999"/>
              <a:gd name="connsiteX11" fmla="*/ 2655588 w 9782660"/>
              <a:gd name="connsiteY11" fmla="*/ 1166115 h 6857999"/>
              <a:gd name="connsiteX12" fmla="*/ 1244726 w 9782660"/>
              <a:gd name="connsiteY12" fmla="*/ 365447 h 6857999"/>
              <a:gd name="connsiteX13" fmla="*/ 308692 w 9782660"/>
              <a:gd name="connsiteY13" fmla="*/ 7140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782660" h="6857999">
                <a:moveTo>
                  <a:pt x="0" y="0"/>
                </a:moveTo>
                <a:lnTo>
                  <a:pt x="9782660" y="0"/>
                </a:lnTo>
                <a:lnTo>
                  <a:pt x="9782660" y="6857999"/>
                </a:lnTo>
                <a:lnTo>
                  <a:pt x="64384" y="6857999"/>
                </a:lnTo>
                <a:lnTo>
                  <a:pt x="359179" y="6789863"/>
                </a:lnTo>
                <a:cubicBezTo>
                  <a:pt x="694377" y="6703701"/>
                  <a:pt x="1007788" y="6605276"/>
                  <a:pt x="1295213" y="6495985"/>
                </a:cubicBezTo>
                <a:cubicBezTo>
                  <a:pt x="1868950" y="6277772"/>
                  <a:pt x="2356191" y="6009831"/>
                  <a:pt x="2706075" y="5695317"/>
                </a:cubicBezTo>
                <a:cubicBezTo>
                  <a:pt x="3055775" y="5380801"/>
                  <a:pt x="3295775" y="4992621"/>
                  <a:pt x="3295775" y="4544507"/>
                </a:cubicBezTo>
                <a:lnTo>
                  <a:pt x="3295775" y="4540796"/>
                </a:lnTo>
                <a:lnTo>
                  <a:pt x="3245287" y="2312657"/>
                </a:lnTo>
                <a:lnTo>
                  <a:pt x="3245287" y="2312286"/>
                </a:lnTo>
                <a:cubicBezTo>
                  <a:pt x="3243803" y="1866212"/>
                  <a:pt x="3004173" y="1479516"/>
                  <a:pt x="2655588" y="1166115"/>
                </a:cubicBezTo>
                <a:cubicBezTo>
                  <a:pt x="2305703" y="851599"/>
                  <a:pt x="1818463" y="583659"/>
                  <a:pt x="1244726" y="365447"/>
                </a:cubicBezTo>
                <a:cubicBezTo>
                  <a:pt x="957301" y="256109"/>
                  <a:pt x="643890" y="157626"/>
                  <a:pt x="308692" y="71404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</p:spPr>
        <p:txBody>
          <a:bodyPr wrap="square" tIns="182880" rIns="274320">
            <a:noAutofit/>
          </a:bodyPr>
          <a:lstStyle>
            <a:lvl1pPr marL="0" indent="0" algn="r">
              <a:buNone/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Icon to Change Image</a:t>
            </a:r>
          </a:p>
        </p:txBody>
      </p:sp>
    </p:spTree>
    <p:extLst>
      <p:ext uri="{BB962C8B-B14F-4D97-AF65-F5344CB8AC3E}">
        <p14:creationId xmlns:p14="http://schemas.microsoft.com/office/powerpoint/2010/main" val="12225583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Blank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7B7E63E0-B48F-BECD-7BC6-6D7A41F799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7721" y="-465016"/>
            <a:ext cx="5219276" cy="9177942"/>
          </a:xfrm>
          <a:prstGeom prst="rect">
            <a:avLst/>
          </a:prstGeom>
        </p:spPr>
      </p:pic>
      <p:sp>
        <p:nvSpPr>
          <p:cNvPr id="10" name="Slide Number Placeholder 13">
            <a:extLst>
              <a:ext uri="{FF2B5EF4-FFF2-40B4-BE49-F238E27FC236}">
                <a16:creationId xmlns:a16="http://schemas.microsoft.com/office/drawing/2014/main" id="{44F33A51-D43A-54E0-9402-76225503AFEF}"/>
              </a:ext>
            </a:extLst>
          </p:cNvPr>
          <p:cNvSpPr txBox="1">
            <a:spLocks/>
          </p:cNvSpPr>
          <p:nvPr userDrawn="1"/>
        </p:nvSpPr>
        <p:spPr>
          <a:xfrm>
            <a:off x="13714159" y="7694122"/>
            <a:ext cx="411512" cy="438150"/>
          </a:xfrm>
          <a:prstGeom prst="rect">
            <a:avLst/>
          </a:prstGeom>
        </p:spPr>
        <p:txBody>
          <a:bodyPr vert="horz" lIns="109699" tIns="54850" rIns="0" bIns="5485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rgbClr val="003059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rgbClr val="003059"/>
              </a:solidFill>
              <a:latin typeface="Montserrat" pitchFamily="2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BD224E-47D3-997E-653F-7A790D4B3C4E}"/>
              </a:ext>
            </a:extLst>
          </p:cNvPr>
          <p:cNvSpPr txBox="1"/>
          <p:nvPr userDrawn="1"/>
        </p:nvSpPr>
        <p:spPr>
          <a:xfrm>
            <a:off x="12495334" y="7808256"/>
            <a:ext cx="1407648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698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rgbClr val="003059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A38A6A13-2E8D-59C7-CB00-54479F0171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21208" y="3347092"/>
            <a:ext cx="4621542" cy="917922"/>
          </a:xfrm>
        </p:spPr>
        <p:txBody>
          <a:bodyPr anchor="ctr">
            <a:noAutofit/>
          </a:bodyPr>
          <a:lstStyle>
            <a:lvl1pPr marL="0" indent="0">
              <a:buNone/>
              <a:defRPr sz="1920" b="0" i="0">
                <a:solidFill>
                  <a:schemeClr val="accent1"/>
                </a:solidFill>
                <a:latin typeface="+mn-lt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95EE9690-BE00-5D83-A0E4-309D45CFC7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84650" y="3347092"/>
            <a:ext cx="4621542" cy="917922"/>
          </a:xfrm>
        </p:spPr>
        <p:txBody>
          <a:bodyPr anchor="ctr">
            <a:noAutofit/>
          </a:bodyPr>
          <a:lstStyle>
            <a:lvl1pPr marL="0" indent="0">
              <a:buNone/>
              <a:defRPr sz="1920" b="0" i="0">
                <a:solidFill>
                  <a:schemeClr val="accent1"/>
                </a:solidFill>
                <a:latin typeface="+mn-lt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2763355E-5B50-B717-4E8E-54D1CE32B9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21208" y="4625972"/>
            <a:ext cx="4621542" cy="917922"/>
          </a:xfrm>
        </p:spPr>
        <p:txBody>
          <a:bodyPr anchor="ctr">
            <a:noAutofit/>
          </a:bodyPr>
          <a:lstStyle>
            <a:lvl1pPr marL="0" indent="0">
              <a:buNone/>
              <a:defRPr sz="1920" b="0" i="0">
                <a:solidFill>
                  <a:schemeClr val="accent1"/>
                </a:solidFill>
                <a:latin typeface="+mn-lt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0CD4C95E-5427-0CEA-1DA0-58FBE0709E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84650" y="4625972"/>
            <a:ext cx="4621542" cy="917922"/>
          </a:xfrm>
        </p:spPr>
        <p:txBody>
          <a:bodyPr anchor="ctr">
            <a:noAutofit/>
          </a:bodyPr>
          <a:lstStyle>
            <a:lvl1pPr marL="0" indent="0">
              <a:buNone/>
              <a:defRPr sz="1920" b="0" i="0">
                <a:solidFill>
                  <a:schemeClr val="accent1"/>
                </a:solidFill>
                <a:latin typeface="+mn-lt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itle 16">
            <a:extLst>
              <a:ext uri="{FF2B5EF4-FFF2-40B4-BE49-F238E27FC236}">
                <a16:creationId xmlns:a16="http://schemas.microsoft.com/office/drawing/2014/main" id="{9EE6308B-5993-BBDD-3100-A9CCF3E576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3404" y="2051853"/>
            <a:ext cx="10852788" cy="795598"/>
          </a:xfrm>
        </p:spPr>
        <p:txBody>
          <a:bodyPr>
            <a:normAutofit/>
          </a:bodyPr>
          <a:lstStyle>
            <a:lvl1pPr>
              <a:defRPr sz="4319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9758CE89-E76D-78CE-43C1-E37C2103678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7138" y="7796211"/>
            <a:ext cx="438869" cy="233714"/>
          </a:xfrm>
          <a:prstGeom prst="rect">
            <a:avLst/>
          </a:prstGeom>
        </p:spPr>
      </p:pic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E70A585D-2D1A-3071-0EA0-EF693EF8F6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07497" y="3347092"/>
            <a:ext cx="607705" cy="917922"/>
          </a:xfrm>
        </p:spPr>
        <p:txBody>
          <a:bodyPr anchor="ctr">
            <a:noAutofit/>
          </a:bodyPr>
          <a:lstStyle>
            <a:lvl1pPr marL="0" indent="0">
              <a:buNone/>
              <a:defRPr sz="1920" b="1" i="0">
                <a:solidFill>
                  <a:schemeClr val="accent1"/>
                </a:solidFill>
                <a:latin typeface="Montserrat" pitchFamily="2" charset="77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EE0C1B1F-DC94-46DA-B805-79C66C7CEF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07495" y="4625972"/>
            <a:ext cx="607705" cy="917922"/>
          </a:xfrm>
        </p:spPr>
        <p:txBody>
          <a:bodyPr anchor="ctr">
            <a:noAutofit/>
          </a:bodyPr>
          <a:lstStyle>
            <a:lvl1pPr marL="0" indent="0">
              <a:buNone/>
              <a:defRPr sz="1920" b="1" i="0">
                <a:solidFill>
                  <a:schemeClr val="accent1"/>
                </a:solidFill>
                <a:latin typeface="Montserrat" pitchFamily="2" charset="77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A4ED2495-ECAD-3EAC-25ED-D34F52D451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53406" y="3347092"/>
            <a:ext cx="607705" cy="917922"/>
          </a:xfrm>
        </p:spPr>
        <p:txBody>
          <a:bodyPr anchor="ctr">
            <a:noAutofit/>
          </a:bodyPr>
          <a:lstStyle>
            <a:lvl1pPr marL="0" indent="0">
              <a:buNone/>
              <a:defRPr sz="1920" b="1" i="0">
                <a:solidFill>
                  <a:schemeClr val="accent1"/>
                </a:solidFill>
                <a:latin typeface="Montserrat" pitchFamily="2" charset="77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A11F73AA-F52C-94CB-14DD-1032E21D5D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53404" y="4625972"/>
            <a:ext cx="607705" cy="917922"/>
          </a:xfrm>
        </p:spPr>
        <p:txBody>
          <a:bodyPr anchor="ctr">
            <a:noAutofit/>
          </a:bodyPr>
          <a:lstStyle>
            <a:lvl1pPr marL="0" indent="0">
              <a:buNone/>
              <a:defRPr sz="1920" b="1" i="0">
                <a:solidFill>
                  <a:schemeClr val="accent1"/>
                </a:solidFill>
                <a:latin typeface="Montserrat" pitchFamily="2" charset="77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227085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Blank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F3D3C8C8-FECB-72DE-F578-BCF57C71F9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7721" y="-465016"/>
            <a:ext cx="5219276" cy="917794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977049C-1A0C-EB44-9043-F0D0A48A9A9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7138" y="7796211"/>
            <a:ext cx="438869" cy="233714"/>
          </a:xfrm>
          <a:prstGeom prst="rect">
            <a:avLst/>
          </a:prstGeom>
        </p:spPr>
      </p:pic>
      <p:sp>
        <p:nvSpPr>
          <p:cNvPr id="7" name="Title 16">
            <a:extLst>
              <a:ext uri="{FF2B5EF4-FFF2-40B4-BE49-F238E27FC236}">
                <a16:creationId xmlns:a16="http://schemas.microsoft.com/office/drawing/2014/main" id="{9454C451-BC89-F5C8-9E09-0B8A282A21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3404" y="2051853"/>
            <a:ext cx="10852788" cy="795598"/>
          </a:xfrm>
        </p:spPr>
        <p:txBody>
          <a:bodyPr>
            <a:normAutofit/>
          </a:bodyPr>
          <a:lstStyle>
            <a:lvl1pPr>
              <a:defRPr sz="4319" b="0" i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Slide Number Placeholder 13">
            <a:extLst>
              <a:ext uri="{FF2B5EF4-FFF2-40B4-BE49-F238E27FC236}">
                <a16:creationId xmlns:a16="http://schemas.microsoft.com/office/drawing/2014/main" id="{2E13FECC-BBAB-48EC-C0CD-5955A555E8E1}"/>
              </a:ext>
            </a:extLst>
          </p:cNvPr>
          <p:cNvSpPr txBox="1">
            <a:spLocks/>
          </p:cNvSpPr>
          <p:nvPr userDrawn="1"/>
        </p:nvSpPr>
        <p:spPr>
          <a:xfrm>
            <a:off x="13714159" y="7694122"/>
            <a:ext cx="411512" cy="438150"/>
          </a:xfrm>
          <a:prstGeom prst="rect">
            <a:avLst/>
          </a:prstGeom>
        </p:spPr>
        <p:txBody>
          <a:bodyPr vert="horz" lIns="109699" tIns="54850" rIns="0" bIns="5485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rgbClr val="EFEFEF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rgbClr val="EFEFEF"/>
              </a:solidFill>
              <a:latin typeface="Montserrat" pitchFamily="2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DC6328-B0EB-05CF-AE19-7852F17088C7}"/>
              </a:ext>
            </a:extLst>
          </p:cNvPr>
          <p:cNvSpPr txBox="1"/>
          <p:nvPr userDrawn="1"/>
        </p:nvSpPr>
        <p:spPr>
          <a:xfrm>
            <a:off x="12495334" y="7808256"/>
            <a:ext cx="1407648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698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rgbClr val="EFEFEF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3717CAA2-F6E9-2944-FEF0-0AC5B78B52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21208" y="3347092"/>
            <a:ext cx="4621542" cy="917922"/>
          </a:xfrm>
        </p:spPr>
        <p:txBody>
          <a:bodyPr anchor="ctr">
            <a:noAutofit/>
          </a:bodyPr>
          <a:lstStyle>
            <a:lvl1pPr marL="0" indent="0">
              <a:buNone/>
              <a:defRPr sz="1920" b="0" i="0">
                <a:solidFill>
                  <a:schemeClr val="tx1"/>
                </a:solidFill>
                <a:latin typeface="+mn-lt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4B192409-E23E-38D9-7FF6-48CA9303DA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84650" y="3347092"/>
            <a:ext cx="4621542" cy="917922"/>
          </a:xfrm>
        </p:spPr>
        <p:txBody>
          <a:bodyPr anchor="ctr">
            <a:noAutofit/>
          </a:bodyPr>
          <a:lstStyle>
            <a:lvl1pPr marL="0" indent="0">
              <a:buNone/>
              <a:defRPr sz="1920" b="0" i="0">
                <a:solidFill>
                  <a:schemeClr val="tx1"/>
                </a:solidFill>
                <a:latin typeface="+mn-lt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35E92378-0A35-30F2-F088-98E510A9AB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21208" y="4625972"/>
            <a:ext cx="4621542" cy="917922"/>
          </a:xfrm>
        </p:spPr>
        <p:txBody>
          <a:bodyPr anchor="ctr">
            <a:noAutofit/>
          </a:bodyPr>
          <a:lstStyle>
            <a:lvl1pPr marL="0" indent="0">
              <a:buNone/>
              <a:defRPr sz="1920" b="0" i="0">
                <a:solidFill>
                  <a:schemeClr val="tx1"/>
                </a:solidFill>
                <a:latin typeface="+mn-lt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024AE8F5-DCAA-5558-5BB8-C9AB1D2638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84650" y="4625972"/>
            <a:ext cx="4621542" cy="917922"/>
          </a:xfrm>
        </p:spPr>
        <p:txBody>
          <a:bodyPr anchor="ctr">
            <a:noAutofit/>
          </a:bodyPr>
          <a:lstStyle>
            <a:lvl1pPr marL="0" indent="0">
              <a:buNone/>
              <a:defRPr sz="1920" b="0" i="0">
                <a:solidFill>
                  <a:schemeClr val="tx1"/>
                </a:solidFill>
                <a:latin typeface="+mn-lt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01BA461-B168-1D28-B367-AFDF78BD56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07497" y="3347092"/>
            <a:ext cx="607705" cy="917922"/>
          </a:xfrm>
        </p:spPr>
        <p:txBody>
          <a:bodyPr anchor="ctr">
            <a:noAutofit/>
          </a:bodyPr>
          <a:lstStyle>
            <a:lvl1pPr marL="0" indent="0">
              <a:buNone/>
              <a:defRPr sz="1920" b="1" i="0">
                <a:solidFill>
                  <a:schemeClr val="tx1"/>
                </a:solidFill>
                <a:latin typeface="Montserrat" pitchFamily="2" charset="77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981D0613-DDB6-55E2-7F29-377A323B1B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07495" y="4625972"/>
            <a:ext cx="607705" cy="917922"/>
          </a:xfrm>
        </p:spPr>
        <p:txBody>
          <a:bodyPr anchor="ctr">
            <a:noAutofit/>
          </a:bodyPr>
          <a:lstStyle>
            <a:lvl1pPr marL="0" indent="0">
              <a:buNone/>
              <a:defRPr sz="1920" b="1" i="0">
                <a:solidFill>
                  <a:schemeClr val="tx1"/>
                </a:solidFill>
                <a:latin typeface="Montserrat" pitchFamily="2" charset="77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6A52C8DF-3903-4D37-1043-B46F2171C7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53406" y="3347092"/>
            <a:ext cx="607705" cy="917922"/>
          </a:xfrm>
        </p:spPr>
        <p:txBody>
          <a:bodyPr anchor="ctr">
            <a:noAutofit/>
          </a:bodyPr>
          <a:lstStyle>
            <a:lvl1pPr marL="0" indent="0">
              <a:buNone/>
              <a:defRPr sz="1920" b="1" i="0">
                <a:solidFill>
                  <a:schemeClr val="tx1"/>
                </a:solidFill>
                <a:latin typeface="Montserrat" pitchFamily="2" charset="77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D96C6EA5-BD3A-40B9-E370-25C066EAB0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53404" y="4625972"/>
            <a:ext cx="607705" cy="917922"/>
          </a:xfrm>
        </p:spPr>
        <p:txBody>
          <a:bodyPr anchor="ctr">
            <a:noAutofit/>
          </a:bodyPr>
          <a:lstStyle>
            <a:lvl1pPr marL="0" indent="0">
              <a:buNone/>
              <a:defRPr sz="1920" b="1" i="0">
                <a:solidFill>
                  <a:schemeClr val="tx1"/>
                </a:solidFill>
                <a:latin typeface="Montserrat" pitchFamily="2" charset="77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68377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5_Blank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15860EC-EBD5-1284-5AD1-779762250C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7721" y="-465016"/>
            <a:ext cx="5219276" cy="9177942"/>
          </a:xfrm>
          <a:prstGeom prst="rect">
            <a:avLst/>
          </a:prstGeom>
        </p:spPr>
      </p:pic>
      <p:sp>
        <p:nvSpPr>
          <p:cNvPr id="37" name="Title 16">
            <a:extLst>
              <a:ext uri="{FF2B5EF4-FFF2-40B4-BE49-F238E27FC236}">
                <a16:creationId xmlns:a16="http://schemas.microsoft.com/office/drawing/2014/main" id="{9E3AD48C-57BF-0EF6-D32F-A560B6D73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3404" y="2051853"/>
            <a:ext cx="10852788" cy="795598"/>
          </a:xfrm>
        </p:spPr>
        <p:txBody>
          <a:bodyPr>
            <a:normAutofit/>
          </a:bodyPr>
          <a:lstStyle>
            <a:lvl1pPr>
              <a:defRPr sz="4319" b="0" i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F7118C1-7699-267F-B078-51E1BB4BED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7138" y="7796211"/>
            <a:ext cx="438869" cy="233714"/>
          </a:xfrm>
          <a:prstGeom prst="rect">
            <a:avLst/>
          </a:prstGeom>
        </p:spPr>
      </p:pic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5B0C2EDA-8A2B-FFDF-090C-18B85505521C}"/>
              </a:ext>
            </a:extLst>
          </p:cNvPr>
          <p:cNvSpPr txBox="1">
            <a:spLocks/>
          </p:cNvSpPr>
          <p:nvPr userDrawn="1"/>
        </p:nvSpPr>
        <p:spPr>
          <a:xfrm>
            <a:off x="13714159" y="7694122"/>
            <a:ext cx="411512" cy="438150"/>
          </a:xfrm>
          <a:prstGeom prst="rect">
            <a:avLst/>
          </a:prstGeom>
        </p:spPr>
        <p:txBody>
          <a:bodyPr vert="horz" lIns="109699" tIns="54850" rIns="0" bIns="5485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rgbClr val="EFEFEF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rgbClr val="EFEFEF"/>
              </a:solidFill>
              <a:latin typeface="Montserra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892686-74AE-215C-78FD-D667A2DDF257}"/>
              </a:ext>
            </a:extLst>
          </p:cNvPr>
          <p:cNvSpPr txBox="1"/>
          <p:nvPr userDrawn="1"/>
        </p:nvSpPr>
        <p:spPr>
          <a:xfrm>
            <a:off x="12495334" y="7808256"/>
            <a:ext cx="1407648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698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rgbClr val="EFEFEF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E1319FC9-9B94-7A4C-A90C-4901B76F36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21208" y="3347092"/>
            <a:ext cx="4621542" cy="917922"/>
          </a:xfrm>
        </p:spPr>
        <p:txBody>
          <a:bodyPr anchor="ctr">
            <a:noAutofit/>
          </a:bodyPr>
          <a:lstStyle>
            <a:lvl1pPr marL="0" indent="0">
              <a:buNone/>
              <a:defRPr sz="1920" b="0" i="0">
                <a:solidFill>
                  <a:schemeClr val="tx1"/>
                </a:solidFill>
                <a:latin typeface="+mn-lt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26">
            <a:extLst>
              <a:ext uri="{FF2B5EF4-FFF2-40B4-BE49-F238E27FC236}">
                <a16:creationId xmlns:a16="http://schemas.microsoft.com/office/drawing/2014/main" id="{36990E72-146E-061F-DECA-E864D245F3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84650" y="3347092"/>
            <a:ext cx="4621542" cy="917922"/>
          </a:xfrm>
        </p:spPr>
        <p:txBody>
          <a:bodyPr anchor="ctr">
            <a:noAutofit/>
          </a:bodyPr>
          <a:lstStyle>
            <a:lvl1pPr marL="0" indent="0">
              <a:buNone/>
              <a:defRPr sz="1920" b="0" i="0">
                <a:solidFill>
                  <a:schemeClr val="tx1"/>
                </a:solidFill>
                <a:latin typeface="+mn-lt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Text Placeholder 26">
            <a:extLst>
              <a:ext uri="{FF2B5EF4-FFF2-40B4-BE49-F238E27FC236}">
                <a16:creationId xmlns:a16="http://schemas.microsoft.com/office/drawing/2014/main" id="{33EB482E-038E-4A46-5F2E-5AFD8821A7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21208" y="4625972"/>
            <a:ext cx="4621542" cy="917922"/>
          </a:xfrm>
        </p:spPr>
        <p:txBody>
          <a:bodyPr anchor="ctr">
            <a:noAutofit/>
          </a:bodyPr>
          <a:lstStyle>
            <a:lvl1pPr marL="0" indent="0">
              <a:buNone/>
              <a:defRPr sz="1920" b="0" i="0">
                <a:solidFill>
                  <a:schemeClr val="tx1"/>
                </a:solidFill>
                <a:latin typeface="+mn-lt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E8B7BE48-D402-FA6D-B9C7-85F6AA7CC3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84650" y="4625972"/>
            <a:ext cx="4621542" cy="917922"/>
          </a:xfrm>
        </p:spPr>
        <p:txBody>
          <a:bodyPr anchor="ctr">
            <a:noAutofit/>
          </a:bodyPr>
          <a:lstStyle>
            <a:lvl1pPr marL="0" indent="0">
              <a:buNone/>
              <a:defRPr sz="1920" b="0" i="0">
                <a:solidFill>
                  <a:schemeClr val="tx1"/>
                </a:solidFill>
                <a:latin typeface="+mn-lt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772E9D82-C44F-F1EA-8EDD-F9535228AB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07497" y="3347092"/>
            <a:ext cx="607705" cy="917922"/>
          </a:xfrm>
        </p:spPr>
        <p:txBody>
          <a:bodyPr anchor="ctr">
            <a:noAutofit/>
          </a:bodyPr>
          <a:lstStyle>
            <a:lvl1pPr marL="0" indent="0">
              <a:buNone/>
              <a:defRPr sz="1920" b="1" i="0">
                <a:solidFill>
                  <a:schemeClr val="tx1"/>
                </a:solidFill>
                <a:latin typeface="Montserrat" pitchFamily="2" charset="77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D7CB2A0E-1176-0C27-A8D9-3CBFF25740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07495" y="4625972"/>
            <a:ext cx="607705" cy="917922"/>
          </a:xfrm>
        </p:spPr>
        <p:txBody>
          <a:bodyPr anchor="ctr">
            <a:noAutofit/>
          </a:bodyPr>
          <a:lstStyle>
            <a:lvl1pPr marL="0" indent="0">
              <a:buNone/>
              <a:defRPr sz="1920" b="1" i="0">
                <a:solidFill>
                  <a:schemeClr val="tx1"/>
                </a:solidFill>
                <a:latin typeface="Montserrat" pitchFamily="2" charset="77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5A007A47-92DC-2854-A61A-9CB5A57BB16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53406" y="3347092"/>
            <a:ext cx="607705" cy="917922"/>
          </a:xfrm>
        </p:spPr>
        <p:txBody>
          <a:bodyPr anchor="ctr">
            <a:noAutofit/>
          </a:bodyPr>
          <a:lstStyle>
            <a:lvl1pPr marL="0" indent="0">
              <a:buNone/>
              <a:defRPr sz="1920" b="1" i="0">
                <a:solidFill>
                  <a:schemeClr val="tx1"/>
                </a:solidFill>
                <a:latin typeface="Montserrat" pitchFamily="2" charset="77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ABE79067-AFC0-01F6-700C-E96DCAECD4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53404" y="4625972"/>
            <a:ext cx="607705" cy="917922"/>
          </a:xfrm>
        </p:spPr>
        <p:txBody>
          <a:bodyPr anchor="ctr">
            <a:noAutofit/>
          </a:bodyPr>
          <a:lstStyle>
            <a:lvl1pPr marL="0" indent="0">
              <a:buNone/>
              <a:defRPr sz="1920" b="1" i="0">
                <a:solidFill>
                  <a:schemeClr val="tx1"/>
                </a:solidFill>
                <a:latin typeface="Montserrat" pitchFamily="2" charset="77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35454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Blank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B50F09B-A494-5D08-27B1-32290FA096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615" y="202407"/>
            <a:ext cx="7310239" cy="7824787"/>
          </a:xfrm>
          <a:prstGeom prst="rect">
            <a:avLst/>
          </a:prstGeom>
        </p:spPr>
      </p:pic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3978187-75CD-0F5C-BE91-98349E736F23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152613" y="202407"/>
            <a:ext cx="7310240" cy="7824787"/>
          </a:xfrm>
          <a:solidFill>
            <a:srgbClr val="F4F3F0">
              <a:alpha val="68000"/>
            </a:srgbClr>
          </a:solidFill>
        </p:spPr>
        <p:txBody>
          <a:bodyPr lIns="91440" tIns="182880"/>
          <a:lstStyle>
            <a:lvl1pPr marL="0" indent="0">
              <a:buNone/>
              <a:defRPr>
                <a:solidFill>
                  <a:srgbClr val="003059"/>
                </a:solidFill>
                <a:latin typeface="Montserrat" pitchFamily="2" charset="77"/>
              </a:defRPr>
            </a:lvl1pPr>
          </a:lstStyle>
          <a:p>
            <a:pPr marL="0" marR="0" lvl="0" indent="0" algn="l" defTabSz="109709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Change Image</a:t>
            </a:r>
            <a:endParaRPr lang="en-US">
              <a:solidFill>
                <a:srgbClr val="003059"/>
              </a:solidFill>
              <a:latin typeface="Montserrat" pitchFamily="2" charset="77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1E03995F-B8EA-233A-3299-941489AC32DC}"/>
              </a:ext>
            </a:extLst>
          </p:cNvPr>
          <p:cNvSpPr>
            <a:spLocks/>
          </p:cNvSpPr>
          <p:nvPr userDrawn="1"/>
        </p:nvSpPr>
        <p:spPr>
          <a:xfrm rot="10800000">
            <a:off x="9270169" y="8549"/>
            <a:ext cx="5360232" cy="8205125"/>
          </a:xfrm>
          <a:custGeom>
            <a:avLst/>
            <a:gdLst>
              <a:gd name="connsiteX0" fmla="*/ 0 w 4467442"/>
              <a:gd name="connsiteY0" fmla="*/ 6837604 h 6837604"/>
              <a:gd name="connsiteX1" fmla="*/ 0 w 4467442"/>
              <a:gd name="connsiteY1" fmla="*/ 6212686 h 6837604"/>
              <a:gd name="connsiteX2" fmla="*/ 139678 w 4467442"/>
              <a:gd name="connsiteY2" fmla="*/ 6199024 h 6837604"/>
              <a:gd name="connsiteX3" fmla="*/ 2385725 w 4467442"/>
              <a:gd name="connsiteY3" fmla="*/ 5683531 h 6837604"/>
              <a:gd name="connsiteX4" fmla="*/ 3502074 w 4467442"/>
              <a:gd name="connsiteY4" fmla="*/ 5058530 h 6837604"/>
              <a:gd name="connsiteX5" fmla="*/ 3844214 w 4467442"/>
              <a:gd name="connsiteY5" fmla="*/ 4451257 h 6837604"/>
              <a:gd name="connsiteX6" fmla="*/ 3502074 w 4467442"/>
              <a:gd name="connsiteY6" fmla="*/ 3843984 h 6837604"/>
              <a:gd name="connsiteX7" fmla="*/ 3425541 w 4467442"/>
              <a:gd name="connsiteY7" fmla="*/ 3778807 h 6837604"/>
              <a:gd name="connsiteX8" fmla="*/ 2560535 w 4467442"/>
              <a:gd name="connsiteY8" fmla="*/ 4194200 h 6837604"/>
              <a:gd name="connsiteX9" fmla="*/ 164563 w 4467442"/>
              <a:gd name="connsiteY9" fmla="*/ 4746248 h 6837604"/>
              <a:gd name="connsiteX10" fmla="*/ 0 w 4467442"/>
              <a:gd name="connsiteY10" fmla="*/ 4762318 h 6837604"/>
              <a:gd name="connsiteX11" fmla="*/ 0 w 4467442"/>
              <a:gd name="connsiteY11" fmla="*/ 4138088 h 6837604"/>
              <a:gd name="connsiteX12" fmla="*/ 92781 w 4467442"/>
              <a:gd name="connsiteY12" fmla="*/ 4129013 h 6837604"/>
              <a:gd name="connsiteX13" fmla="*/ 2338587 w 4467442"/>
              <a:gd name="connsiteY13" fmla="*/ 3613519 h 6837604"/>
              <a:gd name="connsiteX14" fmla="*/ 2817793 w 4467442"/>
              <a:gd name="connsiteY14" fmla="*/ 3404954 h 6837604"/>
              <a:gd name="connsiteX15" fmla="*/ 2817966 w 4467442"/>
              <a:gd name="connsiteY15" fmla="*/ 3404780 h 6837604"/>
              <a:gd name="connsiteX16" fmla="*/ 2385725 w 4467442"/>
              <a:gd name="connsiteY16" fmla="*/ 3219331 h 6837604"/>
              <a:gd name="connsiteX17" fmla="*/ 139800 w 4467442"/>
              <a:gd name="connsiteY17" fmla="*/ 2703837 h 6837604"/>
              <a:gd name="connsiteX18" fmla="*/ 0 w 4467442"/>
              <a:gd name="connsiteY18" fmla="*/ 2690164 h 6837604"/>
              <a:gd name="connsiteX19" fmla="*/ 0 w 4467442"/>
              <a:gd name="connsiteY19" fmla="*/ 2065401 h 6837604"/>
              <a:gd name="connsiteX20" fmla="*/ 211777 w 4467442"/>
              <a:gd name="connsiteY20" fmla="*/ 2086081 h 6837604"/>
              <a:gd name="connsiteX21" fmla="*/ 2607673 w 4467442"/>
              <a:gd name="connsiteY21" fmla="*/ 2638129 h 6837604"/>
              <a:gd name="connsiteX22" fmla="*/ 3418234 w 4467442"/>
              <a:gd name="connsiteY22" fmla="*/ 3020846 h 6837604"/>
              <a:gd name="connsiteX23" fmla="*/ 3455284 w 4467442"/>
              <a:gd name="connsiteY23" fmla="*/ 2988345 h 6837604"/>
              <a:gd name="connsiteX24" fmla="*/ 3797424 w 4467442"/>
              <a:gd name="connsiteY24" fmla="*/ 2381072 h 6837604"/>
              <a:gd name="connsiteX25" fmla="*/ 3455284 w 4467442"/>
              <a:gd name="connsiteY25" fmla="*/ 1773799 h 6837604"/>
              <a:gd name="connsiteX26" fmla="*/ 2338761 w 4467442"/>
              <a:gd name="connsiteY26" fmla="*/ 1148798 h 6837604"/>
              <a:gd name="connsiteX27" fmla="*/ 92879 w 4467442"/>
              <a:gd name="connsiteY27" fmla="*/ 633305 h 6837604"/>
              <a:gd name="connsiteX28" fmla="*/ 0 w 4467442"/>
              <a:gd name="connsiteY28" fmla="*/ 624220 h 6837604"/>
              <a:gd name="connsiteX29" fmla="*/ 0 w 4467442"/>
              <a:gd name="connsiteY29" fmla="*/ 0 h 6837604"/>
              <a:gd name="connsiteX30" fmla="*/ 164563 w 4467442"/>
              <a:gd name="connsiteY30" fmla="*/ 16070 h 6837604"/>
              <a:gd name="connsiteX31" fmla="*/ 2560535 w 4467442"/>
              <a:gd name="connsiteY31" fmla="*/ 568118 h 6837604"/>
              <a:gd name="connsiteX32" fmla="*/ 3872045 w 4467442"/>
              <a:gd name="connsiteY32" fmla="*/ 1312001 h 6837604"/>
              <a:gd name="connsiteX33" fmla="*/ 4420304 w 4467442"/>
              <a:gd name="connsiteY33" fmla="*/ 2381246 h 6837604"/>
              <a:gd name="connsiteX34" fmla="*/ 3932402 w 4467442"/>
              <a:gd name="connsiteY34" fmla="*/ 3394352 h 6837604"/>
              <a:gd name="connsiteX35" fmla="*/ 3932576 w 4467442"/>
              <a:gd name="connsiteY35" fmla="*/ 3394526 h 6837604"/>
              <a:gd name="connsiteX36" fmla="*/ 4467442 w 4467442"/>
              <a:gd name="connsiteY36" fmla="*/ 4451605 h 6837604"/>
              <a:gd name="connsiteX37" fmla="*/ 3919182 w 4467442"/>
              <a:gd name="connsiteY37" fmla="*/ 5520849 h 6837604"/>
              <a:gd name="connsiteX38" fmla="*/ 2607499 w 4467442"/>
              <a:gd name="connsiteY38" fmla="*/ 6264732 h 6837604"/>
              <a:gd name="connsiteX39" fmla="*/ 211527 w 4467442"/>
              <a:gd name="connsiteY39" fmla="*/ 6816945 h 683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467442" h="6837604">
                <a:moveTo>
                  <a:pt x="0" y="6837604"/>
                </a:moveTo>
                <a:lnTo>
                  <a:pt x="0" y="6212686"/>
                </a:lnTo>
                <a:lnTo>
                  <a:pt x="139678" y="6199024"/>
                </a:lnTo>
                <a:cubicBezTo>
                  <a:pt x="1004355" y="6096737"/>
                  <a:pt x="1772260" y="5916646"/>
                  <a:pt x="2385725" y="5683531"/>
                </a:cubicBezTo>
                <a:cubicBezTo>
                  <a:pt x="2877455" y="5496517"/>
                  <a:pt x="3254035" y="5281521"/>
                  <a:pt x="3502074" y="5058530"/>
                </a:cubicBezTo>
                <a:cubicBezTo>
                  <a:pt x="3750287" y="4835539"/>
                  <a:pt x="3844214" y="4629754"/>
                  <a:pt x="3844214" y="4451257"/>
                </a:cubicBezTo>
                <a:cubicBezTo>
                  <a:pt x="3844214" y="4272760"/>
                  <a:pt x="3750287" y="4067149"/>
                  <a:pt x="3502074" y="3843984"/>
                </a:cubicBezTo>
                <a:cubicBezTo>
                  <a:pt x="3477723" y="3822085"/>
                  <a:pt x="3452327" y="3800359"/>
                  <a:pt x="3425541" y="3778807"/>
                </a:cubicBezTo>
                <a:cubicBezTo>
                  <a:pt x="3173153" y="3933667"/>
                  <a:pt x="2881281" y="4072363"/>
                  <a:pt x="2560535" y="4194200"/>
                </a:cubicBezTo>
                <a:cubicBezTo>
                  <a:pt x="1892604" y="4448063"/>
                  <a:pt x="1073563" y="4638854"/>
                  <a:pt x="164563" y="4746248"/>
                </a:cubicBezTo>
                <a:lnTo>
                  <a:pt x="0" y="4762318"/>
                </a:lnTo>
                <a:lnTo>
                  <a:pt x="0" y="4138088"/>
                </a:lnTo>
                <a:lnTo>
                  <a:pt x="92781" y="4129013"/>
                </a:lnTo>
                <a:cubicBezTo>
                  <a:pt x="957434" y="4026726"/>
                  <a:pt x="1725231" y="3846635"/>
                  <a:pt x="2338587" y="3613519"/>
                </a:cubicBezTo>
                <a:cubicBezTo>
                  <a:pt x="2513050" y="3547300"/>
                  <a:pt x="2672901" y="3477431"/>
                  <a:pt x="2817793" y="3404954"/>
                </a:cubicBezTo>
                <a:lnTo>
                  <a:pt x="2817966" y="3404780"/>
                </a:lnTo>
                <a:cubicBezTo>
                  <a:pt x="2685772" y="3340646"/>
                  <a:pt x="2541576" y="3278598"/>
                  <a:pt x="2385725" y="3219331"/>
                </a:cubicBezTo>
                <a:cubicBezTo>
                  <a:pt x="1772369" y="2986216"/>
                  <a:pt x="1004504" y="2806124"/>
                  <a:pt x="139800" y="2703837"/>
                </a:cubicBezTo>
                <a:lnTo>
                  <a:pt x="0" y="2690164"/>
                </a:lnTo>
                <a:lnTo>
                  <a:pt x="0" y="2065401"/>
                </a:lnTo>
                <a:lnTo>
                  <a:pt x="211777" y="2086081"/>
                </a:lnTo>
                <a:cubicBezTo>
                  <a:pt x="1120769" y="2193475"/>
                  <a:pt x="1939742" y="2384266"/>
                  <a:pt x="2607673" y="2638129"/>
                </a:cubicBezTo>
                <a:cubicBezTo>
                  <a:pt x="2905807" y="2751449"/>
                  <a:pt x="3178719" y="2879195"/>
                  <a:pt x="3418234" y="3020846"/>
                </a:cubicBezTo>
                <a:cubicBezTo>
                  <a:pt x="3430933" y="3010070"/>
                  <a:pt x="3443282" y="2999294"/>
                  <a:pt x="3455284" y="2988345"/>
                </a:cubicBezTo>
                <a:cubicBezTo>
                  <a:pt x="3703497" y="2765354"/>
                  <a:pt x="3797424" y="2559569"/>
                  <a:pt x="3797424" y="2381072"/>
                </a:cubicBezTo>
                <a:cubicBezTo>
                  <a:pt x="3797424" y="2202575"/>
                  <a:pt x="3703497" y="1996964"/>
                  <a:pt x="3455284" y="1773799"/>
                </a:cubicBezTo>
                <a:cubicBezTo>
                  <a:pt x="3207071" y="1550808"/>
                  <a:pt x="2830665" y="1335812"/>
                  <a:pt x="2338761" y="1148798"/>
                </a:cubicBezTo>
                <a:cubicBezTo>
                  <a:pt x="1725405" y="915683"/>
                  <a:pt x="957540" y="735592"/>
                  <a:pt x="92879" y="633305"/>
                </a:cubicBezTo>
                <a:lnTo>
                  <a:pt x="0" y="624220"/>
                </a:lnTo>
                <a:lnTo>
                  <a:pt x="0" y="0"/>
                </a:lnTo>
                <a:lnTo>
                  <a:pt x="164563" y="16070"/>
                </a:lnTo>
                <a:cubicBezTo>
                  <a:pt x="1073563" y="123464"/>
                  <a:pt x="1892604" y="314255"/>
                  <a:pt x="2560535" y="568118"/>
                </a:cubicBezTo>
                <a:cubicBezTo>
                  <a:pt x="3093662" y="770774"/>
                  <a:pt x="3546777" y="1019662"/>
                  <a:pt x="3872045" y="1312001"/>
                </a:cubicBezTo>
                <a:cubicBezTo>
                  <a:pt x="4197313" y="1604166"/>
                  <a:pt x="4420304" y="1964984"/>
                  <a:pt x="4420304" y="2381246"/>
                </a:cubicBezTo>
                <a:cubicBezTo>
                  <a:pt x="4420304" y="2771263"/>
                  <a:pt x="4224448" y="3112441"/>
                  <a:pt x="3932402" y="3394352"/>
                </a:cubicBezTo>
                <a:lnTo>
                  <a:pt x="3932576" y="3394526"/>
                </a:lnTo>
                <a:cubicBezTo>
                  <a:pt x="4250539" y="3684431"/>
                  <a:pt x="4467442" y="4035343"/>
                  <a:pt x="4467442" y="4451605"/>
                </a:cubicBezTo>
                <a:cubicBezTo>
                  <a:pt x="4467442" y="4867866"/>
                  <a:pt x="4244276" y="5228684"/>
                  <a:pt x="3919182" y="5520849"/>
                </a:cubicBezTo>
                <a:cubicBezTo>
                  <a:pt x="3593915" y="5813015"/>
                  <a:pt x="3140800" y="6062077"/>
                  <a:pt x="2607499" y="6264732"/>
                </a:cubicBezTo>
                <a:cubicBezTo>
                  <a:pt x="1939568" y="6518704"/>
                  <a:pt x="1120527" y="6709536"/>
                  <a:pt x="211527" y="6816945"/>
                </a:cubicBezTo>
                <a:close/>
              </a:path>
            </a:pathLst>
          </a:custGeom>
          <a:solidFill>
            <a:schemeClr val="accent1">
              <a:alpha val="3705"/>
            </a:schemeClr>
          </a:solidFill>
          <a:ln w="173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160"/>
          </a:p>
        </p:txBody>
      </p:sp>
      <p:sp>
        <p:nvSpPr>
          <p:cNvPr id="18" name="Text Placeholder 26">
            <a:extLst>
              <a:ext uri="{FF2B5EF4-FFF2-40B4-BE49-F238E27FC236}">
                <a16:creationId xmlns:a16="http://schemas.microsoft.com/office/drawing/2014/main" id="{809E5147-7114-32A7-E76B-DC0C029381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54638" y="3312368"/>
            <a:ext cx="5360232" cy="587471"/>
          </a:xfrm>
        </p:spPr>
        <p:txBody>
          <a:bodyPr anchor="ctr">
            <a:noAutofit/>
          </a:bodyPr>
          <a:lstStyle>
            <a:lvl1pPr marL="0" indent="0">
              <a:buNone/>
              <a:defRPr sz="2880" b="0" i="0">
                <a:solidFill>
                  <a:schemeClr val="accent1"/>
                </a:solidFill>
                <a:latin typeface="+mn-lt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26">
            <a:extLst>
              <a:ext uri="{FF2B5EF4-FFF2-40B4-BE49-F238E27FC236}">
                <a16:creationId xmlns:a16="http://schemas.microsoft.com/office/drawing/2014/main" id="{2083857D-063A-51AB-1DAC-53F3537733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4638" y="4045235"/>
            <a:ext cx="5360232" cy="587471"/>
          </a:xfrm>
        </p:spPr>
        <p:txBody>
          <a:bodyPr anchor="ctr">
            <a:noAutofit/>
          </a:bodyPr>
          <a:lstStyle>
            <a:lvl1pPr marL="0" indent="0">
              <a:buNone/>
              <a:defRPr sz="2880" b="0" i="0">
                <a:solidFill>
                  <a:schemeClr val="accent1"/>
                </a:solidFill>
                <a:latin typeface="+mn-lt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1033C3E3-1C3A-AAED-089D-31669AE118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54638" y="4793817"/>
            <a:ext cx="5360232" cy="587471"/>
          </a:xfrm>
        </p:spPr>
        <p:txBody>
          <a:bodyPr anchor="ctr">
            <a:noAutofit/>
          </a:bodyPr>
          <a:lstStyle>
            <a:lvl1pPr marL="0" indent="0">
              <a:buNone/>
              <a:defRPr sz="2880" b="0" i="0">
                <a:solidFill>
                  <a:schemeClr val="accent1"/>
                </a:solidFill>
                <a:latin typeface="+mn-lt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DF75C3C5-66BB-5BA0-BBAE-6CFE191B27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54638" y="5540321"/>
            <a:ext cx="5360232" cy="587471"/>
          </a:xfrm>
        </p:spPr>
        <p:txBody>
          <a:bodyPr anchor="ctr">
            <a:noAutofit/>
          </a:bodyPr>
          <a:lstStyle>
            <a:lvl1pPr marL="0" indent="0">
              <a:buNone/>
              <a:defRPr sz="2880" b="0" i="0">
                <a:solidFill>
                  <a:schemeClr val="accent1"/>
                </a:solidFill>
                <a:latin typeface="+mn-lt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Slide Number Placeholder 13">
            <a:extLst>
              <a:ext uri="{FF2B5EF4-FFF2-40B4-BE49-F238E27FC236}">
                <a16:creationId xmlns:a16="http://schemas.microsoft.com/office/drawing/2014/main" id="{0AAB1FBD-35A4-6DF0-48E2-2610EC1DADD2}"/>
              </a:ext>
            </a:extLst>
          </p:cNvPr>
          <p:cNvSpPr txBox="1">
            <a:spLocks/>
          </p:cNvSpPr>
          <p:nvPr userDrawn="1"/>
        </p:nvSpPr>
        <p:spPr>
          <a:xfrm>
            <a:off x="13714159" y="7694122"/>
            <a:ext cx="411512" cy="438150"/>
          </a:xfrm>
          <a:prstGeom prst="rect">
            <a:avLst/>
          </a:prstGeom>
        </p:spPr>
        <p:txBody>
          <a:bodyPr vert="horz" lIns="109699" tIns="54850" rIns="0" bIns="5485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rgbClr val="003059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rgbClr val="003059"/>
              </a:solidFill>
              <a:latin typeface="Montserrat" pitchFamily="2" charset="7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EFD18D-ECA8-9CF6-038D-87FF4B8D1841}"/>
              </a:ext>
            </a:extLst>
          </p:cNvPr>
          <p:cNvSpPr txBox="1"/>
          <p:nvPr userDrawn="1"/>
        </p:nvSpPr>
        <p:spPr>
          <a:xfrm>
            <a:off x="12495334" y="7808256"/>
            <a:ext cx="1407648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698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rgbClr val="003059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56DFAD5E-A376-FB77-64E3-4BAC295AE8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22304" y="3312368"/>
            <a:ext cx="589090" cy="587471"/>
          </a:xfrm>
          <a:prstGeom prst="ellipse">
            <a:avLst/>
          </a:prstGeom>
          <a:ln>
            <a:solidFill>
              <a:schemeClr val="bg2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440" b="1" i="0">
                <a:solidFill>
                  <a:schemeClr val="accent1"/>
                </a:solidFill>
                <a:latin typeface="Montserrat" pitchFamily="2" charset="77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B0567ED5-0739-05AE-9CA6-BF952E09DB4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22304" y="4040822"/>
            <a:ext cx="589090" cy="587471"/>
          </a:xfrm>
          <a:prstGeom prst="ellipse">
            <a:avLst/>
          </a:prstGeom>
          <a:ln>
            <a:solidFill>
              <a:schemeClr val="bg2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440" b="1" i="0">
                <a:solidFill>
                  <a:schemeClr val="accent1"/>
                </a:solidFill>
                <a:latin typeface="Montserrat" pitchFamily="2" charset="77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9C8D3BBF-E8ED-593E-E06C-6BBF4F5C46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2304" y="4799063"/>
            <a:ext cx="589090" cy="587471"/>
          </a:xfrm>
          <a:prstGeom prst="ellipse">
            <a:avLst/>
          </a:prstGeom>
          <a:ln>
            <a:solidFill>
              <a:schemeClr val="bg2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440" b="1" i="0">
                <a:solidFill>
                  <a:schemeClr val="accent1"/>
                </a:solidFill>
                <a:latin typeface="Montserrat" pitchFamily="2" charset="77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5CAB813A-4D03-3113-CCC0-08067FDE23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2304" y="5540321"/>
            <a:ext cx="589090" cy="587471"/>
          </a:xfrm>
          <a:prstGeom prst="ellipse">
            <a:avLst/>
          </a:prstGeom>
          <a:ln>
            <a:solidFill>
              <a:schemeClr val="bg2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440" b="1" i="0">
                <a:solidFill>
                  <a:schemeClr val="accent1"/>
                </a:solidFill>
                <a:latin typeface="Montserrat" pitchFamily="2" charset="77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2658496D-C8C9-75B2-3F0D-56168CC416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4487" y="2176097"/>
            <a:ext cx="6170385" cy="795598"/>
          </a:xfrm>
        </p:spPr>
        <p:txBody>
          <a:bodyPr>
            <a:normAutofit/>
          </a:bodyPr>
          <a:lstStyle>
            <a:lvl1pPr>
              <a:defRPr sz="4319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0934999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9_Blank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1C68B728-1E35-DAB6-D37E-BE9710638C33}"/>
              </a:ext>
            </a:extLst>
          </p:cNvPr>
          <p:cNvSpPr>
            <a:spLocks/>
          </p:cNvSpPr>
          <p:nvPr userDrawn="1"/>
        </p:nvSpPr>
        <p:spPr>
          <a:xfrm rot="10800000">
            <a:off x="9270169" y="8549"/>
            <a:ext cx="5360232" cy="8205125"/>
          </a:xfrm>
          <a:custGeom>
            <a:avLst/>
            <a:gdLst>
              <a:gd name="connsiteX0" fmla="*/ 0 w 4467442"/>
              <a:gd name="connsiteY0" fmla="*/ 6837604 h 6837604"/>
              <a:gd name="connsiteX1" fmla="*/ 0 w 4467442"/>
              <a:gd name="connsiteY1" fmla="*/ 6212686 h 6837604"/>
              <a:gd name="connsiteX2" fmla="*/ 139678 w 4467442"/>
              <a:gd name="connsiteY2" fmla="*/ 6199024 h 6837604"/>
              <a:gd name="connsiteX3" fmla="*/ 2385725 w 4467442"/>
              <a:gd name="connsiteY3" fmla="*/ 5683531 h 6837604"/>
              <a:gd name="connsiteX4" fmla="*/ 3502074 w 4467442"/>
              <a:gd name="connsiteY4" fmla="*/ 5058530 h 6837604"/>
              <a:gd name="connsiteX5" fmla="*/ 3844214 w 4467442"/>
              <a:gd name="connsiteY5" fmla="*/ 4451257 h 6837604"/>
              <a:gd name="connsiteX6" fmla="*/ 3502074 w 4467442"/>
              <a:gd name="connsiteY6" fmla="*/ 3843984 h 6837604"/>
              <a:gd name="connsiteX7" fmla="*/ 3425541 w 4467442"/>
              <a:gd name="connsiteY7" fmla="*/ 3778807 h 6837604"/>
              <a:gd name="connsiteX8" fmla="*/ 2560535 w 4467442"/>
              <a:gd name="connsiteY8" fmla="*/ 4194200 h 6837604"/>
              <a:gd name="connsiteX9" fmla="*/ 164563 w 4467442"/>
              <a:gd name="connsiteY9" fmla="*/ 4746248 h 6837604"/>
              <a:gd name="connsiteX10" fmla="*/ 0 w 4467442"/>
              <a:gd name="connsiteY10" fmla="*/ 4762318 h 6837604"/>
              <a:gd name="connsiteX11" fmla="*/ 0 w 4467442"/>
              <a:gd name="connsiteY11" fmla="*/ 4138088 h 6837604"/>
              <a:gd name="connsiteX12" fmla="*/ 92781 w 4467442"/>
              <a:gd name="connsiteY12" fmla="*/ 4129013 h 6837604"/>
              <a:gd name="connsiteX13" fmla="*/ 2338587 w 4467442"/>
              <a:gd name="connsiteY13" fmla="*/ 3613519 h 6837604"/>
              <a:gd name="connsiteX14" fmla="*/ 2817793 w 4467442"/>
              <a:gd name="connsiteY14" fmla="*/ 3404954 h 6837604"/>
              <a:gd name="connsiteX15" fmla="*/ 2817966 w 4467442"/>
              <a:gd name="connsiteY15" fmla="*/ 3404780 h 6837604"/>
              <a:gd name="connsiteX16" fmla="*/ 2385725 w 4467442"/>
              <a:gd name="connsiteY16" fmla="*/ 3219331 h 6837604"/>
              <a:gd name="connsiteX17" fmla="*/ 139800 w 4467442"/>
              <a:gd name="connsiteY17" fmla="*/ 2703837 h 6837604"/>
              <a:gd name="connsiteX18" fmla="*/ 0 w 4467442"/>
              <a:gd name="connsiteY18" fmla="*/ 2690164 h 6837604"/>
              <a:gd name="connsiteX19" fmla="*/ 0 w 4467442"/>
              <a:gd name="connsiteY19" fmla="*/ 2065401 h 6837604"/>
              <a:gd name="connsiteX20" fmla="*/ 211777 w 4467442"/>
              <a:gd name="connsiteY20" fmla="*/ 2086081 h 6837604"/>
              <a:gd name="connsiteX21" fmla="*/ 2607673 w 4467442"/>
              <a:gd name="connsiteY21" fmla="*/ 2638129 h 6837604"/>
              <a:gd name="connsiteX22" fmla="*/ 3418234 w 4467442"/>
              <a:gd name="connsiteY22" fmla="*/ 3020846 h 6837604"/>
              <a:gd name="connsiteX23" fmla="*/ 3455284 w 4467442"/>
              <a:gd name="connsiteY23" fmla="*/ 2988345 h 6837604"/>
              <a:gd name="connsiteX24" fmla="*/ 3797424 w 4467442"/>
              <a:gd name="connsiteY24" fmla="*/ 2381072 h 6837604"/>
              <a:gd name="connsiteX25" fmla="*/ 3455284 w 4467442"/>
              <a:gd name="connsiteY25" fmla="*/ 1773799 h 6837604"/>
              <a:gd name="connsiteX26" fmla="*/ 2338761 w 4467442"/>
              <a:gd name="connsiteY26" fmla="*/ 1148798 h 6837604"/>
              <a:gd name="connsiteX27" fmla="*/ 92879 w 4467442"/>
              <a:gd name="connsiteY27" fmla="*/ 633305 h 6837604"/>
              <a:gd name="connsiteX28" fmla="*/ 0 w 4467442"/>
              <a:gd name="connsiteY28" fmla="*/ 624220 h 6837604"/>
              <a:gd name="connsiteX29" fmla="*/ 0 w 4467442"/>
              <a:gd name="connsiteY29" fmla="*/ 0 h 6837604"/>
              <a:gd name="connsiteX30" fmla="*/ 164563 w 4467442"/>
              <a:gd name="connsiteY30" fmla="*/ 16070 h 6837604"/>
              <a:gd name="connsiteX31" fmla="*/ 2560535 w 4467442"/>
              <a:gd name="connsiteY31" fmla="*/ 568118 h 6837604"/>
              <a:gd name="connsiteX32" fmla="*/ 3872045 w 4467442"/>
              <a:gd name="connsiteY32" fmla="*/ 1312001 h 6837604"/>
              <a:gd name="connsiteX33" fmla="*/ 4420304 w 4467442"/>
              <a:gd name="connsiteY33" fmla="*/ 2381246 h 6837604"/>
              <a:gd name="connsiteX34" fmla="*/ 3932402 w 4467442"/>
              <a:gd name="connsiteY34" fmla="*/ 3394352 h 6837604"/>
              <a:gd name="connsiteX35" fmla="*/ 3932576 w 4467442"/>
              <a:gd name="connsiteY35" fmla="*/ 3394526 h 6837604"/>
              <a:gd name="connsiteX36" fmla="*/ 4467442 w 4467442"/>
              <a:gd name="connsiteY36" fmla="*/ 4451605 h 6837604"/>
              <a:gd name="connsiteX37" fmla="*/ 3919182 w 4467442"/>
              <a:gd name="connsiteY37" fmla="*/ 5520849 h 6837604"/>
              <a:gd name="connsiteX38" fmla="*/ 2607499 w 4467442"/>
              <a:gd name="connsiteY38" fmla="*/ 6264732 h 6837604"/>
              <a:gd name="connsiteX39" fmla="*/ 211527 w 4467442"/>
              <a:gd name="connsiteY39" fmla="*/ 6816945 h 683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467442" h="6837604">
                <a:moveTo>
                  <a:pt x="0" y="6837604"/>
                </a:moveTo>
                <a:lnTo>
                  <a:pt x="0" y="6212686"/>
                </a:lnTo>
                <a:lnTo>
                  <a:pt x="139678" y="6199024"/>
                </a:lnTo>
                <a:cubicBezTo>
                  <a:pt x="1004355" y="6096737"/>
                  <a:pt x="1772260" y="5916646"/>
                  <a:pt x="2385725" y="5683531"/>
                </a:cubicBezTo>
                <a:cubicBezTo>
                  <a:pt x="2877455" y="5496517"/>
                  <a:pt x="3254035" y="5281521"/>
                  <a:pt x="3502074" y="5058530"/>
                </a:cubicBezTo>
                <a:cubicBezTo>
                  <a:pt x="3750287" y="4835539"/>
                  <a:pt x="3844214" y="4629754"/>
                  <a:pt x="3844214" y="4451257"/>
                </a:cubicBezTo>
                <a:cubicBezTo>
                  <a:pt x="3844214" y="4272760"/>
                  <a:pt x="3750287" y="4067149"/>
                  <a:pt x="3502074" y="3843984"/>
                </a:cubicBezTo>
                <a:cubicBezTo>
                  <a:pt x="3477723" y="3822085"/>
                  <a:pt x="3452327" y="3800359"/>
                  <a:pt x="3425541" y="3778807"/>
                </a:cubicBezTo>
                <a:cubicBezTo>
                  <a:pt x="3173153" y="3933667"/>
                  <a:pt x="2881281" y="4072363"/>
                  <a:pt x="2560535" y="4194200"/>
                </a:cubicBezTo>
                <a:cubicBezTo>
                  <a:pt x="1892604" y="4448063"/>
                  <a:pt x="1073563" y="4638854"/>
                  <a:pt x="164563" y="4746248"/>
                </a:cubicBezTo>
                <a:lnTo>
                  <a:pt x="0" y="4762318"/>
                </a:lnTo>
                <a:lnTo>
                  <a:pt x="0" y="4138088"/>
                </a:lnTo>
                <a:lnTo>
                  <a:pt x="92781" y="4129013"/>
                </a:lnTo>
                <a:cubicBezTo>
                  <a:pt x="957434" y="4026726"/>
                  <a:pt x="1725231" y="3846635"/>
                  <a:pt x="2338587" y="3613519"/>
                </a:cubicBezTo>
                <a:cubicBezTo>
                  <a:pt x="2513050" y="3547300"/>
                  <a:pt x="2672901" y="3477431"/>
                  <a:pt x="2817793" y="3404954"/>
                </a:cubicBezTo>
                <a:lnTo>
                  <a:pt x="2817966" y="3404780"/>
                </a:lnTo>
                <a:cubicBezTo>
                  <a:pt x="2685772" y="3340646"/>
                  <a:pt x="2541576" y="3278598"/>
                  <a:pt x="2385725" y="3219331"/>
                </a:cubicBezTo>
                <a:cubicBezTo>
                  <a:pt x="1772369" y="2986216"/>
                  <a:pt x="1004504" y="2806124"/>
                  <a:pt x="139800" y="2703837"/>
                </a:cubicBezTo>
                <a:lnTo>
                  <a:pt x="0" y="2690164"/>
                </a:lnTo>
                <a:lnTo>
                  <a:pt x="0" y="2065401"/>
                </a:lnTo>
                <a:lnTo>
                  <a:pt x="211777" y="2086081"/>
                </a:lnTo>
                <a:cubicBezTo>
                  <a:pt x="1120769" y="2193475"/>
                  <a:pt x="1939742" y="2384266"/>
                  <a:pt x="2607673" y="2638129"/>
                </a:cubicBezTo>
                <a:cubicBezTo>
                  <a:pt x="2905807" y="2751449"/>
                  <a:pt x="3178719" y="2879195"/>
                  <a:pt x="3418234" y="3020846"/>
                </a:cubicBezTo>
                <a:cubicBezTo>
                  <a:pt x="3430933" y="3010070"/>
                  <a:pt x="3443282" y="2999294"/>
                  <a:pt x="3455284" y="2988345"/>
                </a:cubicBezTo>
                <a:cubicBezTo>
                  <a:pt x="3703497" y="2765354"/>
                  <a:pt x="3797424" y="2559569"/>
                  <a:pt x="3797424" y="2381072"/>
                </a:cubicBezTo>
                <a:cubicBezTo>
                  <a:pt x="3797424" y="2202575"/>
                  <a:pt x="3703497" y="1996964"/>
                  <a:pt x="3455284" y="1773799"/>
                </a:cubicBezTo>
                <a:cubicBezTo>
                  <a:pt x="3207071" y="1550808"/>
                  <a:pt x="2830665" y="1335812"/>
                  <a:pt x="2338761" y="1148798"/>
                </a:cubicBezTo>
                <a:cubicBezTo>
                  <a:pt x="1725405" y="915683"/>
                  <a:pt x="957540" y="735592"/>
                  <a:pt x="92879" y="633305"/>
                </a:cubicBezTo>
                <a:lnTo>
                  <a:pt x="0" y="624220"/>
                </a:lnTo>
                <a:lnTo>
                  <a:pt x="0" y="0"/>
                </a:lnTo>
                <a:lnTo>
                  <a:pt x="164563" y="16070"/>
                </a:lnTo>
                <a:cubicBezTo>
                  <a:pt x="1073563" y="123464"/>
                  <a:pt x="1892604" y="314255"/>
                  <a:pt x="2560535" y="568118"/>
                </a:cubicBezTo>
                <a:cubicBezTo>
                  <a:pt x="3093662" y="770774"/>
                  <a:pt x="3546777" y="1019662"/>
                  <a:pt x="3872045" y="1312001"/>
                </a:cubicBezTo>
                <a:cubicBezTo>
                  <a:pt x="4197313" y="1604166"/>
                  <a:pt x="4420304" y="1964984"/>
                  <a:pt x="4420304" y="2381246"/>
                </a:cubicBezTo>
                <a:cubicBezTo>
                  <a:pt x="4420304" y="2771263"/>
                  <a:pt x="4224448" y="3112441"/>
                  <a:pt x="3932402" y="3394352"/>
                </a:cubicBezTo>
                <a:lnTo>
                  <a:pt x="3932576" y="3394526"/>
                </a:lnTo>
                <a:cubicBezTo>
                  <a:pt x="4250539" y="3684431"/>
                  <a:pt x="4467442" y="4035343"/>
                  <a:pt x="4467442" y="4451605"/>
                </a:cubicBezTo>
                <a:cubicBezTo>
                  <a:pt x="4467442" y="4867866"/>
                  <a:pt x="4244276" y="5228684"/>
                  <a:pt x="3919182" y="5520849"/>
                </a:cubicBezTo>
                <a:cubicBezTo>
                  <a:pt x="3593915" y="5813015"/>
                  <a:pt x="3140800" y="6062077"/>
                  <a:pt x="2607499" y="6264732"/>
                </a:cubicBezTo>
                <a:cubicBezTo>
                  <a:pt x="1939568" y="6518704"/>
                  <a:pt x="1120527" y="6709536"/>
                  <a:pt x="211527" y="6816945"/>
                </a:cubicBezTo>
                <a:close/>
              </a:path>
            </a:pathLst>
          </a:custGeom>
          <a:solidFill>
            <a:schemeClr val="accent1">
              <a:lumMod val="90000"/>
              <a:lumOff val="10000"/>
              <a:alpha val="15000"/>
            </a:schemeClr>
          </a:solidFill>
          <a:ln w="173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160"/>
          </a:p>
        </p:txBody>
      </p:sp>
      <p:sp>
        <p:nvSpPr>
          <p:cNvPr id="21" name="Text Placeholder 26">
            <a:extLst>
              <a:ext uri="{FF2B5EF4-FFF2-40B4-BE49-F238E27FC236}">
                <a16:creationId xmlns:a16="http://schemas.microsoft.com/office/drawing/2014/main" id="{4AC8179B-6035-CED6-9315-991C86DB58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54638" y="3312368"/>
            <a:ext cx="5360232" cy="587471"/>
          </a:xfrm>
        </p:spPr>
        <p:txBody>
          <a:bodyPr anchor="ctr">
            <a:noAutofit/>
          </a:bodyPr>
          <a:lstStyle>
            <a:lvl1pPr marL="0" indent="0">
              <a:buNone/>
              <a:defRPr sz="2880" b="0" i="0">
                <a:solidFill>
                  <a:schemeClr val="tx1"/>
                </a:solidFill>
                <a:latin typeface="+mn-lt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59D4AA04-E647-FAB3-6813-007F335BD7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4638" y="4045235"/>
            <a:ext cx="5360232" cy="587471"/>
          </a:xfrm>
        </p:spPr>
        <p:txBody>
          <a:bodyPr anchor="ctr">
            <a:noAutofit/>
          </a:bodyPr>
          <a:lstStyle>
            <a:lvl1pPr marL="0" indent="0">
              <a:buNone/>
              <a:defRPr sz="2880" b="0" i="0">
                <a:solidFill>
                  <a:schemeClr val="tx1"/>
                </a:solidFill>
                <a:latin typeface="+mn-lt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14E66A4E-16B2-46D0-AE06-1B09BC4D68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54638" y="4793817"/>
            <a:ext cx="5360232" cy="587471"/>
          </a:xfrm>
        </p:spPr>
        <p:txBody>
          <a:bodyPr anchor="ctr">
            <a:noAutofit/>
          </a:bodyPr>
          <a:lstStyle>
            <a:lvl1pPr marL="0" indent="0">
              <a:buNone/>
              <a:defRPr sz="2880" b="0" i="0">
                <a:solidFill>
                  <a:schemeClr val="tx1"/>
                </a:solidFill>
                <a:latin typeface="+mn-lt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A20A81C-CB69-430D-69B0-4E694B1C8B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54638" y="5540321"/>
            <a:ext cx="5360232" cy="587471"/>
          </a:xfrm>
        </p:spPr>
        <p:txBody>
          <a:bodyPr anchor="ctr">
            <a:noAutofit/>
          </a:bodyPr>
          <a:lstStyle>
            <a:lvl1pPr marL="0" indent="0">
              <a:buNone/>
              <a:defRPr sz="2880" b="0" i="0">
                <a:solidFill>
                  <a:schemeClr val="tx1"/>
                </a:solidFill>
                <a:latin typeface="+mn-lt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Slide Number Placeholder 13">
            <a:extLst>
              <a:ext uri="{FF2B5EF4-FFF2-40B4-BE49-F238E27FC236}">
                <a16:creationId xmlns:a16="http://schemas.microsoft.com/office/drawing/2014/main" id="{C8EB8AAE-384F-B000-A155-2910EE6FFC98}"/>
              </a:ext>
            </a:extLst>
          </p:cNvPr>
          <p:cNvSpPr txBox="1">
            <a:spLocks/>
          </p:cNvSpPr>
          <p:nvPr userDrawn="1"/>
        </p:nvSpPr>
        <p:spPr>
          <a:xfrm>
            <a:off x="13714159" y="7694122"/>
            <a:ext cx="411512" cy="438150"/>
          </a:xfrm>
          <a:prstGeom prst="rect">
            <a:avLst/>
          </a:prstGeom>
        </p:spPr>
        <p:txBody>
          <a:bodyPr vert="horz" lIns="109699" tIns="54850" rIns="0" bIns="5485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rgbClr val="EFEFEF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rgbClr val="EFEFEF"/>
              </a:solidFill>
              <a:latin typeface="Montserrat" pitchFamily="2" charset="7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A56ECF-595C-D0C5-2A6F-641F07A59E10}"/>
              </a:ext>
            </a:extLst>
          </p:cNvPr>
          <p:cNvSpPr txBox="1"/>
          <p:nvPr userDrawn="1"/>
        </p:nvSpPr>
        <p:spPr>
          <a:xfrm>
            <a:off x="12495334" y="7808256"/>
            <a:ext cx="1407648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698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rgbClr val="EFEFEF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3C5CEA4C-2714-4E06-5DFA-C0E113EB0D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22304" y="3312368"/>
            <a:ext cx="589090" cy="587471"/>
          </a:xfrm>
          <a:prstGeom prst="ellipse">
            <a:avLst/>
          </a:prstGeom>
          <a:ln>
            <a:solidFill>
              <a:srgbClr val="EFEFEF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440" b="1" i="0">
                <a:solidFill>
                  <a:schemeClr val="tx1"/>
                </a:solidFill>
                <a:latin typeface="Montserrat" pitchFamily="2" charset="77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928166E6-D4E3-8BCA-88CF-E46685AAF08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22304" y="4040822"/>
            <a:ext cx="589090" cy="587471"/>
          </a:xfrm>
          <a:prstGeom prst="ellipse">
            <a:avLst/>
          </a:prstGeom>
          <a:ln>
            <a:solidFill>
              <a:srgbClr val="EFEFEF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440" b="1" i="0">
                <a:solidFill>
                  <a:schemeClr val="tx1"/>
                </a:solidFill>
                <a:latin typeface="Montserrat" pitchFamily="2" charset="77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B9932AD9-1EB0-58D8-1A8F-2E97B6F093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2304" y="4799063"/>
            <a:ext cx="589090" cy="587471"/>
          </a:xfrm>
          <a:prstGeom prst="ellipse">
            <a:avLst/>
          </a:prstGeom>
          <a:ln>
            <a:solidFill>
              <a:srgbClr val="EFEFEF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440" b="1" i="0">
                <a:solidFill>
                  <a:schemeClr val="tx1"/>
                </a:solidFill>
                <a:latin typeface="Montserrat" pitchFamily="2" charset="77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E7086644-79D2-BA7E-0EA5-4B00BB78892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2304" y="5540321"/>
            <a:ext cx="589090" cy="587471"/>
          </a:xfrm>
          <a:prstGeom prst="ellipse">
            <a:avLst/>
          </a:prstGeom>
          <a:ln>
            <a:solidFill>
              <a:srgbClr val="EFEFEF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440" b="1" i="0">
                <a:solidFill>
                  <a:schemeClr val="tx1"/>
                </a:solidFill>
                <a:latin typeface="Montserrat" pitchFamily="2" charset="77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06B484-F545-91E1-575E-1B68B4B57E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615" y="202407"/>
            <a:ext cx="7310239" cy="7824787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8367485-BA9F-34C9-BD92-DB9A71331A5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152613" y="202407"/>
            <a:ext cx="7310240" cy="7824787"/>
          </a:xfrm>
          <a:solidFill>
            <a:schemeClr val="accent1">
              <a:alpha val="49401"/>
            </a:schemeClr>
          </a:solidFill>
        </p:spPr>
        <p:txBody>
          <a:bodyPr lIns="91440" tIns="182880"/>
          <a:lstStyle>
            <a:lvl1pPr marL="0" indent="0">
              <a:buNone/>
              <a:defRPr>
                <a:solidFill>
                  <a:srgbClr val="003059"/>
                </a:solidFill>
                <a:latin typeface="Montserrat" pitchFamily="2" charset="77"/>
              </a:defRPr>
            </a:lvl1pPr>
          </a:lstStyle>
          <a:p>
            <a:pPr marL="0" marR="0" lvl="0" indent="0" algn="l" defTabSz="109709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Change Image</a:t>
            </a:r>
            <a:endParaRPr lang="en-US">
              <a:solidFill>
                <a:srgbClr val="003059"/>
              </a:solidFill>
              <a:latin typeface="Montserrat" pitchFamily="2" charset="77"/>
            </a:endParaRPr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7F1D18E8-28B5-56DF-4729-394562914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4487" y="2176097"/>
            <a:ext cx="6170385" cy="795598"/>
          </a:xfrm>
        </p:spPr>
        <p:txBody>
          <a:bodyPr>
            <a:normAutofit/>
          </a:bodyPr>
          <a:lstStyle>
            <a:lvl1pPr>
              <a:defRPr sz="4319" b="0" i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879585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0_Blank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1C68B728-1E35-DAB6-D37E-BE9710638C33}"/>
              </a:ext>
            </a:extLst>
          </p:cNvPr>
          <p:cNvSpPr>
            <a:spLocks/>
          </p:cNvSpPr>
          <p:nvPr userDrawn="1"/>
        </p:nvSpPr>
        <p:spPr>
          <a:xfrm rot="10800000">
            <a:off x="9270169" y="8549"/>
            <a:ext cx="5360232" cy="8205125"/>
          </a:xfrm>
          <a:custGeom>
            <a:avLst/>
            <a:gdLst>
              <a:gd name="connsiteX0" fmla="*/ 0 w 4467442"/>
              <a:gd name="connsiteY0" fmla="*/ 6837604 h 6837604"/>
              <a:gd name="connsiteX1" fmla="*/ 0 w 4467442"/>
              <a:gd name="connsiteY1" fmla="*/ 6212686 h 6837604"/>
              <a:gd name="connsiteX2" fmla="*/ 139678 w 4467442"/>
              <a:gd name="connsiteY2" fmla="*/ 6199024 h 6837604"/>
              <a:gd name="connsiteX3" fmla="*/ 2385725 w 4467442"/>
              <a:gd name="connsiteY3" fmla="*/ 5683531 h 6837604"/>
              <a:gd name="connsiteX4" fmla="*/ 3502074 w 4467442"/>
              <a:gd name="connsiteY4" fmla="*/ 5058530 h 6837604"/>
              <a:gd name="connsiteX5" fmla="*/ 3844214 w 4467442"/>
              <a:gd name="connsiteY5" fmla="*/ 4451257 h 6837604"/>
              <a:gd name="connsiteX6" fmla="*/ 3502074 w 4467442"/>
              <a:gd name="connsiteY6" fmla="*/ 3843984 h 6837604"/>
              <a:gd name="connsiteX7" fmla="*/ 3425541 w 4467442"/>
              <a:gd name="connsiteY7" fmla="*/ 3778807 h 6837604"/>
              <a:gd name="connsiteX8" fmla="*/ 2560535 w 4467442"/>
              <a:gd name="connsiteY8" fmla="*/ 4194200 h 6837604"/>
              <a:gd name="connsiteX9" fmla="*/ 164563 w 4467442"/>
              <a:gd name="connsiteY9" fmla="*/ 4746248 h 6837604"/>
              <a:gd name="connsiteX10" fmla="*/ 0 w 4467442"/>
              <a:gd name="connsiteY10" fmla="*/ 4762318 h 6837604"/>
              <a:gd name="connsiteX11" fmla="*/ 0 w 4467442"/>
              <a:gd name="connsiteY11" fmla="*/ 4138088 h 6837604"/>
              <a:gd name="connsiteX12" fmla="*/ 92781 w 4467442"/>
              <a:gd name="connsiteY12" fmla="*/ 4129013 h 6837604"/>
              <a:gd name="connsiteX13" fmla="*/ 2338587 w 4467442"/>
              <a:gd name="connsiteY13" fmla="*/ 3613519 h 6837604"/>
              <a:gd name="connsiteX14" fmla="*/ 2817793 w 4467442"/>
              <a:gd name="connsiteY14" fmla="*/ 3404954 h 6837604"/>
              <a:gd name="connsiteX15" fmla="*/ 2817966 w 4467442"/>
              <a:gd name="connsiteY15" fmla="*/ 3404780 h 6837604"/>
              <a:gd name="connsiteX16" fmla="*/ 2385725 w 4467442"/>
              <a:gd name="connsiteY16" fmla="*/ 3219331 h 6837604"/>
              <a:gd name="connsiteX17" fmla="*/ 139800 w 4467442"/>
              <a:gd name="connsiteY17" fmla="*/ 2703837 h 6837604"/>
              <a:gd name="connsiteX18" fmla="*/ 0 w 4467442"/>
              <a:gd name="connsiteY18" fmla="*/ 2690164 h 6837604"/>
              <a:gd name="connsiteX19" fmla="*/ 0 w 4467442"/>
              <a:gd name="connsiteY19" fmla="*/ 2065401 h 6837604"/>
              <a:gd name="connsiteX20" fmla="*/ 211777 w 4467442"/>
              <a:gd name="connsiteY20" fmla="*/ 2086081 h 6837604"/>
              <a:gd name="connsiteX21" fmla="*/ 2607673 w 4467442"/>
              <a:gd name="connsiteY21" fmla="*/ 2638129 h 6837604"/>
              <a:gd name="connsiteX22" fmla="*/ 3418234 w 4467442"/>
              <a:gd name="connsiteY22" fmla="*/ 3020846 h 6837604"/>
              <a:gd name="connsiteX23" fmla="*/ 3455284 w 4467442"/>
              <a:gd name="connsiteY23" fmla="*/ 2988345 h 6837604"/>
              <a:gd name="connsiteX24" fmla="*/ 3797424 w 4467442"/>
              <a:gd name="connsiteY24" fmla="*/ 2381072 h 6837604"/>
              <a:gd name="connsiteX25" fmla="*/ 3455284 w 4467442"/>
              <a:gd name="connsiteY25" fmla="*/ 1773799 h 6837604"/>
              <a:gd name="connsiteX26" fmla="*/ 2338761 w 4467442"/>
              <a:gd name="connsiteY26" fmla="*/ 1148798 h 6837604"/>
              <a:gd name="connsiteX27" fmla="*/ 92879 w 4467442"/>
              <a:gd name="connsiteY27" fmla="*/ 633305 h 6837604"/>
              <a:gd name="connsiteX28" fmla="*/ 0 w 4467442"/>
              <a:gd name="connsiteY28" fmla="*/ 624220 h 6837604"/>
              <a:gd name="connsiteX29" fmla="*/ 0 w 4467442"/>
              <a:gd name="connsiteY29" fmla="*/ 0 h 6837604"/>
              <a:gd name="connsiteX30" fmla="*/ 164563 w 4467442"/>
              <a:gd name="connsiteY30" fmla="*/ 16070 h 6837604"/>
              <a:gd name="connsiteX31" fmla="*/ 2560535 w 4467442"/>
              <a:gd name="connsiteY31" fmla="*/ 568118 h 6837604"/>
              <a:gd name="connsiteX32" fmla="*/ 3872045 w 4467442"/>
              <a:gd name="connsiteY32" fmla="*/ 1312001 h 6837604"/>
              <a:gd name="connsiteX33" fmla="*/ 4420304 w 4467442"/>
              <a:gd name="connsiteY33" fmla="*/ 2381246 h 6837604"/>
              <a:gd name="connsiteX34" fmla="*/ 3932402 w 4467442"/>
              <a:gd name="connsiteY34" fmla="*/ 3394352 h 6837604"/>
              <a:gd name="connsiteX35" fmla="*/ 3932576 w 4467442"/>
              <a:gd name="connsiteY35" fmla="*/ 3394526 h 6837604"/>
              <a:gd name="connsiteX36" fmla="*/ 4467442 w 4467442"/>
              <a:gd name="connsiteY36" fmla="*/ 4451605 h 6837604"/>
              <a:gd name="connsiteX37" fmla="*/ 3919182 w 4467442"/>
              <a:gd name="connsiteY37" fmla="*/ 5520849 h 6837604"/>
              <a:gd name="connsiteX38" fmla="*/ 2607499 w 4467442"/>
              <a:gd name="connsiteY38" fmla="*/ 6264732 h 6837604"/>
              <a:gd name="connsiteX39" fmla="*/ 211527 w 4467442"/>
              <a:gd name="connsiteY39" fmla="*/ 6816945 h 683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467442" h="6837604">
                <a:moveTo>
                  <a:pt x="0" y="6837604"/>
                </a:moveTo>
                <a:lnTo>
                  <a:pt x="0" y="6212686"/>
                </a:lnTo>
                <a:lnTo>
                  <a:pt x="139678" y="6199024"/>
                </a:lnTo>
                <a:cubicBezTo>
                  <a:pt x="1004355" y="6096737"/>
                  <a:pt x="1772260" y="5916646"/>
                  <a:pt x="2385725" y="5683531"/>
                </a:cubicBezTo>
                <a:cubicBezTo>
                  <a:pt x="2877455" y="5496517"/>
                  <a:pt x="3254035" y="5281521"/>
                  <a:pt x="3502074" y="5058530"/>
                </a:cubicBezTo>
                <a:cubicBezTo>
                  <a:pt x="3750287" y="4835539"/>
                  <a:pt x="3844214" y="4629754"/>
                  <a:pt x="3844214" y="4451257"/>
                </a:cubicBezTo>
                <a:cubicBezTo>
                  <a:pt x="3844214" y="4272760"/>
                  <a:pt x="3750287" y="4067149"/>
                  <a:pt x="3502074" y="3843984"/>
                </a:cubicBezTo>
                <a:cubicBezTo>
                  <a:pt x="3477723" y="3822085"/>
                  <a:pt x="3452327" y="3800359"/>
                  <a:pt x="3425541" y="3778807"/>
                </a:cubicBezTo>
                <a:cubicBezTo>
                  <a:pt x="3173153" y="3933667"/>
                  <a:pt x="2881281" y="4072363"/>
                  <a:pt x="2560535" y="4194200"/>
                </a:cubicBezTo>
                <a:cubicBezTo>
                  <a:pt x="1892604" y="4448063"/>
                  <a:pt x="1073563" y="4638854"/>
                  <a:pt x="164563" y="4746248"/>
                </a:cubicBezTo>
                <a:lnTo>
                  <a:pt x="0" y="4762318"/>
                </a:lnTo>
                <a:lnTo>
                  <a:pt x="0" y="4138088"/>
                </a:lnTo>
                <a:lnTo>
                  <a:pt x="92781" y="4129013"/>
                </a:lnTo>
                <a:cubicBezTo>
                  <a:pt x="957434" y="4026726"/>
                  <a:pt x="1725231" y="3846635"/>
                  <a:pt x="2338587" y="3613519"/>
                </a:cubicBezTo>
                <a:cubicBezTo>
                  <a:pt x="2513050" y="3547300"/>
                  <a:pt x="2672901" y="3477431"/>
                  <a:pt x="2817793" y="3404954"/>
                </a:cubicBezTo>
                <a:lnTo>
                  <a:pt x="2817966" y="3404780"/>
                </a:lnTo>
                <a:cubicBezTo>
                  <a:pt x="2685772" y="3340646"/>
                  <a:pt x="2541576" y="3278598"/>
                  <a:pt x="2385725" y="3219331"/>
                </a:cubicBezTo>
                <a:cubicBezTo>
                  <a:pt x="1772369" y="2986216"/>
                  <a:pt x="1004504" y="2806124"/>
                  <a:pt x="139800" y="2703837"/>
                </a:cubicBezTo>
                <a:lnTo>
                  <a:pt x="0" y="2690164"/>
                </a:lnTo>
                <a:lnTo>
                  <a:pt x="0" y="2065401"/>
                </a:lnTo>
                <a:lnTo>
                  <a:pt x="211777" y="2086081"/>
                </a:lnTo>
                <a:cubicBezTo>
                  <a:pt x="1120769" y="2193475"/>
                  <a:pt x="1939742" y="2384266"/>
                  <a:pt x="2607673" y="2638129"/>
                </a:cubicBezTo>
                <a:cubicBezTo>
                  <a:pt x="2905807" y="2751449"/>
                  <a:pt x="3178719" y="2879195"/>
                  <a:pt x="3418234" y="3020846"/>
                </a:cubicBezTo>
                <a:cubicBezTo>
                  <a:pt x="3430933" y="3010070"/>
                  <a:pt x="3443282" y="2999294"/>
                  <a:pt x="3455284" y="2988345"/>
                </a:cubicBezTo>
                <a:cubicBezTo>
                  <a:pt x="3703497" y="2765354"/>
                  <a:pt x="3797424" y="2559569"/>
                  <a:pt x="3797424" y="2381072"/>
                </a:cubicBezTo>
                <a:cubicBezTo>
                  <a:pt x="3797424" y="2202575"/>
                  <a:pt x="3703497" y="1996964"/>
                  <a:pt x="3455284" y="1773799"/>
                </a:cubicBezTo>
                <a:cubicBezTo>
                  <a:pt x="3207071" y="1550808"/>
                  <a:pt x="2830665" y="1335812"/>
                  <a:pt x="2338761" y="1148798"/>
                </a:cubicBezTo>
                <a:cubicBezTo>
                  <a:pt x="1725405" y="915683"/>
                  <a:pt x="957540" y="735592"/>
                  <a:pt x="92879" y="633305"/>
                </a:cubicBezTo>
                <a:lnTo>
                  <a:pt x="0" y="624220"/>
                </a:lnTo>
                <a:lnTo>
                  <a:pt x="0" y="0"/>
                </a:lnTo>
                <a:lnTo>
                  <a:pt x="164563" y="16070"/>
                </a:lnTo>
                <a:cubicBezTo>
                  <a:pt x="1073563" y="123464"/>
                  <a:pt x="1892604" y="314255"/>
                  <a:pt x="2560535" y="568118"/>
                </a:cubicBezTo>
                <a:cubicBezTo>
                  <a:pt x="3093662" y="770774"/>
                  <a:pt x="3546777" y="1019662"/>
                  <a:pt x="3872045" y="1312001"/>
                </a:cubicBezTo>
                <a:cubicBezTo>
                  <a:pt x="4197313" y="1604166"/>
                  <a:pt x="4420304" y="1964984"/>
                  <a:pt x="4420304" y="2381246"/>
                </a:cubicBezTo>
                <a:cubicBezTo>
                  <a:pt x="4420304" y="2771263"/>
                  <a:pt x="4224448" y="3112441"/>
                  <a:pt x="3932402" y="3394352"/>
                </a:cubicBezTo>
                <a:lnTo>
                  <a:pt x="3932576" y="3394526"/>
                </a:lnTo>
                <a:cubicBezTo>
                  <a:pt x="4250539" y="3684431"/>
                  <a:pt x="4467442" y="4035343"/>
                  <a:pt x="4467442" y="4451605"/>
                </a:cubicBezTo>
                <a:cubicBezTo>
                  <a:pt x="4467442" y="4867866"/>
                  <a:pt x="4244276" y="5228684"/>
                  <a:pt x="3919182" y="5520849"/>
                </a:cubicBezTo>
                <a:cubicBezTo>
                  <a:pt x="3593915" y="5813015"/>
                  <a:pt x="3140800" y="6062077"/>
                  <a:pt x="2607499" y="6264732"/>
                </a:cubicBezTo>
                <a:cubicBezTo>
                  <a:pt x="1939568" y="6518704"/>
                  <a:pt x="1120527" y="6709536"/>
                  <a:pt x="211527" y="6816945"/>
                </a:cubicBezTo>
                <a:close/>
              </a:path>
            </a:pathLst>
          </a:custGeom>
          <a:solidFill>
            <a:srgbClr val="527488">
              <a:alpha val="15000"/>
            </a:srgbClr>
          </a:solidFill>
          <a:ln w="173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160"/>
          </a:p>
        </p:txBody>
      </p:sp>
      <p:sp>
        <p:nvSpPr>
          <p:cNvPr id="18" name="Text Placeholder 26">
            <a:extLst>
              <a:ext uri="{FF2B5EF4-FFF2-40B4-BE49-F238E27FC236}">
                <a16:creationId xmlns:a16="http://schemas.microsoft.com/office/drawing/2014/main" id="{A0CB40A6-AED5-7A82-0046-23AEC7B1EF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54638" y="3312368"/>
            <a:ext cx="5360232" cy="587471"/>
          </a:xfrm>
        </p:spPr>
        <p:txBody>
          <a:bodyPr anchor="ctr">
            <a:noAutofit/>
          </a:bodyPr>
          <a:lstStyle>
            <a:lvl1pPr marL="0" indent="0">
              <a:buNone/>
              <a:defRPr sz="2880" b="0" i="0">
                <a:solidFill>
                  <a:srgbClr val="EFEFEF"/>
                </a:solidFill>
                <a:latin typeface="+mn-lt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26">
            <a:extLst>
              <a:ext uri="{FF2B5EF4-FFF2-40B4-BE49-F238E27FC236}">
                <a16:creationId xmlns:a16="http://schemas.microsoft.com/office/drawing/2014/main" id="{0A7730A9-7865-F1B5-06DB-EBDB3D5D6A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4638" y="4045235"/>
            <a:ext cx="5360232" cy="587471"/>
          </a:xfrm>
        </p:spPr>
        <p:txBody>
          <a:bodyPr anchor="ctr">
            <a:noAutofit/>
          </a:bodyPr>
          <a:lstStyle>
            <a:lvl1pPr marL="0" indent="0">
              <a:buNone/>
              <a:defRPr sz="2880" b="0" i="0">
                <a:solidFill>
                  <a:srgbClr val="EFEFEF"/>
                </a:solidFill>
                <a:latin typeface="+mn-lt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D8C1E6A2-3613-8C67-D582-28998B5CE5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54638" y="4793817"/>
            <a:ext cx="5360232" cy="587471"/>
          </a:xfrm>
        </p:spPr>
        <p:txBody>
          <a:bodyPr anchor="ctr">
            <a:noAutofit/>
          </a:bodyPr>
          <a:lstStyle>
            <a:lvl1pPr marL="0" indent="0">
              <a:buNone/>
              <a:defRPr sz="2880" b="0" i="0">
                <a:solidFill>
                  <a:srgbClr val="EFEFEF"/>
                </a:solidFill>
                <a:latin typeface="+mn-lt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111552A0-64AC-27B0-60F3-3B10E2D1D49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54638" y="5540321"/>
            <a:ext cx="5360232" cy="587471"/>
          </a:xfrm>
        </p:spPr>
        <p:txBody>
          <a:bodyPr anchor="ctr">
            <a:noAutofit/>
          </a:bodyPr>
          <a:lstStyle>
            <a:lvl1pPr marL="0" indent="0">
              <a:buNone/>
              <a:defRPr sz="2880" b="0" i="0">
                <a:solidFill>
                  <a:srgbClr val="EFEFEF"/>
                </a:solidFill>
                <a:latin typeface="+mn-lt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Slide Number Placeholder 13">
            <a:extLst>
              <a:ext uri="{FF2B5EF4-FFF2-40B4-BE49-F238E27FC236}">
                <a16:creationId xmlns:a16="http://schemas.microsoft.com/office/drawing/2014/main" id="{EADB5726-36FD-A7FC-895C-02CFE4A63EC5}"/>
              </a:ext>
            </a:extLst>
          </p:cNvPr>
          <p:cNvSpPr txBox="1">
            <a:spLocks/>
          </p:cNvSpPr>
          <p:nvPr userDrawn="1"/>
        </p:nvSpPr>
        <p:spPr>
          <a:xfrm>
            <a:off x="13714159" y="7694122"/>
            <a:ext cx="411512" cy="438150"/>
          </a:xfrm>
          <a:prstGeom prst="rect">
            <a:avLst/>
          </a:prstGeom>
        </p:spPr>
        <p:txBody>
          <a:bodyPr vert="horz" lIns="109699" tIns="54850" rIns="0" bIns="5485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rgbClr val="EFEFEF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rgbClr val="EFEFEF"/>
              </a:solidFill>
              <a:latin typeface="Montserrat" pitchFamily="2" charset="7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B5D1A6-BD95-57EB-96E4-B199DC5160E9}"/>
              </a:ext>
            </a:extLst>
          </p:cNvPr>
          <p:cNvSpPr txBox="1"/>
          <p:nvPr userDrawn="1"/>
        </p:nvSpPr>
        <p:spPr>
          <a:xfrm>
            <a:off x="12495334" y="7808256"/>
            <a:ext cx="1407648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698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rgbClr val="EFEFEF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E66667AA-EE85-714C-D7BA-A2048685964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22304" y="3312368"/>
            <a:ext cx="589090" cy="587471"/>
          </a:xfrm>
          <a:prstGeom prst="ellipse">
            <a:avLst/>
          </a:prstGeom>
          <a:ln>
            <a:solidFill>
              <a:srgbClr val="EFEFEF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440" b="1" i="0">
                <a:solidFill>
                  <a:srgbClr val="EFEFEF"/>
                </a:solidFill>
                <a:latin typeface="Montserrat" pitchFamily="2" charset="77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9AFA2DF1-F4E9-33BF-12AC-5D2CB8C82C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22304" y="4040822"/>
            <a:ext cx="589090" cy="587471"/>
          </a:xfrm>
          <a:prstGeom prst="ellipse">
            <a:avLst/>
          </a:prstGeom>
          <a:ln>
            <a:solidFill>
              <a:srgbClr val="EFEFEF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440" b="1" i="0">
                <a:solidFill>
                  <a:srgbClr val="EFEFEF"/>
                </a:solidFill>
                <a:latin typeface="Montserrat" pitchFamily="2" charset="77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4C6A6B89-E9ED-7803-2FA8-65F22F71C52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2304" y="4799063"/>
            <a:ext cx="589090" cy="587471"/>
          </a:xfrm>
          <a:prstGeom prst="ellipse">
            <a:avLst/>
          </a:prstGeom>
          <a:ln>
            <a:solidFill>
              <a:srgbClr val="EFEFEF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440" b="1" i="0">
                <a:solidFill>
                  <a:srgbClr val="EFEFEF"/>
                </a:solidFill>
                <a:latin typeface="Montserrat" pitchFamily="2" charset="77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20FC3E54-F227-429C-8529-FD0CBC4E293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2304" y="5540321"/>
            <a:ext cx="589090" cy="587471"/>
          </a:xfrm>
          <a:prstGeom prst="ellipse">
            <a:avLst/>
          </a:prstGeom>
          <a:ln>
            <a:solidFill>
              <a:srgbClr val="EFEFEF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440" b="1" i="0">
                <a:solidFill>
                  <a:srgbClr val="EFEFEF"/>
                </a:solidFill>
                <a:latin typeface="Montserrat" pitchFamily="2" charset="77"/>
              </a:defRPr>
            </a:lvl1pPr>
            <a:lvl2pPr marL="548291" indent="0">
              <a:buNone/>
              <a:defRPr sz="1920">
                <a:solidFill>
                  <a:schemeClr val="bg2"/>
                </a:solidFill>
              </a:defRPr>
            </a:lvl2pPr>
            <a:lvl3pPr marL="1096602" indent="0">
              <a:buNone/>
              <a:defRPr sz="1920">
                <a:solidFill>
                  <a:schemeClr val="bg2"/>
                </a:solidFill>
              </a:defRPr>
            </a:lvl3pPr>
            <a:lvl4pPr marL="1644909" indent="0">
              <a:buNone/>
              <a:defRPr sz="1920">
                <a:solidFill>
                  <a:schemeClr val="bg2"/>
                </a:solidFill>
              </a:defRPr>
            </a:lvl4pPr>
            <a:lvl5pPr marL="2193201" indent="0">
              <a:buNone/>
              <a:defRPr sz="192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42E225-BEE5-39E0-ED1C-BA3E3C5565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615" y="202407"/>
            <a:ext cx="7310239" cy="7824787"/>
          </a:xfrm>
          <a:prstGeom prst="rect">
            <a:avLst/>
          </a:prstGeom>
        </p:spPr>
      </p:pic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3E1864D6-5654-1923-9E1C-E22E43D9DAC1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152613" y="202407"/>
            <a:ext cx="7310240" cy="7824787"/>
          </a:xfrm>
          <a:solidFill>
            <a:schemeClr val="accent4">
              <a:alpha val="49401"/>
            </a:schemeClr>
          </a:solidFill>
        </p:spPr>
        <p:txBody>
          <a:bodyPr lIns="91440" tIns="182880"/>
          <a:lstStyle>
            <a:lvl1pPr marL="0" indent="0">
              <a:buNone/>
              <a:defRPr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pPr marL="0" marR="0" lvl="0" indent="0" algn="l" defTabSz="109709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Change Image</a:t>
            </a:r>
            <a:endParaRPr lang="en-US">
              <a:solidFill>
                <a:srgbClr val="003059"/>
              </a:solidFill>
              <a:latin typeface="Montserrat" pitchFamily="2" charset="77"/>
            </a:endParaRPr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FACEB4FC-7CED-2978-0830-5AAE2F00C9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4487" y="2176097"/>
            <a:ext cx="6170385" cy="795598"/>
          </a:xfrm>
        </p:spPr>
        <p:txBody>
          <a:bodyPr>
            <a:normAutofit/>
          </a:bodyPr>
          <a:lstStyle>
            <a:lvl1pPr>
              <a:defRPr sz="4319" b="0" i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929855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Blank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14F979DE-254D-D24D-5E6E-0341C0A814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935" r="49854" b="2935"/>
          <a:stretch>
            <a:fillRect/>
          </a:stretch>
        </p:blipFill>
        <p:spPr>
          <a:xfrm>
            <a:off x="7233063" y="0"/>
            <a:ext cx="7397338" cy="8229600"/>
          </a:xfrm>
          <a:custGeom>
            <a:avLst/>
            <a:gdLst>
              <a:gd name="connsiteX0" fmla="*/ 0 w 6165251"/>
              <a:gd name="connsiteY0" fmla="*/ 0 h 6858000"/>
              <a:gd name="connsiteX1" fmla="*/ 6165251 w 6165251"/>
              <a:gd name="connsiteY1" fmla="*/ 0 h 6858000"/>
              <a:gd name="connsiteX2" fmla="*/ 6165251 w 6165251"/>
              <a:gd name="connsiteY2" fmla="*/ 6858000 h 6858000"/>
              <a:gd name="connsiteX3" fmla="*/ 0 w 616525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65251" h="6858000">
                <a:moveTo>
                  <a:pt x="0" y="0"/>
                </a:moveTo>
                <a:lnTo>
                  <a:pt x="6165251" y="0"/>
                </a:lnTo>
                <a:lnTo>
                  <a:pt x="616525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37383046-FDF0-07F4-49BB-257AAA3883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7741" y="3319466"/>
            <a:ext cx="6309957" cy="1590676"/>
          </a:xfrm>
        </p:spPr>
        <p:txBody>
          <a:bodyPr>
            <a:noAutofit/>
          </a:bodyPr>
          <a:lstStyle>
            <a:lvl1pPr>
              <a:defRPr sz="5279" b="0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42E0078-518F-0775-395B-44BB00E088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7138" y="7796211"/>
            <a:ext cx="438869" cy="233714"/>
          </a:xfrm>
          <a:prstGeom prst="rect">
            <a:avLst/>
          </a:prstGeom>
        </p:spPr>
      </p:pic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0B3CA4CB-00E8-E7C2-7117-5839F34D2015}"/>
              </a:ext>
            </a:extLst>
          </p:cNvPr>
          <p:cNvSpPr txBox="1">
            <a:spLocks/>
          </p:cNvSpPr>
          <p:nvPr userDrawn="1"/>
        </p:nvSpPr>
        <p:spPr>
          <a:xfrm>
            <a:off x="13714159" y="7694122"/>
            <a:ext cx="411512" cy="438150"/>
          </a:xfrm>
          <a:prstGeom prst="rect">
            <a:avLst/>
          </a:prstGeom>
        </p:spPr>
        <p:txBody>
          <a:bodyPr vert="horz" lIns="109699" tIns="54850" rIns="0" bIns="5485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rgbClr val="EFEFEF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rgbClr val="EFEFEF"/>
              </a:solidFill>
              <a:latin typeface="Montserrat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24E859-886D-2C3F-A009-2815A44F2A10}"/>
              </a:ext>
            </a:extLst>
          </p:cNvPr>
          <p:cNvSpPr txBox="1"/>
          <p:nvPr userDrawn="1"/>
        </p:nvSpPr>
        <p:spPr>
          <a:xfrm>
            <a:off x="12495334" y="7808256"/>
            <a:ext cx="1407648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698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rgbClr val="EFEFEF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7271129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_Blank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14F979DE-254D-D24D-5E6E-0341C0A814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935" r="49854" b="2935"/>
          <a:stretch>
            <a:fillRect/>
          </a:stretch>
        </p:blipFill>
        <p:spPr>
          <a:xfrm>
            <a:off x="7233063" y="0"/>
            <a:ext cx="7397338" cy="8229600"/>
          </a:xfrm>
          <a:custGeom>
            <a:avLst/>
            <a:gdLst>
              <a:gd name="connsiteX0" fmla="*/ 0 w 6165251"/>
              <a:gd name="connsiteY0" fmla="*/ 0 h 6858000"/>
              <a:gd name="connsiteX1" fmla="*/ 6165251 w 6165251"/>
              <a:gd name="connsiteY1" fmla="*/ 0 h 6858000"/>
              <a:gd name="connsiteX2" fmla="*/ 6165251 w 6165251"/>
              <a:gd name="connsiteY2" fmla="*/ 6858000 h 6858000"/>
              <a:gd name="connsiteX3" fmla="*/ 0 w 616525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65251" h="6858000">
                <a:moveTo>
                  <a:pt x="0" y="0"/>
                </a:moveTo>
                <a:lnTo>
                  <a:pt x="6165251" y="0"/>
                </a:lnTo>
                <a:lnTo>
                  <a:pt x="616525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6FB1D025-9882-7DC0-721A-FF17CF362B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7741" y="3319466"/>
            <a:ext cx="6309957" cy="1590676"/>
          </a:xfrm>
        </p:spPr>
        <p:txBody>
          <a:bodyPr>
            <a:noAutofit/>
          </a:bodyPr>
          <a:lstStyle>
            <a:lvl1pPr>
              <a:defRPr sz="5279" b="0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ABCB10E-8358-7290-8B97-911E27162AF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7138" y="7796211"/>
            <a:ext cx="438869" cy="233714"/>
          </a:xfrm>
          <a:prstGeom prst="rect">
            <a:avLst/>
          </a:prstGeom>
        </p:spPr>
      </p:pic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8A5A3719-3F72-2168-E169-A0B7AD5FDD21}"/>
              </a:ext>
            </a:extLst>
          </p:cNvPr>
          <p:cNvSpPr txBox="1">
            <a:spLocks/>
          </p:cNvSpPr>
          <p:nvPr userDrawn="1"/>
        </p:nvSpPr>
        <p:spPr>
          <a:xfrm>
            <a:off x="13714159" y="7694122"/>
            <a:ext cx="411512" cy="438150"/>
          </a:xfrm>
          <a:prstGeom prst="rect">
            <a:avLst/>
          </a:prstGeom>
        </p:spPr>
        <p:txBody>
          <a:bodyPr vert="horz" lIns="109699" tIns="54850" rIns="0" bIns="5485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rgbClr val="A2F3F3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rgbClr val="A2F3F3"/>
              </a:solidFill>
              <a:latin typeface="Montserrat" pitchFamily="2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81B56D-D149-DEF4-4E80-C007D4CD0A79}"/>
              </a:ext>
            </a:extLst>
          </p:cNvPr>
          <p:cNvSpPr txBox="1"/>
          <p:nvPr userDrawn="1"/>
        </p:nvSpPr>
        <p:spPr>
          <a:xfrm>
            <a:off x="12495334" y="7808256"/>
            <a:ext cx="1407648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698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rgbClr val="A2F3F3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834124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6_Blank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14F979DE-254D-D24D-5E6E-0341C0A814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935" r="49854" b="2935"/>
          <a:stretch>
            <a:fillRect/>
          </a:stretch>
        </p:blipFill>
        <p:spPr>
          <a:xfrm>
            <a:off x="7233063" y="0"/>
            <a:ext cx="7397338" cy="8229600"/>
          </a:xfrm>
          <a:custGeom>
            <a:avLst/>
            <a:gdLst>
              <a:gd name="connsiteX0" fmla="*/ 0 w 6165251"/>
              <a:gd name="connsiteY0" fmla="*/ 0 h 6858000"/>
              <a:gd name="connsiteX1" fmla="*/ 6165251 w 6165251"/>
              <a:gd name="connsiteY1" fmla="*/ 0 h 6858000"/>
              <a:gd name="connsiteX2" fmla="*/ 6165251 w 6165251"/>
              <a:gd name="connsiteY2" fmla="*/ 6858000 h 6858000"/>
              <a:gd name="connsiteX3" fmla="*/ 0 w 616525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65251" h="6858000">
                <a:moveTo>
                  <a:pt x="0" y="0"/>
                </a:moveTo>
                <a:lnTo>
                  <a:pt x="6165251" y="0"/>
                </a:lnTo>
                <a:lnTo>
                  <a:pt x="616525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75929ED8-10F1-8065-458C-FE1AE4A172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7741" y="3319466"/>
            <a:ext cx="6309957" cy="1590676"/>
          </a:xfrm>
        </p:spPr>
        <p:txBody>
          <a:bodyPr>
            <a:noAutofit/>
          </a:bodyPr>
          <a:lstStyle>
            <a:lvl1pPr>
              <a:defRPr sz="5279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A8EB7C9-2349-0C5B-E393-A94E1A77C7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7138" y="7796211"/>
            <a:ext cx="438869" cy="233714"/>
          </a:xfrm>
          <a:prstGeom prst="rect">
            <a:avLst/>
          </a:prstGeom>
        </p:spPr>
      </p:pic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2CE62664-3379-F72A-07A5-5F6C87BE9C44}"/>
              </a:ext>
            </a:extLst>
          </p:cNvPr>
          <p:cNvSpPr txBox="1">
            <a:spLocks/>
          </p:cNvSpPr>
          <p:nvPr userDrawn="1"/>
        </p:nvSpPr>
        <p:spPr>
          <a:xfrm>
            <a:off x="13714159" y="7694122"/>
            <a:ext cx="411512" cy="438150"/>
          </a:xfrm>
          <a:prstGeom prst="rect">
            <a:avLst/>
          </a:prstGeom>
        </p:spPr>
        <p:txBody>
          <a:bodyPr vert="horz" lIns="109699" tIns="54850" rIns="0" bIns="5485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rgbClr val="003059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rgbClr val="003059"/>
              </a:solidFill>
              <a:latin typeface="Montserrat" pitchFamily="2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8972BD-CF4B-DCB9-D417-2EA39C6906D2}"/>
              </a:ext>
            </a:extLst>
          </p:cNvPr>
          <p:cNvSpPr txBox="1"/>
          <p:nvPr userDrawn="1"/>
        </p:nvSpPr>
        <p:spPr>
          <a:xfrm>
            <a:off x="12495334" y="7808256"/>
            <a:ext cx="1407648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698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rgbClr val="003059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897405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7_Blank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14F979DE-254D-D24D-5E6E-0341C0A814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935" r="49854" b="2935"/>
          <a:stretch>
            <a:fillRect/>
          </a:stretch>
        </p:blipFill>
        <p:spPr>
          <a:xfrm>
            <a:off x="7233063" y="0"/>
            <a:ext cx="7397338" cy="8229600"/>
          </a:xfrm>
          <a:custGeom>
            <a:avLst/>
            <a:gdLst>
              <a:gd name="connsiteX0" fmla="*/ 0 w 6165251"/>
              <a:gd name="connsiteY0" fmla="*/ 0 h 6858000"/>
              <a:gd name="connsiteX1" fmla="*/ 6165251 w 6165251"/>
              <a:gd name="connsiteY1" fmla="*/ 0 h 6858000"/>
              <a:gd name="connsiteX2" fmla="*/ 6165251 w 6165251"/>
              <a:gd name="connsiteY2" fmla="*/ 6858000 h 6858000"/>
              <a:gd name="connsiteX3" fmla="*/ 0 w 616525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65251" h="6858000">
                <a:moveTo>
                  <a:pt x="0" y="0"/>
                </a:moveTo>
                <a:lnTo>
                  <a:pt x="6165251" y="0"/>
                </a:lnTo>
                <a:lnTo>
                  <a:pt x="616525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508764-3A47-53E0-B15A-D6B364F6D3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7741" y="3319466"/>
            <a:ext cx="6309957" cy="1590676"/>
          </a:xfrm>
        </p:spPr>
        <p:txBody>
          <a:bodyPr>
            <a:noAutofit/>
          </a:bodyPr>
          <a:lstStyle>
            <a:lvl1pPr>
              <a:defRPr sz="5279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EFBF7C8-A378-FA84-9500-3136EB8044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7138" y="7796211"/>
            <a:ext cx="438869" cy="233714"/>
          </a:xfrm>
          <a:prstGeom prst="rect">
            <a:avLst/>
          </a:prstGeom>
        </p:spPr>
      </p:pic>
      <p:sp>
        <p:nvSpPr>
          <p:cNvPr id="10" name="Slide Number Placeholder 13">
            <a:extLst>
              <a:ext uri="{FF2B5EF4-FFF2-40B4-BE49-F238E27FC236}">
                <a16:creationId xmlns:a16="http://schemas.microsoft.com/office/drawing/2014/main" id="{2508B8A1-ADF6-6962-C302-E634B45FACBA}"/>
              </a:ext>
            </a:extLst>
          </p:cNvPr>
          <p:cNvSpPr txBox="1">
            <a:spLocks/>
          </p:cNvSpPr>
          <p:nvPr userDrawn="1"/>
        </p:nvSpPr>
        <p:spPr>
          <a:xfrm>
            <a:off x="13714159" y="7694122"/>
            <a:ext cx="411512" cy="438150"/>
          </a:xfrm>
          <a:prstGeom prst="rect">
            <a:avLst/>
          </a:prstGeom>
        </p:spPr>
        <p:txBody>
          <a:bodyPr vert="horz" lIns="109699" tIns="54850" rIns="0" bIns="5485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rgbClr val="314550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rgbClr val="314550"/>
              </a:solidFill>
              <a:latin typeface="Montserrat" pitchFamily="2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905F13-C7C2-A209-FE53-8641D9E22971}"/>
              </a:ext>
            </a:extLst>
          </p:cNvPr>
          <p:cNvSpPr txBox="1"/>
          <p:nvPr userDrawn="1"/>
        </p:nvSpPr>
        <p:spPr>
          <a:xfrm>
            <a:off x="12495334" y="7808256"/>
            <a:ext cx="1407648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698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rgbClr val="314550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7406195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1_Blank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standing around a table&#10;&#10;Description automatically generated">
            <a:extLst>
              <a:ext uri="{FF2B5EF4-FFF2-40B4-BE49-F238E27FC236}">
                <a16:creationId xmlns:a16="http://schemas.microsoft.com/office/drawing/2014/main" id="{5821DC15-D35E-1617-7D2E-52211B44D6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746"/>
          <a:stretch/>
        </p:blipFill>
        <p:spPr>
          <a:xfrm flipH="1">
            <a:off x="24" y="1538"/>
            <a:ext cx="14628471" cy="8228062"/>
          </a:xfrm>
          <a:prstGeom prst="rect">
            <a:avLst/>
          </a:prstGeom>
        </p:spPr>
      </p:pic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34EB2FB5-65CD-5426-4E77-13DE9239251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965" y="771"/>
            <a:ext cx="14628471" cy="8228831"/>
          </a:xfrm>
          <a:solidFill>
            <a:srgbClr val="354C58">
              <a:alpha val="55000"/>
            </a:srgbClr>
          </a:solidFill>
        </p:spPr>
        <p:txBody>
          <a:bodyPr lIns="91440" tIns="182880" rIns="182880"/>
          <a:lstStyle>
            <a:lvl1pPr marL="0" indent="0" algn="r">
              <a:buNone/>
              <a:defRPr b="0" cap="none" spc="0">
                <a:ln w="0"/>
                <a:solidFill>
                  <a:srgbClr val="F4F3F0"/>
                </a:solidFill>
                <a:effectLst/>
              </a:defRPr>
            </a:lvl1pPr>
          </a:lstStyle>
          <a:p>
            <a:r>
              <a:rPr lang="en-US">
                <a:solidFill>
                  <a:srgbClr val="003059"/>
                </a:solidFill>
                <a:latin typeface="Montserrat" pitchFamily="2" charset="77"/>
              </a:rPr>
              <a:t>Click Icon to Change Image</a:t>
            </a:r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66A0AC46-D6C3-F3EC-280B-205EB9224D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058" y="419508"/>
            <a:ext cx="6309957" cy="1590676"/>
          </a:xfrm>
        </p:spPr>
        <p:txBody>
          <a:bodyPr>
            <a:noAutofit/>
          </a:bodyPr>
          <a:lstStyle>
            <a:lvl1pPr>
              <a:defRPr sz="5279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3CE833F-590E-E457-5307-48C170F86D0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7139" y="6731951"/>
            <a:ext cx="2437339" cy="1297975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88BF45E-D89C-8AC1-5433-945AFBF85B1C}"/>
              </a:ext>
            </a:extLst>
          </p:cNvPr>
          <p:cNvSpPr txBox="1">
            <a:spLocks/>
          </p:cNvSpPr>
          <p:nvPr userDrawn="1"/>
        </p:nvSpPr>
        <p:spPr>
          <a:xfrm>
            <a:off x="13714159" y="7694122"/>
            <a:ext cx="411512" cy="438150"/>
          </a:xfrm>
          <a:prstGeom prst="rect">
            <a:avLst/>
          </a:prstGeom>
        </p:spPr>
        <p:txBody>
          <a:bodyPr vert="horz" lIns="109699" tIns="54850" rIns="0" bIns="5485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rgbClr val="EFEFEF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rgbClr val="EFEFEF"/>
              </a:solidFill>
              <a:latin typeface="Montserrat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8ACA2E-1095-998F-ED9A-60959689C7BE}"/>
              </a:ext>
            </a:extLst>
          </p:cNvPr>
          <p:cNvSpPr txBox="1"/>
          <p:nvPr userDrawn="1"/>
        </p:nvSpPr>
        <p:spPr>
          <a:xfrm>
            <a:off x="12495334" y="7808256"/>
            <a:ext cx="1407648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698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rgbClr val="EFEFEF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71507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Blank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3">
            <a:extLst>
              <a:ext uri="{FF2B5EF4-FFF2-40B4-BE49-F238E27FC236}">
                <a16:creationId xmlns:a16="http://schemas.microsoft.com/office/drawing/2014/main" id="{6AFA6A86-5F2A-DFD3-7EAE-FC438CB90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559" y="543834"/>
            <a:ext cx="13029599" cy="6647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09658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4319" b="0" i="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A5931942-4E4F-1287-DEDC-1B1F0009EE4B}"/>
              </a:ext>
            </a:extLst>
          </p:cNvPr>
          <p:cNvSpPr txBox="1">
            <a:spLocks/>
          </p:cNvSpPr>
          <p:nvPr userDrawn="1"/>
        </p:nvSpPr>
        <p:spPr>
          <a:xfrm>
            <a:off x="13714159" y="7694122"/>
            <a:ext cx="411512" cy="438150"/>
          </a:xfrm>
          <a:prstGeom prst="rect">
            <a:avLst/>
          </a:prstGeom>
        </p:spPr>
        <p:txBody>
          <a:bodyPr vert="horz" lIns="109699" tIns="54850" rIns="0" bIns="5485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chemeClr val="tx2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chemeClr val="tx2"/>
              </a:solidFill>
              <a:latin typeface="Montserrat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364326-0508-82DF-EAC6-B2CBFD88EA66}"/>
              </a:ext>
            </a:extLst>
          </p:cNvPr>
          <p:cNvSpPr txBox="1"/>
          <p:nvPr userDrawn="1"/>
        </p:nvSpPr>
        <p:spPr>
          <a:xfrm>
            <a:off x="12495334" y="7808256"/>
            <a:ext cx="1407648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698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9B0D719-90E6-1EFB-11AF-723AA9E634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138" y="7796211"/>
            <a:ext cx="438869" cy="233714"/>
          </a:xfrm>
          <a:prstGeom prst="rect">
            <a:avLst/>
          </a:prstGeom>
        </p:spPr>
      </p:pic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B643D61-4E19-F932-F775-2196CE08F23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1698215" y="1916794"/>
            <a:ext cx="2194560" cy="2194560"/>
          </a:xfrm>
          <a:solidFill>
            <a:schemeClr val="bg2">
              <a:alpha val="68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68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>
                <a:solidFill>
                  <a:srgbClr val="003059"/>
                </a:solidFill>
                <a:latin typeface="Montserrat" pitchFamily="2" charset="77"/>
              </a:rPr>
              <a:t>Click Icon to Add Logo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0AE0F57-D710-3C6D-A649-042A87886C8E}"/>
              </a:ext>
            </a:extLst>
          </p:cNvPr>
          <p:cNvSpPr/>
          <p:nvPr userDrawn="1"/>
        </p:nvSpPr>
        <p:spPr>
          <a:xfrm>
            <a:off x="1533623" y="1752202"/>
            <a:ext cx="2523744" cy="2523744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9698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4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8EC69596-F447-3B71-2BBB-19094B8B5531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4723374" y="1916794"/>
            <a:ext cx="2194560" cy="2194560"/>
          </a:xfrm>
          <a:solidFill>
            <a:schemeClr val="bg2">
              <a:alpha val="68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68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>
                <a:solidFill>
                  <a:srgbClr val="003059"/>
                </a:solidFill>
                <a:latin typeface="Montserrat" pitchFamily="2" charset="77"/>
              </a:rPr>
              <a:t>Click Icon to Add Logo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8CCABB2-6CDF-5EF4-D55D-B40617C2FC58}"/>
              </a:ext>
            </a:extLst>
          </p:cNvPr>
          <p:cNvSpPr/>
          <p:nvPr userDrawn="1"/>
        </p:nvSpPr>
        <p:spPr>
          <a:xfrm>
            <a:off x="4558782" y="1752202"/>
            <a:ext cx="2523744" cy="2523744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9698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4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DD74B26B-2513-BF8E-CB98-1C1305627BF6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771392" y="1916794"/>
            <a:ext cx="2194560" cy="2194560"/>
          </a:xfrm>
          <a:solidFill>
            <a:schemeClr val="bg2">
              <a:alpha val="68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68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>
                <a:solidFill>
                  <a:srgbClr val="003059"/>
                </a:solidFill>
                <a:latin typeface="Montserrat" pitchFamily="2" charset="77"/>
              </a:rPr>
              <a:t>Click Icon to Add Logo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3DE25E0-378E-5DBB-684D-6ED646656594}"/>
              </a:ext>
            </a:extLst>
          </p:cNvPr>
          <p:cNvSpPr/>
          <p:nvPr userDrawn="1"/>
        </p:nvSpPr>
        <p:spPr>
          <a:xfrm>
            <a:off x="7606800" y="1752202"/>
            <a:ext cx="2523744" cy="2523744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9698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4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5" name="Picture Placeholder 6">
            <a:extLst>
              <a:ext uri="{FF2B5EF4-FFF2-40B4-BE49-F238E27FC236}">
                <a16:creationId xmlns:a16="http://schemas.microsoft.com/office/drawing/2014/main" id="{C37C10C8-B44C-1406-1BB8-1224D217AA45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10703317" y="1916794"/>
            <a:ext cx="2194560" cy="2194560"/>
          </a:xfrm>
          <a:solidFill>
            <a:schemeClr val="bg2">
              <a:alpha val="68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68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>
                <a:solidFill>
                  <a:srgbClr val="003059"/>
                </a:solidFill>
                <a:latin typeface="Montserrat" pitchFamily="2" charset="77"/>
              </a:rPr>
              <a:t>Click Icon to Add Logo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DE370D3-4B33-1790-CE74-89DB41E6F687}"/>
              </a:ext>
            </a:extLst>
          </p:cNvPr>
          <p:cNvSpPr/>
          <p:nvPr userDrawn="1"/>
        </p:nvSpPr>
        <p:spPr>
          <a:xfrm>
            <a:off x="10538725" y="1752202"/>
            <a:ext cx="2523744" cy="2523744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9698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4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9" name="Picture Placeholder 6">
            <a:extLst>
              <a:ext uri="{FF2B5EF4-FFF2-40B4-BE49-F238E27FC236}">
                <a16:creationId xmlns:a16="http://schemas.microsoft.com/office/drawing/2014/main" id="{4EB2874C-0FB0-1D93-F210-ACB08AC58CBA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698215" y="4930867"/>
            <a:ext cx="2194560" cy="2194560"/>
          </a:xfrm>
          <a:solidFill>
            <a:schemeClr val="bg2">
              <a:alpha val="68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68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>
                <a:solidFill>
                  <a:srgbClr val="003059"/>
                </a:solidFill>
                <a:latin typeface="Montserrat" pitchFamily="2" charset="77"/>
              </a:rPr>
              <a:t>Click Icon to Add Logo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54FD2BD-1D86-CC4E-8D25-A747A2FFA586}"/>
              </a:ext>
            </a:extLst>
          </p:cNvPr>
          <p:cNvSpPr/>
          <p:nvPr userDrawn="1"/>
        </p:nvSpPr>
        <p:spPr>
          <a:xfrm>
            <a:off x="1533623" y="4766275"/>
            <a:ext cx="2523744" cy="2523744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9698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4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31" name="Picture Placeholder 6">
            <a:extLst>
              <a:ext uri="{FF2B5EF4-FFF2-40B4-BE49-F238E27FC236}">
                <a16:creationId xmlns:a16="http://schemas.microsoft.com/office/drawing/2014/main" id="{8FE14263-6A83-084D-470E-01A855392470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723374" y="4930867"/>
            <a:ext cx="2194560" cy="2194560"/>
          </a:xfrm>
          <a:solidFill>
            <a:schemeClr val="bg2">
              <a:alpha val="68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68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>
                <a:solidFill>
                  <a:srgbClr val="003059"/>
                </a:solidFill>
                <a:latin typeface="Montserrat" pitchFamily="2" charset="77"/>
              </a:rPr>
              <a:t>Click Icon to Add Logo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A205D47D-FAAA-0C6F-296F-57F2F2AE7312}"/>
              </a:ext>
            </a:extLst>
          </p:cNvPr>
          <p:cNvSpPr/>
          <p:nvPr userDrawn="1"/>
        </p:nvSpPr>
        <p:spPr>
          <a:xfrm>
            <a:off x="4558782" y="4766275"/>
            <a:ext cx="2523744" cy="2523744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9698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4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33" name="Picture Placeholder 6">
            <a:extLst>
              <a:ext uri="{FF2B5EF4-FFF2-40B4-BE49-F238E27FC236}">
                <a16:creationId xmlns:a16="http://schemas.microsoft.com/office/drawing/2014/main" id="{92B3E575-5A33-9011-519C-0F974AEEFBB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7771392" y="4930867"/>
            <a:ext cx="2194560" cy="2194560"/>
          </a:xfrm>
          <a:solidFill>
            <a:schemeClr val="bg2">
              <a:alpha val="68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68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>
                <a:solidFill>
                  <a:srgbClr val="003059"/>
                </a:solidFill>
                <a:latin typeface="Montserrat" pitchFamily="2" charset="77"/>
              </a:rPr>
              <a:t>Click Icon to Add Logo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1F957EF-95C6-2D9D-5AE0-C8050042293D}"/>
              </a:ext>
            </a:extLst>
          </p:cNvPr>
          <p:cNvSpPr/>
          <p:nvPr userDrawn="1"/>
        </p:nvSpPr>
        <p:spPr>
          <a:xfrm>
            <a:off x="7606800" y="4766275"/>
            <a:ext cx="2523744" cy="2523744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9698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4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D1C665FA-48ED-DD30-5B17-ADED93557A1D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10703317" y="4930867"/>
            <a:ext cx="2194560" cy="2194560"/>
          </a:xfrm>
          <a:solidFill>
            <a:schemeClr val="bg2">
              <a:alpha val="68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68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>
                <a:solidFill>
                  <a:srgbClr val="003059"/>
                </a:solidFill>
                <a:latin typeface="Montserrat" pitchFamily="2" charset="77"/>
              </a:rPr>
              <a:t>Click Icon to Add Logo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9A9378B7-5ED8-33F9-37D1-06CD590810AB}"/>
              </a:ext>
            </a:extLst>
          </p:cNvPr>
          <p:cNvSpPr/>
          <p:nvPr userDrawn="1"/>
        </p:nvSpPr>
        <p:spPr>
          <a:xfrm>
            <a:off x="10538725" y="4766275"/>
            <a:ext cx="2523744" cy="2523744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9698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4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676116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Blank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0F2B48-692F-3C45-545F-7BC18B7BD4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4559" y="1635946"/>
            <a:ext cx="13029599" cy="56916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880" b="0" i="0">
                <a:solidFill>
                  <a:schemeClr val="bg2"/>
                </a:solidFill>
                <a:latin typeface="+mn-lt"/>
              </a:defRPr>
            </a:lvl1pPr>
            <a:lvl2pPr marL="54829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6AFA6A86-5F2A-DFD3-7EAE-FC438CB90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559" y="543834"/>
            <a:ext cx="13029599" cy="6647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09658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4319" b="0" i="0" kern="1200" dirty="0">
                <a:solidFill>
                  <a:schemeClr val="bg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A5931942-4E4F-1287-DEDC-1B1F0009EE4B}"/>
              </a:ext>
            </a:extLst>
          </p:cNvPr>
          <p:cNvSpPr txBox="1">
            <a:spLocks/>
          </p:cNvSpPr>
          <p:nvPr userDrawn="1"/>
        </p:nvSpPr>
        <p:spPr>
          <a:xfrm>
            <a:off x="13714159" y="7694122"/>
            <a:ext cx="411512" cy="438150"/>
          </a:xfrm>
          <a:prstGeom prst="rect">
            <a:avLst/>
          </a:prstGeom>
        </p:spPr>
        <p:txBody>
          <a:bodyPr vert="horz" lIns="109699" tIns="54850" rIns="0" bIns="5485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chemeClr val="bg2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chemeClr val="bg2"/>
              </a:solidFill>
              <a:latin typeface="Montserrat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364326-0508-82DF-EAC6-B2CBFD88EA66}"/>
              </a:ext>
            </a:extLst>
          </p:cNvPr>
          <p:cNvSpPr txBox="1"/>
          <p:nvPr userDrawn="1"/>
        </p:nvSpPr>
        <p:spPr>
          <a:xfrm>
            <a:off x="12495334" y="7808256"/>
            <a:ext cx="1407648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698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9B0D719-90E6-1EFB-11AF-723AA9E634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138" y="7796211"/>
            <a:ext cx="438869" cy="23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9009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Blank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0F2B48-692F-3C45-545F-7BC18B7BD4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4559" y="1635946"/>
            <a:ext cx="13029599" cy="56916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880" b="0" i="0">
                <a:solidFill>
                  <a:schemeClr val="bg2"/>
                </a:solidFill>
                <a:latin typeface="+mn-lt"/>
              </a:defRPr>
            </a:lvl1pPr>
            <a:lvl2pPr marL="54829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6AFA6A86-5F2A-DFD3-7EAE-FC438CB90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559" y="543834"/>
            <a:ext cx="13029599" cy="6647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09658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4319" b="0" i="0" kern="1200" dirty="0">
                <a:solidFill>
                  <a:schemeClr val="bg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A5931942-4E4F-1287-DEDC-1B1F0009EE4B}"/>
              </a:ext>
            </a:extLst>
          </p:cNvPr>
          <p:cNvSpPr txBox="1">
            <a:spLocks/>
          </p:cNvSpPr>
          <p:nvPr userDrawn="1"/>
        </p:nvSpPr>
        <p:spPr>
          <a:xfrm>
            <a:off x="13714159" y="7694122"/>
            <a:ext cx="411512" cy="438150"/>
          </a:xfrm>
          <a:prstGeom prst="rect">
            <a:avLst/>
          </a:prstGeom>
        </p:spPr>
        <p:txBody>
          <a:bodyPr vert="horz" lIns="109699" tIns="54850" rIns="0" bIns="5485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chemeClr val="bg2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chemeClr val="bg2"/>
              </a:solidFill>
              <a:latin typeface="Montserrat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364326-0508-82DF-EAC6-B2CBFD88EA66}"/>
              </a:ext>
            </a:extLst>
          </p:cNvPr>
          <p:cNvSpPr txBox="1"/>
          <p:nvPr userDrawn="1"/>
        </p:nvSpPr>
        <p:spPr>
          <a:xfrm>
            <a:off x="12495334" y="7808256"/>
            <a:ext cx="1407648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698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9B0D719-90E6-1EFB-11AF-723AA9E634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138" y="7796211"/>
            <a:ext cx="438869" cy="23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562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Blank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0F2B48-692F-3C45-545F-7BC18B7BD4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4559" y="1635946"/>
            <a:ext cx="13029599" cy="56916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880" b="0" i="0">
                <a:solidFill>
                  <a:schemeClr val="tx1"/>
                </a:solidFill>
                <a:latin typeface="+mn-lt"/>
              </a:defRPr>
            </a:lvl1pPr>
            <a:lvl2pPr marL="54829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6AFA6A86-5F2A-DFD3-7EAE-FC438CB90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559" y="543834"/>
            <a:ext cx="13029599" cy="6647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09658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4319" b="0" i="0" kern="1200" dirty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A5931942-4E4F-1287-DEDC-1B1F0009EE4B}"/>
              </a:ext>
            </a:extLst>
          </p:cNvPr>
          <p:cNvSpPr txBox="1">
            <a:spLocks/>
          </p:cNvSpPr>
          <p:nvPr userDrawn="1"/>
        </p:nvSpPr>
        <p:spPr>
          <a:xfrm>
            <a:off x="13714159" y="7694122"/>
            <a:ext cx="411512" cy="438150"/>
          </a:xfrm>
          <a:prstGeom prst="rect">
            <a:avLst/>
          </a:prstGeom>
        </p:spPr>
        <p:txBody>
          <a:bodyPr vert="horz" lIns="109699" tIns="54850" rIns="0" bIns="5485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chemeClr val="tx1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364326-0508-82DF-EAC6-B2CBFD88EA66}"/>
              </a:ext>
            </a:extLst>
          </p:cNvPr>
          <p:cNvSpPr txBox="1"/>
          <p:nvPr userDrawn="1"/>
        </p:nvSpPr>
        <p:spPr>
          <a:xfrm>
            <a:off x="12495334" y="7808256"/>
            <a:ext cx="1407648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698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9B0D719-90E6-1EFB-11AF-723AA9E634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138" y="7796211"/>
            <a:ext cx="438869" cy="23371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5D7709-2F8C-429E-A052-BB73ADCE2B97}"/>
              </a:ext>
            </a:extLst>
          </p:cNvPr>
          <p:cNvCxnSpPr/>
          <p:nvPr userDrawn="1"/>
        </p:nvCxnSpPr>
        <p:spPr>
          <a:xfrm>
            <a:off x="771425" y="7726681"/>
            <a:ext cx="0" cy="40005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3300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1_Blank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0F2B48-692F-3C45-545F-7BC18B7BD4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4559" y="1635946"/>
            <a:ext cx="13029599" cy="56916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880" b="0" i="0">
                <a:solidFill>
                  <a:schemeClr val="tx1"/>
                </a:solidFill>
                <a:latin typeface="+mn-lt"/>
              </a:defRPr>
            </a:lvl1pPr>
            <a:lvl2pPr marL="54829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A5931942-4E4F-1287-DEDC-1B1F0009EE4B}"/>
              </a:ext>
            </a:extLst>
          </p:cNvPr>
          <p:cNvSpPr txBox="1">
            <a:spLocks/>
          </p:cNvSpPr>
          <p:nvPr userDrawn="1"/>
        </p:nvSpPr>
        <p:spPr>
          <a:xfrm>
            <a:off x="13714159" y="7694122"/>
            <a:ext cx="411512" cy="438150"/>
          </a:xfrm>
          <a:prstGeom prst="rect">
            <a:avLst/>
          </a:prstGeom>
        </p:spPr>
        <p:txBody>
          <a:bodyPr vert="horz" lIns="109699" tIns="54850" rIns="0" bIns="5485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rgbClr val="F4F3F0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rgbClr val="F4F3F0"/>
              </a:solidFill>
              <a:latin typeface="Montserrat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364326-0508-82DF-EAC6-B2CBFD88EA66}"/>
              </a:ext>
            </a:extLst>
          </p:cNvPr>
          <p:cNvSpPr txBox="1"/>
          <p:nvPr userDrawn="1"/>
        </p:nvSpPr>
        <p:spPr>
          <a:xfrm>
            <a:off x="12495334" y="7808256"/>
            <a:ext cx="1407648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698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rgbClr val="F4F3F0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39CE9F0-0A2D-ADFE-B8C9-88E2036839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559" y="543834"/>
            <a:ext cx="13029599" cy="6647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09658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4319" b="0" i="0" kern="1200" dirty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67A8346-0540-B3AC-6CA8-558275243E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138" y="7796211"/>
            <a:ext cx="438869" cy="23371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368FDF5-9D25-12C1-B191-76FBBA845B4A}"/>
              </a:ext>
            </a:extLst>
          </p:cNvPr>
          <p:cNvCxnSpPr/>
          <p:nvPr userDrawn="1"/>
        </p:nvCxnSpPr>
        <p:spPr>
          <a:xfrm>
            <a:off x="771425" y="7726681"/>
            <a:ext cx="0" cy="40005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72898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6_Blank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0F2B48-692F-3C45-545F-7BC18B7BD4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4559" y="1635946"/>
            <a:ext cx="6205856" cy="56916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880" b="0" i="0">
                <a:solidFill>
                  <a:schemeClr val="bg2"/>
                </a:solidFill>
                <a:latin typeface="+mn-lt"/>
              </a:defRPr>
            </a:lvl1pPr>
            <a:lvl2pPr marL="54829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18A54718-890F-FD38-FFA0-0B0E1A5F4C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08304" y="1635946"/>
            <a:ext cx="6205854" cy="56916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880" b="0" i="0">
                <a:solidFill>
                  <a:schemeClr val="bg2"/>
                </a:solidFill>
                <a:latin typeface="+mn-lt"/>
              </a:defRPr>
            </a:lvl1pPr>
            <a:lvl2pPr marL="54829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6D811E7E-0320-0AFF-7C45-84C50B79307F}"/>
              </a:ext>
            </a:extLst>
          </p:cNvPr>
          <p:cNvSpPr txBox="1">
            <a:spLocks/>
          </p:cNvSpPr>
          <p:nvPr userDrawn="1"/>
        </p:nvSpPr>
        <p:spPr>
          <a:xfrm>
            <a:off x="13714159" y="7694122"/>
            <a:ext cx="411512" cy="438150"/>
          </a:xfrm>
          <a:prstGeom prst="rect">
            <a:avLst/>
          </a:prstGeom>
        </p:spPr>
        <p:txBody>
          <a:bodyPr vert="horz" lIns="109699" tIns="54850" rIns="0" bIns="5485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chemeClr val="bg2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chemeClr val="bg2"/>
              </a:solidFill>
              <a:latin typeface="Montserrat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9F4155-C2E2-5E81-170B-D95B69F3071C}"/>
              </a:ext>
            </a:extLst>
          </p:cNvPr>
          <p:cNvSpPr txBox="1"/>
          <p:nvPr userDrawn="1"/>
        </p:nvSpPr>
        <p:spPr>
          <a:xfrm>
            <a:off x="12495334" y="7808256"/>
            <a:ext cx="1407648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698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4795FEF7-BB3C-F8B5-093A-B8BCD3A7DF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559" y="543834"/>
            <a:ext cx="13029599" cy="6647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09658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4319" b="0" i="0" kern="1200" dirty="0">
                <a:solidFill>
                  <a:schemeClr val="bg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3F2AEA5-BB33-FDFF-CE1E-7F805E6A15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138" y="7796211"/>
            <a:ext cx="438869" cy="23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8994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2_Blank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0F2B48-692F-3C45-545F-7BC18B7BD4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4559" y="1635946"/>
            <a:ext cx="6205856" cy="56916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880" b="0" i="0">
                <a:solidFill>
                  <a:schemeClr val="bg2"/>
                </a:solidFill>
                <a:latin typeface="+mn-lt"/>
              </a:defRPr>
            </a:lvl1pPr>
            <a:lvl2pPr marL="54829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18A54718-890F-FD38-FFA0-0B0E1A5F4C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08304" y="1635946"/>
            <a:ext cx="6205854" cy="56916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880" b="0" i="0">
                <a:solidFill>
                  <a:schemeClr val="bg2"/>
                </a:solidFill>
                <a:latin typeface="+mn-lt"/>
              </a:defRPr>
            </a:lvl1pPr>
            <a:lvl2pPr marL="54829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6D811E7E-0320-0AFF-7C45-84C50B79307F}"/>
              </a:ext>
            </a:extLst>
          </p:cNvPr>
          <p:cNvSpPr txBox="1">
            <a:spLocks/>
          </p:cNvSpPr>
          <p:nvPr userDrawn="1"/>
        </p:nvSpPr>
        <p:spPr>
          <a:xfrm>
            <a:off x="13714159" y="7694122"/>
            <a:ext cx="411512" cy="438150"/>
          </a:xfrm>
          <a:prstGeom prst="rect">
            <a:avLst/>
          </a:prstGeom>
        </p:spPr>
        <p:txBody>
          <a:bodyPr vert="horz" lIns="109699" tIns="54850" rIns="0" bIns="5485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chemeClr val="bg2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chemeClr val="bg2"/>
              </a:solidFill>
              <a:latin typeface="Montserrat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9F4155-C2E2-5E81-170B-D95B69F3071C}"/>
              </a:ext>
            </a:extLst>
          </p:cNvPr>
          <p:cNvSpPr txBox="1"/>
          <p:nvPr userDrawn="1"/>
        </p:nvSpPr>
        <p:spPr>
          <a:xfrm>
            <a:off x="12495334" y="7808256"/>
            <a:ext cx="1407648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698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4795FEF7-BB3C-F8B5-093A-B8BCD3A7DF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559" y="543834"/>
            <a:ext cx="13029599" cy="6647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09658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4319" b="0" i="0" kern="1200" dirty="0">
                <a:solidFill>
                  <a:schemeClr val="bg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3F2AEA5-BB33-FDFF-CE1E-7F805E6A15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138" y="7796211"/>
            <a:ext cx="438869" cy="23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2660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3_Blank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0F2B48-692F-3C45-545F-7BC18B7BD4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4559" y="1635946"/>
            <a:ext cx="6205856" cy="56916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880" b="0" i="0">
                <a:solidFill>
                  <a:srgbClr val="EFEFEF"/>
                </a:solidFill>
                <a:latin typeface="+mn-lt"/>
              </a:defRPr>
            </a:lvl1pPr>
            <a:lvl2pPr marL="54829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18A54718-890F-FD38-FFA0-0B0E1A5F4C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08304" y="1635946"/>
            <a:ext cx="6205854" cy="56916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880" b="0" i="0">
                <a:solidFill>
                  <a:srgbClr val="EFEFEF"/>
                </a:solidFill>
                <a:latin typeface="+mn-lt"/>
              </a:defRPr>
            </a:lvl1pPr>
            <a:lvl2pPr marL="54829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6D811E7E-0320-0AFF-7C45-84C50B79307F}"/>
              </a:ext>
            </a:extLst>
          </p:cNvPr>
          <p:cNvSpPr txBox="1">
            <a:spLocks/>
          </p:cNvSpPr>
          <p:nvPr userDrawn="1"/>
        </p:nvSpPr>
        <p:spPr>
          <a:xfrm>
            <a:off x="13714159" y="7694122"/>
            <a:ext cx="411512" cy="438150"/>
          </a:xfrm>
          <a:prstGeom prst="rect">
            <a:avLst/>
          </a:prstGeom>
        </p:spPr>
        <p:txBody>
          <a:bodyPr vert="horz" lIns="109699" tIns="54850" rIns="0" bIns="5485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rgbClr val="EFEFEF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rgbClr val="EFEFEF"/>
              </a:solidFill>
              <a:latin typeface="Montserrat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9F4155-C2E2-5E81-170B-D95B69F3071C}"/>
              </a:ext>
            </a:extLst>
          </p:cNvPr>
          <p:cNvSpPr txBox="1"/>
          <p:nvPr userDrawn="1"/>
        </p:nvSpPr>
        <p:spPr>
          <a:xfrm>
            <a:off x="12495334" y="7808256"/>
            <a:ext cx="1407648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698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rgbClr val="EFEFEF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4795FEF7-BB3C-F8B5-093A-B8BCD3A7DF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559" y="543834"/>
            <a:ext cx="13029599" cy="6647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09658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4319" b="0" i="0" kern="1200" dirty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3F2AEA5-BB33-FDFF-CE1E-7F805E6A15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138" y="7796211"/>
            <a:ext cx="438869" cy="233714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5D53A158-C31C-24CD-BA96-24F6336040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403" y="7776925"/>
            <a:ext cx="811470" cy="272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BC0BB4-75E9-F4E3-EF67-1E19DD350378}"/>
              </a:ext>
            </a:extLst>
          </p:cNvPr>
          <p:cNvCxnSpPr/>
          <p:nvPr userDrawn="1"/>
        </p:nvCxnSpPr>
        <p:spPr>
          <a:xfrm>
            <a:off x="771425" y="7726681"/>
            <a:ext cx="0" cy="40005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4496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4_Blank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0F2B48-692F-3C45-545F-7BC18B7BD4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4559" y="1635946"/>
            <a:ext cx="6205856" cy="56916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880" b="0" i="0">
                <a:solidFill>
                  <a:srgbClr val="EFEFEF"/>
                </a:solidFill>
                <a:latin typeface="+mn-lt"/>
              </a:defRPr>
            </a:lvl1pPr>
            <a:lvl2pPr marL="54829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18A54718-890F-FD38-FFA0-0B0E1A5F4C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08304" y="1635946"/>
            <a:ext cx="6205854" cy="56916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880" b="0" i="0">
                <a:solidFill>
                  <a:srgbClr val="EFEFEF"/>
                </a:solidFill>
                <a:latin typeface="+mn-lt"/>
              </a:defRPr>
            </a:lvl1pPr>
            <a:lvl2pPr marL="54829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6D811E7E-0320-0AFF-7C45-84C50B79307F}"/>
              </a:ext>
            </a:extLst>
          </p:cNvPr>
          <p:cNvSpPr txBox="1">
            <a:spLocks/>
          </p:cNvSpPr>
          <p:nvPr userDrawn="1"/>
        </p:nvSpPr>
        <p:spPr>
          <a:xfrm>
            <a:off x="13714159" y="7694122"/>
            <a:ext cx="411512" cy="438150"/>
          </a:xfrm>
          <a:prstGeom prst="rect">
            <a:avLst/>
          </a:prstGeom>
        </p:spPr>
        <p:txBody>
          <a:bodyPr vert="horz" lIns="109699" tIns="54850" rIns="0" bIns="5485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rgbClr val="EFEFEF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rgbClr val="EFEFEF"/>
              </a:solidFill>
              <a:latin typeface="Montserrat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9F4155-C2E2-5E81-170B-D95B69F3071C}"/>
              </a:ext>
            </a:extLst>
          </p:cNvPr>
          <p:cNvSpPr txBox="1"/>
          <p:nvPr userDrawn="1"/>
        </p:nvSpPr>
        <p:spPr>
          <a:xfrm>
            <a:off x="12495334" y="7808256"/>
            <a:ext cx="1407648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698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rgbClr val="EFEFEF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4795FEF7-BB3C-F8B5-093A-B8BCD3A7DF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559" y="543834"/>
            <a:ext cx="13029599" cy="6647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09658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4319" b="0" i="0" kern="1200" dirty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3F2AEA5-BB33-FDFF-CE1E-7F805E6A15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138" y="7796211"/>
            <a:ext cx="438869" cy="23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3034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3A9580-AD46-6ABD-4EBA-1855354D254B}"/>
              </a:ext>
            </a:extLst>
          </p:cNvPr>
          <p:cNvSpPr/>
          <p:nvPr userDrawn="1"/>
        </p:nvSpPr>
        <p:spPr>
          <a:xfrm>
            <a:off x="13454366" y="7358671"/>
            <a:ext cx="1176034" cy="870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D1C971-4EEF-591C-15FF-C4CE8AC80259}"/>
              </a:ext>
            </a:extLst>
          </p:cNvPr>
          <p:cNvSpPr/>
          <p:nvPr userDrawn="1"/>
        </p:nvSpPr>
        <p:spPr>
          <a:xfrm>
            <a:off x="0" y="0"/>
            <a:ext cx="7081521" cy="822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160">
              <a:solidFill>
                <a:schemeClr val="bg1"/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FBA8B3D1-F495-06A8-8BC8-AB478298E0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3241" y="643133"/>
            <a:ext cx="5241875" cy="6647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09658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4319" b="0" i="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6072F1D-F085-17B7-D2EB-41905CF289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0141" y="2652428"/>
            <a:ext cx="5244975" cy="46098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880" b="0" i="0">
                <a:solidFill>
                  <a:schemeClr val="tx2"/>
                </a:solidFill>
                <a:latin typeface="+mn-lt"/>
              </a:defRPr>
            </a:lvl1pPr>
            <a:lvl2pPr marL="54829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1E1AB6-1328-F608-4EB4-1CF40A467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96848" y="643134"/>
            <a:ext cx="6140311" cy="661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880" b="0" i="0">
                <a:solidFill>
                  <a:schemeClr val="tx2"/>
                </a:solidFill>
                <a:latin typeface="+mn-lt"/>
              </a:defRPr>
            </a:lvl1pPr>
            <a:lvl2pPr marL="54829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marL="0" marR="0" lvl="0" indent="0" algn="l" defTabSz="1096586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en-IN"/>
          </a:p>
        </p:txBody>
      </p:sp>
      <p:sp>
        <p:nvSpPr>
          <p:cNvPr id="10" name="Slide Number Placeholder 13">
            <a:extLst>
              <a:ext uri="{FF2B5EF4-FFF2-40B4-BE49-F238E27FC236}">
                <a16:creationId xmlns:a16="http://schemas.microsoft.com/office/drawing/2014/main" id="{4D6F097A-81A0-214F-AEEC-EAA6F64BCEC1}"/>
              </a:ext>
            </a:extLst>
          </p:cNvPr>
          <p:cNvSpPr txBox="1">
            <a:spLocks/>
          </p:cNvSpPr>
          <p:nvPr userDrawn="1"/>
        </p:nvSpPr>
        <p:spPr>
          <a:xfrm>
            <a:off x="13714159" y="7694122"/>
            <a:ext cx="411512" cy="438150"/>
          </a:xfrm>
          <a:prstGeom prst="rect">
            <a:avLst/>
          </a:prstGeom>
        </p:spPr>
        <p:txBody>
          <a:bodyPr vert="horz" lIns="109699" tIns="54850" rIns="0" bIns="5485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chemeClr val="tx2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chemeClr val="tx2"/>
              </a:solidFill>
              <a:latin typeface="Montserrat" pitchFamily="2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EECD24-80F8-4DCF-15B4-71F0DD56B15C}"/>
              </a:ext>
            </a:extLst>
          </p:cNvPr>
          <p:cNvSpPr txBox="1"/>
          <p:nvPr userDrawn="1"/>
        </p:nvSpPr>
        <p:spPr>
          <a:xfrm>
            <a:off x="12495334" y="7808256"/>
            <a:ext cx="1407648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698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C155A48-3881-F727-7AAD-6C5541F570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138" y="7796211"/>
            <a:ext cx="438869" cy="23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280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04AFD9-DCC6-C342-C772-4DD737B01320}"/>
              </a:ext>
            </a:extLst>
          </p:cNvPr>
          <p:cNvSpPr/>
          <p:nvPr userDrawn="1"/>
        </p:nvSpPr>
        <p:spPr>
          <a:xfrm>
            <a:off x="13454366" y="7358671"/>
            <a:ext cx="1176034" cy="870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D1C971-4EEF-591C-15FF-C4CE8AC80259}"/>
              </a:ext>
            </a:extLst>
          </p:cNvPr>
          <p:cNvSpPr/>
          <p:nvPr userDrawn="1"/>
        </p:nvSpPr>
        <p:spPr>
          <a:xfrm>
            <a:off x="0" y="0"/>
            <a:ext cx="7081521" cy="8229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160">
              <a:solidFill>
                <a:schemeClr val="bg1"/>
              </a:solidFill>
            </a:endParaRPr>
          </a:p>
        </p:txBody>
      </p:sp>
      <p:sp>
        <p:nvSpPr>
          <p:cNvPr id="10" name="Slide Number Placeholder 13">
            <a:extLst>
              <a:ext uri="{FF2B5EF4-FFF2-40B4-BE49-F238E27FC236}">
                <a16:creationId xmlns:a16="http://schemas.microsoft.com/office/drawing/2014/main" id="{1EE0127B-07F0-4F53-9948-EF78A26AF8C1}"/>
              </a:ext>
            </a:extLst>
          </p:cNvPr>
          <p:cNvSpPr txBox="1">
            <a:spLocks/>
          </p:cNvSpPr>
          <p:nvPr userDrawn="1"/>
        </p:nvSpPr>
        <p:spPr>
          <a:xfrm>
            <a:off x="13714159" y="7694122"/>
            <a:ext cx="411512" cy="438150"/>
          </a:xfrm>
          <a:prstGeom prst="rect">
            <a:avLst/>
          </a:prstGeom>
        </p:spPr>
        <p:txBody>
          <a:bodyPr vert="horz" lIns="109699" tIns="54850" rIns="0" bIns="5485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chemeClr val="tx2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chemeClr val="tx2"/>
              </a:solidFill>
              <a:latin typeface="Montserrat" pitchFamily="2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2B34F9-8358-2FFD-6245-A29A00D02CF0}"/>
              </a:ext>
            </a:extLst>
          </p:cNvPr>
          <p:cNvSpPr txBox="1"/>
          <p:nvPr userDrawn="1"/>
        </p:nvSpPr>
        <p:spPr>
          <a:xfrm>
            <a:off x="12495334" y="7808256"/>
            <a:ext cx="1407648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698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A649FCA-2925-9EA6-53B0-47F1EA4841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138" y="7796211"/>
            <a:ext cx="438869" cy="233714"/>
          </a:xfrm>
          <a:prstGeom prst="rect">
            <a:avLst/>
          </a:prstGeom>
        </p:spPr>
      </p:pic>
      <p:sp>
        <p:nvSpPr>
          <p:cNvPr id="8" name="Title 3">
            <a:extLst>
              <a:ext uri="{FF2B5EF4-FFF2-40B4-BE49-F238E27FC236}">
                <a16:creationId xmlns:a16="http://schemas.microsoft.com/office/drawing/2014/main" id="{073A64C0-8181-4CB6-1736-A623C05EA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3241" y="643133"/>
            <a:ext cx="5241875" cy="6647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09658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4319" b="0" i="0" kern="1200" dirty="0">
                <a:solidFill>
                  <a:srgbClr val="F4F3F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46CBCA07-AB1A-5A40-AB3A-104998AA41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0141" y="2652428"/>
            <a:ext cx="5244975" cy="46098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880" b="0" i="0">
                <a:solidFill>
                  <a:srgbClr val="F4F3F0"/>
                </a:solidFill>
                <a:latin typeface="+mn-lt"/>
              </a:defRPr>
            </a:lvl1pPr>
            <a:lvl2pPr marL="54829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917409C7-3C48-D16B-16D2-D858175616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96848" y="643134"/>
            <a:ext cx="6140311" cy="661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880" b="0" i="0">
                <a:solidFill>
                  <a:schemeClr val="tx2"/>
                </a:solidFill>
                <a:latin typeface="+mn-lt"/>
              </a:defRPr>
            </a:lvl1pPr>
            <a:lvl2pPr marL="54829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marL="0" marR="0" lvl="0" indent="0" algn="l" defTabSz="1096586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6254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5_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04AFD9-DCC6-C342-C772-4DD737B01320}"/>
              </a:ext>
            </a:extLst>
          </p:cNvPr>
          <p:cNvSpPr/>
          <p:nvPr userDrawn="1"/>
        </p:nvSpPr>
        <p:spPr>
          <a:xfrm>
            <a:off x="13454366" y="7358671"/>
            <a:ext cx="1176034" cy="870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D1C971-4EEF-591C-15FF-C4CE8AC80259}"/>
              </a:ext>
            </a:extLst>
          </p:cNvPr>
          <p:cNvSpPr/>
          <p:nvPr userDrawn="1"/>
        </p:nvSpPr>
        <p:spPr>
          <a:xfrm>
            <a:off x="0" y="0"/>
            <a:ext cx="7081521" cy="822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160">
              <a:solidFill>
                <a:schemeClr val="bg1"/>
              </a:solidFill>
            </a:endParaRPr>
          </a:p>
        </p:txBody>
      </p:sp>
      <p:sp>
        <p:nvSpPr>
          <p:cNvPr id="10" name="Slide Number Placeholder 13">
            <a:extLst>
              <a:ext uri="{FF2B5EF4-FFF2-40B4-BE49-F238E27FC236}">
                <a16:creationId xmlns:a16="http://schemas.microsoft.com/office/drawing/2014/main" id="{1EE0127B-07F0-4F53-9948-EF78A26AF8C1}"/>
              </a:ext>
            </a:extLst>
          </p:cNvPr>
          <p:cNvSpPr txBox="1">
            <a:spLocks/>
          </p:cNvSpPr>
          <p:nvPr userDrawn="1"/>
        </p:nvSpPr>
        <p:spPr>
          <a:xfrm>
            <a:off x="13714159" y="7694122"/>
            <a:ext cx="411512" cy="438150"/>
          </a:xfrm>
          <a:prstGeom prst="rect">
            <a:avLst/>
          </a:prstGeom>
        </p:spPr>
        <p:txBody>
          <a:bodyPr vert="horz" lIns="109699" tIns="54850" rIns="0" bIns="5485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chemeClr val="tx2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chemeClr val="tx2"/>
              </a:solidFill>
              <a:latin typeface="Montserrat" pitchFamily="2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2B34F9-8358-2FFD-6245-A29A00D02CF0}"/>
              </a:ext>
            </a:extLst>
          </p:cNvPr>
          <p:cNvSpPr txBox="1"/>
          <p:nvPr userDrawn="1"/>
        </p:nvSpPr>
        <p:spPr>
          <a:xfrm>
            <a:off x="12495334" y="7808256"/>
            <a:ext cx="1407648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698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A649FCA-2925-9EA6-53B0-47F1EA4841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138" y="7796211"/>
            <a:ext cx="438869" cy="233714"/>
          </a:xfrm>
          <a:prstGeom prst="rect">
            <a:avLst/>
          </a:prstGeom>
        </p:spPr>
      </p:pic>
      <p:sp>
        <p:nvSpPr>
          <p:cNvPr id="8" name="Title 3">
            <a:extLst>
              <a:ext uri="{FF2B5EF4-FFF2-40B4-BE49-F238E27FC236}">
                <a16:creationId xmlns:a16="http://schemas.microsoft.com/office/drawing/2014/main" id="{073A64C0-8181-4CB6-1736-A623C05EA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3241" y="643133"/>
            <a:ext cx="5241875" cy="6647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09658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4319" b="0" i="0" kern="1200" dirty="0">
                <a:solidFill>
                  <a:srgbClr val="F4F3F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46CBCA07-AB1A-5A40-AB3A-104998AA41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0141" y="2652428"/>
            <a:ext cx="5244975" cy="46098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880" b="0" i="0">
                <a:solidFill>
                  <a:srgbClr val="F4F3F0"/>
                </a:solidFill>
                <a:latin typeface="+mn-lt"/>
              </a:defRPr>
            </a:lvl1pPr>
            <a:lvl2pPr marL="54829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917409C7-3C48-D16B-16D2-D858175616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96848" y="643134"/>
            <a:ext cx="6140311" cy="661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880" b="0" i="0">
                <a:solidFill>
                  <a:schemeClr val="tx2"/>
                </a:solidFill>
                <a:latin typeface="+mn-lt"/>
              </a:defRPr>
            </a:lvl1pPr>
            <a:lvl2pPr marL="54829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marL="0" marR="0" lvl="0" indent="0" algn="l" defTabSz="1096586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8861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6_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3A9580-AD46-6ABD-4EBA-1855354D254B}"/>
              </a:ext>
            </a:extLst>
          </p:cNvPr>
          <p:cNvSpPr/>
          <p:nvPr userDrawn="1"/>
        </p:nvSpPr>
        <p:spPr>
          <a:xfrm>
            <a:off x="13454366" y="7358671"/>
            <a:ext cx="1176034" cy="870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D1C971-4EEF-591C-15FF-C4CE8AC80259}"/>
              </a:ext>
            </a:extLst>
          </p:cNvPr>
          <p:cNvSpPr/>
          <p:nvPr userDrawn="1"/>
        </p:nvSpPr>
        <p:spPr>
          <a:xfrm>
            <a:off x="0" y="0"/>
            <a:ext cx="5686984" cy="822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160">
              <a:solidFill>
                <a:schemeClr val="bg1"/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FBA8B3D1-F495-06A8-8BC8-AB478298E0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140" y="643133"/>
            <a:ext cx="4779384" cy="6647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09658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4319" b="0" i="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1E1AB6-1328-F608-4EB4-1CF40A467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12621" y="643134"/>
            <a:ext cx="7824538" cy="661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880" b="0" i="0">
                <a:solidFill>
                  <a:schemeClr val="tx2"/>
                </a:solidFill>
                <a:latin typeface="+mn-lt"/>
              </a:defRPr>
            </a:lvl1pPr>
            <a:lvl2pPr marL="54829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marL="0" marR="0" lvl="0" indent="0" algn="l" defTabSz="1096586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en-IN"/>
          </a:p>
        </p:txBody>
      </p:sp>
      <p:sp>
        <p:nvSpPr>
          <p:cNvPr id="10" name="Slide Number Placeholder 13">
            <a:extLst>
              <a:ext uri="{FF2B5EF4-FFF2-40B4-BE49-F238E27FC236}">
                <a16:creationId xmlns:a16="http://schemas.microsoft.com/office/drawing/2014/main" id="{4D6F097A-81A0-214F-AEEC-EAA6F64BCEC1}"/>
              </a:ext>
            </a:extLst>
          </p:cNvPr>
          <p:cNvSpPr txBox="1">
            <a:spLocks/>
          </p:cNvSpPr>
          <p:nvPr userDrawn="1"/>
        </p:nvSpPr>
        <p:spPr>
          <a:xfrm>
            <a:off x="13714159" y="7694122"/>
            <a:ext cx="411512" cy="438150"/>
          </a:xfrm>
          <a:prstGeom prst="rect">
            <a:avLst/>
          </a:prstGeom>
        </p:spPr>
        <p:txBody>
          <a:bodyPr vert="horz" lIns="109699" tIns="54850" rIns="0" bIns="5485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chemeClr val="tx2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chemeClr val="tx2"/>
              </a:solidFill>
              <a:latin typeface="Montserrat" pitchFamily="2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EECD24-80F8-4DCF-15B4-71F0DD56B15C}"/>
              </a:ext>
            </a:extLst>
          </p:cNvPr>
          <p:cNvSpPr txBox="1"/>
          <p:nvPr userDrawn="1"/>
        </p:nvSpPr>
        <p:spPr>
          <a:xfrm>
            <a:off x="12495334" y="7808256"/>
            <a:ext cx="1407648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698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457594D-D0AE-0789-5EF6-A9901C89AF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5318" t="-13495" r="488" b="677"/>
          <a:stretch/>
        </p:blipFill>
        <p:spPr>
          <a:xfrm flipV="1">
            <a:off x="-1" y="2852928"/>
            <a:ext cx="5161770" cy="537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910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9_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3A9580-AD46-6ABD-4EBA-1855354D254B}"/>
              </a:ext>
            </a:extLst>
          </p:cNvPr>
          <p:cNvSpPr/>
          <p:nvPr userDrawn="1"/>
        </p:nvSpPr>
        <p:spPr>
          <a:xfrm>
            <a:off x="13454366" y="7358671"/>
            <a:ext cx="1176034" cy="870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D1C971-4EEF-591C-15FF-C4CE8AC80259}"/>
              </a:ext>
            </a:extLst>
          </p:cNvPr>
          <p:cNvSpPr/>
          <p:nvPr userDrawn="1"/>
        </p:nvSpPr>
        <p:spPr>
          <a:xfrm>
            <a:off x="0" y="0"/>
            <a:ext cx="5686984" cy="822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160">
              <a:solidFill>
                <a:schemeClr val="bg1"/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FBA8B3D1-F495-06A8-8BC8-AB478298E0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140" y="643133"/>
            <a:ext cx="4779384" cy="6647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09658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4319" b="0" i="0" kern="1200" dirty="0">
                <a:solidFill>
                  <a:srgbClr val="00EDED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1E1AB6-1328-F608-4EB4-1CF40A467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12621" y="643134"/>
            <a:ext cx="7824538" cy="661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880" b="0" i="0">
                <a:solidFill>
                  <a:schemeClr val="tx2"/>
                </a:solidFill>
                <a:latin typeface="+mn-lt"/>
              </a:defRPr>
            </a:lvl1pPr>
            <a:lvl2pPr marL="54829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marL="0" marR="0" lvl="0" indent="0" algn="l" defTabSz="1096586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en-IN"/>
          </a:p>
        </p:txBody>
      </p:sp>
      <p:sp>
        <p:nvSpPr>
          <p:cNvPr id="10" name="Slide Number Placeholder 13">
            <a:extLst>
              <a:ext uri="{FF2B5EF4-FFF2-40B4-BE49-F238E27FC236}">
                <a16:creationId xmlns:a16="http://schemas.microsoft.com/office/drawing/2014/main" id="{4D6F097A-81A0-214F-AEEC-EAA6F64BCEC1}"/>
              </a:ext>
            </a:extLst>
          </p:cNvPr>
          <p:cNvSpPr txBox="1">
            <a:spLocks/>
          </p:cNvSpPr>
          <p:nvPr userDrawn="1"/>
        </p:nvSpPr>
        <p:spPr>
          <a:xfrm>
            <a:off x="13714159" y="7694122"/>
            <a:ext cx="411512" cy="438150"/>
          </a:xfrm>
          <a:prstGeom prst="rect">
            <a:avLst/>
          </a:prstGeom>
        </p:spPr>
        <p:txBody>
          <a:bodyPr vert="horz" lIns="109699" tIns="54850" rIns="0" bIns="5485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chemeClr val="tx2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chemeClr val="tx2"/>
              </a:solidFill>
              <a:latin typeface="Montserrat" pitchFamily="2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EECD24-80F8-4DCF-15B4-71F0DD56B15C}"/>
              </a:ext>
            </a:extLst>
          </p:cNvPr>
          <p:cNvSpPr txBox="1"/>
          <p:nvPr userDrawn="1"/>
        </p:nvSpPr>
        <p:spPr>
          <a:xfrm>
            <a:off x="12495334" y="7808256"/>
            <a:ext cx="1407648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698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3872BEF-0E86-6EB3-76CB-07BF9FCAA1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5318" t="-13495" r="488" b="677"/>
          <a:stretch/>
        </p:blipFill>
        <p:spPr>
          <a:xfrm flipV="1">
            <a:off x="-1" y="2852928"/>
            <a:ext cx="5161770" cy="537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6361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0_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3A9580-AD46-6ABD-4EBA-1855354D254B}"/>
              </a:ext>
            </a:extLst>
          </p:cNvPr>
          <p:cNvSpPr/>
          <p:nvPr userDrawn="1"/>
        </p:nvSpPr>
        <p:spPr>
          <a:xfrm>
            <a:off x="13454366" y="7358671"/>
            <a:ext cx="1176034" cy="870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D1C971-4EEF-591C-15FF-C4CE8AC80259}"/>
              </a:ext>
            </a:extLst>
          </p:cNvPr>
          <p:cNvSpPr/>
          <p:nvPr userDrawn="1"/>
        </p:nvSpPr>
        <p:spPr>
          <a:xfrm>
            <a:off x="0" y="0"/>
            <a:ext cx="5686984" cy="822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160">
              <a:solidFill>
                <a:schemeClr val="bg1"/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FBA8B3D1-F495-06A8-8BC8-AB478298E0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140" y="643133"/>
            <a:ext cx="4779384" cy="6647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09658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4319" b="0" i="0" kern="1200" dirty="0">
                <a:solidFill>
                  <a:srgbClr val="00EDED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1E1AB6-1328-F608-4EB4-1CF40A467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12621" y="643134"/>
            <a:ext cx="7824538" cy="66182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880" b="0" i="0">
                <a:solidFill>
                  <a:schemeClr val="tx2"/>
                </a:solidFill>
                <a:latin typeface="+mn-lt"/>
              </a:defRPr>
            </a:lvl1pPr>
            <a:lvl2pPr marL="54829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marL="0" marR="0" lvl="0" indent="0" algn="l" defTabSz="1096586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en-IN"/>
          </a:p>
        </p:txBody>
      </p:sp>
      <p:sp>
        <p:nvSpPr>
          <p:cNvPr id="10" name="Slide Number Placeholder 13">
            <a:extLst>
              <a:ext uri="{FF2B5EF4-FFF2-40B4-BE49-F238E27FC236}">
                <a16:creationId xmlns:a16="http://schemas.microsoft.com/office/drawing/2014/main" id="{4D6F097A-81A0-214F-AEEC-EAA6F64BCEC1}"/>
              </a:ext>
            </a:extLst>
          </p:cNvPr>
          <p:cNvSpPr txBox="1">
            <a:spLocks/>
          </p:cNvSpPr>
          <p:nvPr userDrawn="1"/>
        </p:nvSpPr>
        <p:spPr>
          <a:xfrm>
            <a:off x="13714159" y="7694122"/>
            <a:ext cx="411512" cy="438150"/>
          </a:xfrm>
          <a:prstGeom prst="rect">
            <a:avLst/>
          </a:prstGeom>
        </p:spPr>
        <p:txBody>
          <a:bodyPr vert="horz" lIns="109699" tIns="54850" rIns="0" bIns="5485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chemeClr val="tx2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chemeClr val="tx2"/>
              </a:solidFill>
              <a:latin typeface="Montserrat" pitchFamily="2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EECD24-80F8-4DCF-15B4-71F0DD56B15C}"/>
              </a:ext>
            </a:extLst>
          </p:cNvPr>
          <p:cNvSpPr txBox="1"/>
          <p:nvPr userDrawn="1"/>
        </p:nvSpPr>
        <p:spPr>
          <a:xfrm>
            <a:off x="12495334" y="7808256"/>
            <a:ext cx="1407648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698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E744D56-A27B-9A75-A311-8417919185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5318" t="-13495" r="488" b="677"/>
          <a:stretch/>
        </p:blipFill>
        <p:spPr>
          <a:xfrm flipV="1">
            <a:off x="-1" y="2852928"/>
            <a:ext cx="5161770" cy="537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0361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0_Blank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F63E89E-77A2-EAAF-8A92-81D2CC9895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1004164" y="374444"/>
            <a:ext cx="12622073" cy="7480720"/>
          </a:xfrm>
          <a:prstGeom prst="rect">
            <a:avLst/>
          </a:prstGeom>
        </p:spPr>
      </p:pic>
      <p:sp>
        <p:nvSpPr>
          <p:cNvPr id="12" name="Slide Number Placeholder 13">
            <a:extLst>
              <a:ext uri="{FF2B5EF4-FFF2-40B4-BE49-F238E27FC236}">
                <a16:creationId xmlns:a16="http://schemas.microsoft.com/office/drawing/2014/main" id="{C68CB7A0-4AF5-282B-B634-D3FCF8E10152}"/>
              </a:ext>
            </a:extLst>
          </p:cNvPr>
          <p:cNvSpPr txBox="1">
            <a:spLocks/>
          </p:cNvSpPr>
          <p:nvPr userDrawn="1"/>
        </p:nvSpPr>
        <p:spPr>
          <a:xfrm>
            <a:off x="13714159" y="7694122"/>
            <a:ext cx="411512" cy="438150"/>
          </a:xfrm>
          <a:prstGeom prst="rect">
            <a:avLst/>
          </a:prstGeom>
        </p:spPr>
        <p:txBody>
          <a:bodyPr vert="horz" lIns="109699" tIns="54850" rIns="0" bIns="5485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chemeClr val="bg2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chemeClr val="bg2"/>
              </a:solidFill>
              <a:latin typeface="Montserrat" pitchFamily="2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E477CF-3776-EA59-C763-CA62E8EF9C17}"/>
              </a:ext>
            </a:extLst>
          </p:cNvPr>
          <p:cNvSpPr txBox="1"/>
          <p:nvPr userDrawn="1"/>
        </p:nvSpPr>
        <p:spPr>
          <a:xfrm>
            <a:off x="12495334" y="7808256"/>
            <a:ext cx="1407648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698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180548EB-D89C-2304-090C-D59B43E656F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21000" y="2174136"/>
            <a:ext cx="986900" cy="987029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DBEC13E4-D7F9-FAFE-CCD1-D4E006A206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901995" y="5810291"/>
            <a:ext cx="3474481" cy="35775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r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1" i="0">
                <a:solidFill>
                  <a:srgbClr val="003059"/>
                </a:solidFill>
                <a:latin typeface="Montserrat" pitchFamily="2" charset="77"/>
              </a:defRPr>
            </a:lvl1pPr>
            <a:lvl2pPr marL="54829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- Click to Add Name</a:t>
            </a:r>
            <a:endParaRPr lang="en-IN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EB33F29-1057-CCF5-5084-7A29B795E0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59493" y="3449655"/>
            <a:ext cx="10316981" cy="207986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3359" b="0" i="0">
                <a:solidFill>
                  <a:srgbClr val="003059"/>
                </a:solidFill>
                <a:latin typeface="+mn-lt"/>
              </a:defRPr>
            </a:lvl1pPr>
            <a:lvl2pPr marL="54829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28BD3A7-5061-194D-6A1D-08057C1B86F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7166" y="7796211"/>
            <a:ext cx="438927" cy="23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739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0_Blank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F63E89E-77A2-EAAF-8A92-81D2CC9895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1004164" y="374441"/>
            <a:ext cx="12622073" cy="7480720"/>
          </a:xfrm>
          <a:prstGeom prst="rect">
            <a:avLst/>
          </a:prstGeom>
        </p:spPr>
      </p:pic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D8C632EA-3AD9-2603-9AED-7C97CBADC523}"/>
              </a:ext>
            </a:extLst>
          </p:cNvPr>
          <p:cNvSpPr txBox="1">
            <a:spLocks/>
          </p:cNvSpPr>
          <p:nvPr userDrawn="1"/>
        </p:nvSpPr>
        <p:spPr>
          <a:xfrm>
            <a:off x="13715945" y="7694121"/>
            <a:ext cx="411566" cy="438150"/>
          </a:xfrm>
          <a:prstGeom prst="rect">
            <a:avLst/>
          </a:prstGeom>
        </p:spPr>
        <p:txBody>
          <a:bodyPr vert="horz" lIns="109714" tIns="54857" rIns="0" bIns="54857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rgbClr val="00EDED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rgbClr val="00EDED"/>
              </a:solidFill>
              <a:latin typeface="Montserrat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3D2512-3FD7-EF22-735E-E65508912CF7}"/>
              </a:ext>
            </a:extLst>
          </p:cNvPr>
          <p:cNvSpPr txBox="1"/>
          <p:nvPr userDrawn="1"/>
        </p:nvSpPr>
        <p:spPr>
          <a:xfrm>
            <a:off x="12496961" y="7808255"/>
            <a:ext cx="1407832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7097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rgbClr val="00EDED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180548EB-D89C-2304-090C-D59B43E656F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21000" y="2174136"/>
            <a:ext cx="986900" cy="987029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5193A17-F8C5-D146-3A5A-5E485B9ED4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901995" y="5810291"/>
            <a:ext cx="3474481" cy="35775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r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1" i="0">
                <a:solidFill>
                  <a:srgbClr val="00EDED"/>
                </a:solidFill>
                <a:latin typeface="Montserrat" pitchFamily="2" charset="77"/>
              </a:defRPr>
            </a:lvl1pPr>
            <a:lvl2pPr marL="54829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- Click to Add Name</a:t>
            </a:r>
            <a:endParaRPr lang="en-IN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E603B27-C0EE-8449-B50B-96312C6470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59493" y="3449655"/>
            <a:ext cx="10316981" cy="207986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3359" b="0" i="0">
                <a:solidFill>
                  <a:srgbClr val="00EDED"/>
                </a:solidFill>
                <a:latin typeface="+mn-lt"/>
              </a:defRPr>
            </a:lvl1pPr>
            <a:lvl2pPr marL="54829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61D8CD9A-9672-B87A-D132-8EFA6A2426C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7166" y="7796211"/>
            <a:ext cx="438927" cy="23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547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1_Blank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F63E89E-77A2-EAAF-8A92-81D2CC9895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1004164" y="374444"/>
            <a:ext cx="12622073" cy="748072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180548EB-D89C-2304-090C-D59B43E656F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21000" y="2174136"/>
            <a:ext cx="986900" cy="987029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4C1257D1-8739-D5FA-206E-DED8DBB05C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901995" y="5810291"/>
            <a:ext cx="3474481" cy="35775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r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1" i="0">
                <a:solidFill>
                  <a:schemeClr val="tx1"/>
                </a:solidFill>
                <a:latin typeface="Montserrat" pitchFamily="2" charset="77"/>
              </a:defRPr>
            </a:lvl1pPr>
            <a:lvl2pPr marL="54829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- Click to Add Name</a:t>
            </a:r>
            <a:endParaRPr lang="en-IN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FEE2BC6C-4C59-D012-A713-3AE20B34D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59493" y="3449655"/>
            <a:ext cx="10316981" cy="207986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3359" b="0" i="0">
                <a:solidFill>
                  <a:schemeClr val="tx1"/>
                </a:solidFill>
                <a:latin typeface="+mn-lt"/>
              </a:defRPr>
            </a:lvl1pPr>
            <a:lvl2pPr marL="54829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7E90A6B1-8A15-0EC2-2BC3-503EC458FA91}"/>
              </a:ext>
            </a:extLst>
          </p:cNvPr>
          <p:cNvSpPr txBox="1">
            <a:spLocks/>
          </p:cNvSpPr>
          <p:nvPr userDrawn="1"/>
        </p:nvSpPr>
        <p:spPr>
          <a:xfrm>
            <a:off x="13715945" y="7694121"/>
            <a:ext cx="411566" cy="438150"/>
          </a:xfrm>
          <a:prstGeom prst="rect">
            <a:avLst/>
          </a:prstGeom>
        </p:spPr>
        <p:txBody>
          <a:bodyPr vert="horz" lIns="109714" tIns="54857" rIns="0" bIns="54857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chemeClr val="tx1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F8C5CB-B15F-2528-A16C-4EB8A42C5D39}"/>
              </a:ext>
            </a:extLst>
          </p:cNvPr>
          <p:cNvSpPr txBox="1"/>
          <p:nvPr userDrawn="1"/>
        </p:nvSpPr>
        <p:spPr>
          <a:xfrm>
            <a:off x="12496961" y="7808255"/>
            <a:ext cx="1407832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7097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B06B372-A6BF-E435-375F-18314CD4E62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7166" y="7796211"/>
            <a:ext cx="438927" cy="23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834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1_Blank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DFD6C4B-BCE0-A2EB-6894-FC573EFF53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054"/>
          <a:stretch>
            <a:fillRect/>
          </a:stretch>
        </p:blipFill>
        <p:spPr>
          <a:xfrm rot="13554979">
            <a:off x="11448514" y="5428993"/>
            <a:ext cx="3635138" cy="3188827"/>
          </a:xfrm>
          <a:custGeom>
            <a:avLst/>
            <a:gdLst>
              <a:gd name="connsiteX0" fmla="*/ 3029282 w 3029282"/>
              <a:gd name="connsiteY0" fmla="*/ 2657702 h 2657702"/>
              <a:gd name="connsiteX1" fmla="*/ 1253408 w 3029282"/>
              <a:gd name="connsiteY1" fmla="*/ 2657702 h 2657702"/>
              <a:gd name="connsiteX2" fmla="*/ 0 w 3029282"/>
              <a:gd name="connsiteY2" fmla="*/ 1443758 h 2657702"/>
              <a:gd name="connsiteX3" fmla="*/ 1398302 w 3029282"/>
              <a:gd name="connsiteY3" fmla="*/ 0 h 2657702"/>
              <a:gd name="connsiteX4" fmla="*/ 2824216 w 3029282"/>
              <a:gd name="connsiteY4" fmla="*/ 1 h 2657702"/>
              <a:gd name="connsiteX5" fmla="*/ 3029282 w 3029282"/>
              <a:gd name="connsiteY5" fmla="*/ 198610 h 2657702"/>
              <a:gd name="connsiteX6" fmla="*/ 3029282 w 3029282"/>
              <a:gd name="connsiteY6" fmla="*/ 2657702 h 2657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29282" h="2657702">
                <a:moveTo>
                  <a:pt x="3029282" y="2657702"/>
                </a:moveTo>
                <a:lnTo>
                  <a:pt x="1253408" y="2657702"/>
                </a:lnTo>
                <a:lnTo>
                  <a:pt x="0" y="1443758"/>
                </a:lnTo>
                <a:lnTo>
                  <a:pt x="1398302" y="0"/>
                </a:lnTo>
                <a:lnTo>
                  <a:pt x="2824216" y="1"/>
                </a:lnTo>
                <a:lnTo>
                  <a:pt x="3029282" y="198610"/>
                </a:lnTo>
                <a:lnTo>
                  <a:pt x="3029282" y="2657702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A565561-DF9E-B5F9-E607-D1B69768251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74226" y="1485846"/>
            <a:ext cx="986900" cy="987029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F1253A1-7AC5-EAC3-B952-20C217BE96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07934" y="2858080"/>
            <a:ext cx="5668542" cy="257849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880" b="0" i="0">
                <a:solidFill>
                  <a:schemeClr val="bg2"/>
                </a:solidFill>
                <a:latin typeface="+mn-lt"/>
              </a:defRPr>
            </a:lvl1pPr>
            <a:lvl2pPr marL="54829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BC84313-5797-D465-5BD4-87AB4B0A36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07932" y="5737816"/>
            <a:ext cx="5668540" cy="35775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1" i="0">
                <a:solidFill>
                  <a:schemeClr val="bg2"/>
                </a:solidFill>
                <a:latin typeface="Montserrat" pitchFamily="2" charset="77"/>
              </a:defRPr>
            </a:lvl1pPr>
            <a:lvl2pPr marL="54829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- Click to Add Name</a:t>
            </a:r>
            <a:endParaRPr lang="en-IN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5F879334-3A3E-914A-DED8-B5F5976B9CF7}"/>
              </a:ext>
            </a:extLst>
          </p:cNvPr>
          <p:cNvSpPr txBox="1">
            <a:spLocks/>
          </p:cNvSpPr>
          <p:nvPr userDrawn="1"/>
        </p:nvSpPr>
        <p:spPr>
          <a:xfrm>
            <a:off x="13715945" y="7694121"/>
            <a:ext cx="411566" cy="438150"/>
          </a:xfrm>
          <a:prstGeom prst="rect">
            <a:avLst/>
          </a:prstGeom>
        </p:spPr>
        <p:txBody>
          <a:bodyPr vert="horz" lIns="109714" tIns="54857" rIns="0" bIns="54857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rgbClr val="003059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rgbClr val="003059"/>
              </a:solidFill>
              <a:latin typeface="Montserrat" pitchFamily="2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F1F3C5-C878-D257-4A60-F2415EC4C3A8}"/>
              </a:ext>
            </a:extLst>
          </p:cNvPr>
          <p:cNvSpPr txBox="1"/>
          <p:nvPr userDrawn="1"/>
        </p:nvSpPr>
        <p:spPr>
          <a:xfrm>
            <a:off x="12496961" y="7808255"/>
            <a:ext cx="1407832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7097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rgbClr val="003059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A66948-0CD6-7C1A-9B66-4445E457980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r="18333"/>
          <a:stretch/>
        </p:blipFill>
        <p:spPr>
          <a:xfrm>
            <a:off x="152613" y="202407"/>
            <a:ext cx="5970041" cy="7824787"/>
          </a:xfrm>
          <a:prstGeom prst="rect">
            <a:avLst/>
          </a:prstGeom>
        </p:spPr>
      </p:pic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D584CB52-6D12-83A0-41EA-7151707A473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152614" y="202407"/>
            <a:ext cx="5970041" cy="7824787"/>
          </a:xfrm>
          <a:solidFill>
            <a:srgbClr val="F4F3F0">
              <a:alpha val="68000"/>
            </a:srgbClr>
          </a:solidFill>
        </p:spPr>
        <p:txBody>
          <a:bodyPr/>
          <a:lstStyle>
            <a:lvl1pPr marL="0" indent="0">
              <a:buNone/>
              <a:defRPr b="0" cap="none" spc="0">
                <a:ln w="0"/>
                <a:solidFill>
                  <a:schemeClr val="bg2"/>
                </a:solidFill>
                <a:effectLst/>
                <a:latin typeface="+mn-lt"/>
              </a:defRPr>
            </a:lvl1pPr>
          </a:lstStyle>
          <a:p>
            <a:pPr marL="0" marR="0" lvl="0" indent="0" algn="l" defTabSz="109709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>
                <a:solidFill>
                  <a:srgbClr val="003059"/>
                </a:solidFill>
                <a:latin typeface="Montserrat" pitchFamily="2" charset="77"/>
              </a:rPr>
              <a:t>Click Icon to Change Image</a:t>
            </a:r>
          </a:p>
        </p:txBody>
      </p:sp>
    </p:spTree>
    <p:extLst>
      <p:ext uri="{BB962C8B-B14F-4D97-AF65-F5344CB8AC3E}">
        <p14:creationId xmlns:p14="http://schemas.microsoft.com/office/powerpoint/2010/main" val="33654453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3_Blank Layout">
    <p:bg>
      <p:bgPr>
        <a:solidFill>
          <a:srgbClr val="0030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689B5DE-AF3A-EBC0-5F6E-93B4CDD0F5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054"/>
          <a:stretch>
            <a:fillRect/>
          </a:stretch>
        </p:blipFill>
        <p:spPr>
          <a:xfrm rot="13554979">
            <a:off x="11448514" y="5428993"/>
            <a:ext cx="3635138" cy="3188827"/>
          </a:xfrm>
          <a:custGeom>
            <a:avLst/>
            <a:gdLst>
              <a:gd name="connsiteX0" fmla="*/ 3029282 w 3029282"/>
              <a:gd name="connsiteY0" fmla="*/ 2657702 h 2657702"/>
              <a:gd name="connsiteX1" fmla="*/ 1253408 w 3029282"/>
              <a:gd name="connsiteY1" fmla="*/ 2657702 h 2657702"/>
              <a:gd name="connsiteX2" fmla="*/ 0 w 3029282"/>
              <a:gd name="connsiteY2" fmla="*/ 1443758 h 2657702"/>
              <a:gd name="connsiteX3" fmla="*/ 1398302 w 3029282"/>
              <a:gd name="connsiteY3" fmla="*/ 0 h 2657702"/>
              <a:gd name="connsiteX4" fmla="*/ 2824216 w 3029282"/>
              <a:gd name="connsiteY4" fmla="*/ 1 h 2657702"/>
              <a:gd name="connsiteX5" fmla="*/ 3029282 w 3029282"/>
              <a:gd name="connsiteY5" fmla="*/ 198610 h 2657702"/>
              <a:gd name="connsiteX6" fmla="*/ 3029282 w 3029282"/>
              <a:gd name="connsiteY6" fmla="*/ 2657702 h 2657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29282" h="2657702">
                <a:moveTo>
                  <a:pt x="3029282" y="2657702"/>
                </a:moveTo>
                <a:lnTo>
                  <a:pt x="1253408" y="2657702"/>
                </a:lnTo>
                <a:lnTo>
                  <a:pt x="0" y="1443758"/>
                </a:lnTo>
                <a:lnTo>
                  <a:pt x="1398302" y="0"/>
                </a:lnTo>
                <a:lnTo>
                  <a:pt x="2824216" y="1"/>
                </a:lnTo>
                <a:lnTo>
                  <a:pt x="3029282" y="198610"/>
                </a:lnTo>
                <a:lnTo>
                  <a:pt x="3029282" y="2657702"/>
                </a:lnTo>
                <a:close/>
              </a:path>
            </a:pathLst>
          </a:cu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D86289-0FED-37C1-A8CE-E9FA5873CDA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18333"/>
          <a:stretch/>
        </p:blipFill>
        <p:spPr>
          <a:xfrm>
            <a:off x="152613" y="202407"/>
            <a:ext cx="5970041" cy="7824787"/>
          </a:xfrm>
          <a:prstGeom prst="rect">
            <a:avLst/>
          </a:prstGeom>
        </p:spPr>
      </p:pic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D4E98118-7927-0C93-15A5-409606D9BAC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152614" y="202407"/>
            <a:ext cx="5970041" cy="7824787"/>
          </a:xfrm>
          <a:solidFill>
            <a:schemeClr val="accent1">
              <a:lumMod val="90000"/>
              <a:lumOff val="10000"/>
              <a:alpha val="48833"/>
            </a:schemeClr>
          </a:solidFill>
        </p:spPr>
        <p:txBody>
          <a:bodyPr/>
          <a:lstStyle>
            <a:lvl1pPr marL="0" indent="0">
              <a:buNone/>
              <a:defRPr b="0" cap="none" spc="0">
                <a:ln w="0"/>
                <a:solidFill>
                  <a:schemeClr val="accent2"/>
                </a:solidFill>
                <a:effectLst/>
                <a:latin typeface="+mn-lt"/>
              </a:defRPr>
            </a:lvl1pPr>
          </a:lstStyle>
          <a:p>
            <a:pPr marL="0" marR="0" lvl="0" indent="0" algn="l" defTabSz="109709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>
                <a:solidFill>
                  <a:srgbClr val="003059"/>
                </a:solidFill>
                <a:latin typeface="Montserrat" pitchFamily="2" charset="77"/>
              </a:rPr>
              <a:t>Click Icon to Change Image</a:t>
            </a:r>
            <a:endParaRPr lang="en-US"/>
          </a:p>
          <a:p>
            <a:endParaRPr lang="en-US">
              <a:solidFill>
                <a:srgbClr val="003059"/>
              </a:solidFill>
              <a:latin typeface="Montserrat" pitchFamily="2" charset="77"/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B3229B87-B763-2DE8-C69C-D311B4A109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07934" y="2858080"/>
            <a:ext cx="5668542" cy="257849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880" b="0" i="0">
                <a:solidFill>
                  <a:schemeClr val="tx1"/>
                </a:solidFill>
                <a:latin typeface="+mn-lt"/>
              </a:defRPr>
            </a:lvl1pPr>
            <a:lvl2pPr marL="54829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085A0B6-AA25-4697-6A36-1737AB8D676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095" y="1485846"/>
            <a:ext cx="987029" cy="987029"/>
          </a:xfrm>
          <a:prstGeom prst="rect">
            <a:avLst/>
          </a:prstGeom>
        </p:spPr>
      </p:pic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C9ABB122-33F4-9175-34B8-B981AF988F33}"/>
              </a:ext>
            </a:extLst>
          </p:cNvPr>
          <p:cNvSpPr txBox="1">
            <a:spLocks/>
          </p:cNvSpPr>
          <p:nvPr userDrawn="1"/>
        </p:nvSpPr>
        <p:spPr>
          <a:xfrm>
            <a:off x="13715945" y="7694121"/>
            <a:ext cx="411566" cy="438150"/>
          </a:xfrm>
          <a:prstGeom prst="rect">
            <a:avLst/>
          </a:prstGeom>
        </p:spPr>
        <p:txBody>
          <a:bodyPr vert="horz" lIns="109714" tIns="54857" rIns="0" bIns="54857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rgbClr val="00EDED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rgbClr val="00EDED"/>
              </a:solidFill>
              <a:latin typeface="Montserrat" pitchFamily="2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0459AF-ADF7-2458-D605-03437BAF06AD}"/>
              </a:ext>
            </a:extLst>
          </p:cNvPr>
          <p:cNvSpPr txBox="1"/>
          <p:nvPr userDrawn="1"/>
        </p:nvSpPr>
        <p:spPr>
          <a:xfrm>
            <a:off x="12496961" y="7808255"/>
            <a:ext cx="1407832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7097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rgbClr val="00EDED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290CAC6-2370-B471-1A17-759694F73F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07932" y="5737816"/>
            <a:ext cx="5668540" cy="35775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1" i="0">
                <a:solidFill>
                  <a:schemeClr val="tx1"/>
                </a:solidFill>
                <a:latin typeface="Montserrat" pitchFamily="2" charset="77"/>
              </a:defRPr>
            </a:lvl1pPr>
            <a:lvl2pPr marL="54829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- Click to Add Name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2822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Blank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60A61C2-14C6-EBDA-4ADE-3B289DE652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054"/>
          <a:stretch>
            <a:fillRect/>
          </a:stretch>
        </p:blipFill>
        <p:spPr>
          <a:xfrm rot="13554979">
            <a:off x="11448514" y="5428993"/>
            <a:ext cx="3635138" cy="3188827"/>
          </a:xfrm>
          <a:custGeom>
            <a:avLst/>
            <a:gdLst>
              <a:gd name="connsiteX0" fmla="*/ 3029282 w 3029282"/>
              <a:gd name="connsiteY0" fmla="*/ 2657702 h 2657702"/>
              <a:gd name="connsiteX1" fmla="*/ 1253408 w 3029282"/>
              <a:gd name="connsiteY1" fmla="*/ 2657702 h 2657702"/>
              <a:gd name="connsiteX2" fmla="*/ 0 w 3029282"/>
              <a:gd name="connsiteY2" fmla="*/ 1443758 h 2657702"/>
              <a:gd name="connsiteX3" fmla="*/ 1398302 w 3029282"/>
              <a:gd name="connsiteY3" fmla="*/ 0 h 2657702"/>
              <a:gd name="connsiteX4" fmla="*/ 2824216 w 3029282"/>
              <a:gd name="connsiteY4" fmla="*/ 1 h 2657702"/>
              <a:gd name="connsiteX5" fmla="*/ 3029282 w 3029282"/>
              <a:gd name="connsiteY5" fmla="*/ 198610 h 2657702"/>
              <a:gd name="connsiteX6" fmla="*/ 3029282 w 3029282"/>
              <a:gd name="connsiteY6" fmla="*/ 2657702 h 2657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29282" h="2657702">
                <a:moveTo>
                  <a:pt x="3029282" y="2657702"/>
                </a:moveTo>
                <a:lnTo>
                  <a:pt x="1253408" y="2657702"/>
                </a:lnTo>
                <a:lnTo>
                  <a:pt x="0" y="1443758"/>
                </a:lnTo>
                <a:lnTo>
                  <a:pt x="1398302" y="0"/>
                </a:lnTo>
                <a:lnTo>
                  <a:pt x="2824216" y="1"/>
                </a:lnTo>
                <a:lnTo>
                  <a:pt x="3029282" y="198610"/>
                </a:lnTo>
                <a:lnTo>
                  <a:pt x="3029282" y="2657702"/>
                </a:lnTo>
                <a:close/>
              </a:path>
            </a:pathLst>
          </a:cu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40D53D-116C-B30B-B10B-BEB28E2C5DA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18333"/>
          <a:stretch/>
        </p:blipFill>
        <p:spPr>
          <a:xfrm>
            <a:off x="152613" y="202407"/>
            <a:ext cx="5970041" cy="7824787"/>
          </a:xfrm>
          <a:prstGeom prst="rect">
            <a:avLst/>
          </a:prstGeom>
        </p:spPr>
      </p:pic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E8B37993-590E-87B7-B967-09E6C50AD834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152614" y="202407"/>
            <a:ext cx="5970041" cy="7824787"/>
          </a:xfrm>
          <a:solidFill>
            <a:srgbClr val="314550">
              <a:alpha val="48833"/>
            </a:srgbClr>
          </a:solidFill>
        </p:spPr>
        <p:txBody>
          <a:bodyPr/>
          <a:lstStyle>
            <a:lvl1pPr marL="0" indent="0">
              <a:buNone/>
              <a:defRPr b="0" cap="none" spc="0">
                <a:ln w="0"/>
                <a:solidFill>
                  <a:srgbClr val="00EDED"/>
                </a:solidFill>
                <a:effectLst/>
                <a:latin typeface="+mn-lt"/>
              </a:defRPr>
            </a:lvl1pPr>
          </a:lstStyle>
          <a:p>
            <a:pPr marL="0" marR="0" lvl="0" indent="0" algn="l" defTabSz="1096586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>
                <a:solidFill>
                  <a:srgbClr val="003059"/>
                </a:solidFill>
                <a:latin typeface="Montserrat" pitchFamily="2" charset="77"/>
              </a:rPr>
              <a:t>Click Icon to Change Image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4F0480B-4D30-2578-4030-1B894858E9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07934" y="2858080"/>
            <a:ext cx="5668542" cy="257849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880" b="0" i="0">
                <a:solidFill>
                  <a:schemeClr val="tx1"/>
                </a:solidFill>
                <a:latin typeface="+mn-lt"/>
              </a:defRPr>
            </a:lvl1pPr>
            <a:lvl2pPr marL="54829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E91F0E4-BF97-D4BE-8D7C-DBD1327D827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095" y="1485846"/>
            <a:ext cx="987029" cy="987029"/>
          </a:xfrm>
          <a:prstGeom prst="rect">
            <a:avLst/>
          </a:prstGeom>
        </p:spPr>
      </p:pic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FC24D83C-651C-0EB5-F1DC-2F9D0B22A76C}"/>
              </a:ext>
            </a:extLst>
          </p:cNvPr>
          <p:cNvSpPr txBox="1">
            <a:spLocks/>
          </p:cNvSpPr>
          <p:nvPr userDrawn="1"/>
        </p:nvSpPr>
        <p:spPr>
          <a:xfrm>
            <a:off x="13715945" y="7694121"/>
            <a:ext cx="411566" cy="438150"/>
          </a:xfrm>
          <a:prstGeom prst="rect">
            <a:avLst/>
          </a:prstGeom>
        </p:spPr>
        <p:txBody>
          <a:bodyPr vert="horz" lIns="109714" tIns="54857" rIns="0" bIns="54857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rgbClr val="00EDED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rgbClr val="00EDED"/>
              </a:solidFill>
              <a:latin typeface="Montserra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C18925-8ED8-334D-5724-74AFF57FE1AC}"/>
              </a:ext>
            </a:extLst>
          </p:cNvPr>
          <p:cNvSpPr txBox="1"/>
          <p:nvPr userDrawn="1"/>
        </p:nvSpPr>
        <p:spPr>
          <a:xfrm>
            <a:off x="12496961" y="7808255"/>
            <a:ext cx="1407832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7097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rgbClr val="00EDED"/>
                </a:solidFill>
                <a:effectLst/>
                <a:uLnTx/>
                <a:uFillTx/>
                <a:latin typeface="Montserrat" pitchFamily="2" charset="77"/>
              </a:rPr>
              <a:t>Private and Confidential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2DF941B-E5FC-268E-96EF-0F1C66D632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07932" y="5737816"/>
            <a:ext cx="5668540" cy="35775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1" i="0">
                <a:solidFill>
                  <a:schemeClr val="tx1"/>
                </a:solidFill>
                <a:latin typeface="Montserrat" pitchFamily="2" charset="77"/>
              </a:defRPr>
            </a:lvl1pPr>
            <a:lvl2pPr marL="54829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400" b="0" i="0">
                <a:solidFill>
                  <a:schemeClr val="bg2"/>
                </a:solidFill>
                <a:latin typeface="Montserrat" pitchFamily="2" charset="77"/>
              </a:defRPr>
            </a:lvl2pPr>
            <a:lvl3pPr marL="1096602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2160" b="0" i="0">
                <a:solidFill>
                  <a:schemeClr val="bg2"/>
                </a:solidFill>
                <a:latin typeface="Montserrat" pitchFamily="2" charset="77"/>
              </a:defRPr>
            </a:lvl3pPr>
            <a:lvl4pPr marL="1644909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4pPr>
            <a:lvl5pPr marL="2193201" indent="0">
              <a:lnSpc>
                <a:spcPct val="100000"/>
              </a:lnSpc>
              <a:buClr>
                <a:schemeClr val="accent1"/>
              </a:buClr>
              <a:buSzPct val="100000"/>
              <a:buNone/>
              <a:defRPr sz="1920" b="0" i="0">
                <a:solidFill>
                  <a:schemeClr val="bg2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- Click to Add Name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9194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am Lineup-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B74C37E9-E7A4-2C95-CC84-E4D7FD57D0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559" y="543834"/>
            <a:ext cx="13218424" cy="6647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09658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4319" b="0" i="0" kern="1200" dirty="0">
                <a:solidFill>
                  <a:srgbClr val="003059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16DC8-E28B-A421-AB71-0BA59C26698A}"/>
              </a:ext>
            </a:extLst>
          </p:cNvPr>
          <p:cNvSpPr txBox="1"/>
          <p:nvPr userDrawn="1"/>
        </p:nvSpPr>
        <p:spPr>
          <a:xfrm>
            <a:off x="12495334" y="7808256"/>
            <a:ext cx="1407648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698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rgbClr val="003059"/>
                </a:solidFill>
                <a:effectLst/>
                <a:uLnTx/>
                <a:uFillTx/>
                <a:latin typeface="+mn-lt"/>
              </a:rPr>
              <a:t>Private and Confidential</a:t>
            </a:r>
          </a:p>
        </p:txBody>
      </p:sp>
      <p:sp>
        <p:nvSpPr>
          <p:cNvPr id="49" name="Slide Number Placeholder 13">
            <a:extLst>
              <a:ext uri="{FF2B5EF4-FFF2-40B4-BE49-F238E27FC236}">
                <a16:creationId xmlns:a16="http://schemas.microsoft.com/office/drawing/2014/main" id="{1D9ACAC6-5264-97C5-66C9-993C95DB6178}"/>
              </a:ext>
            </a:extLst>
          </p:cNvPr>
          <p:cNvSpPr txBox="1">
            <a:spLocks/>
          </p:cNvSpPr>
          <p:nvPr userDrawn="1"/>
        </p:nvSpPr>
        <p:spPr>
          <a:xfrm>
            <a:off x="13715945" y="7694121"/>
            <a:ext cx="411566" cy="438150"/>
          </a:xfrm>
          <a:prstGeom prst="rect">
            <a:avLst/>
          </a:prstGeom>
        </p:spPr>
        <p:txBody>
          <a:bodyPr vert="horz" lIns="109714" tIns="54857" rIns="0" bIns="54857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rgbClr val="003059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rgbClr val="003059"/>
              </a:solidFill>
              <a:latin typeface="Montserrat" pitchFamily="2" charset="77"/>
            </a:endParaRPr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6980351B-95B5-3077-F4BA-53CFA563E5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166" y="7796211"/>
            <a:ext cx="438927" cy="233714"/>
          </a:xfrm>
          <a:prstGeom prst="rect">
            <a:avLst/>
          </a:prstGeom>
        </p:spPr>
      </p:pic>
      <p:pic>
        <p:nvPicPr>
          <p:cNvPr id="4" name="Picture Placeholder 18" descr="A person in a suit and tie&#10;&#10;Description automatically generated">
            <a:extLst>
              <a:ext uri="{FF2B5EF4-FFF2-40B4-BE49-F238E27FC236}">
                <a16:creationId xmlns:a16="http://schemas.microsoft.com/office/drawing/2014/main" id="{C8F8D610-22BD-EEB8-CBC8-3E88E08FA62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67" t="1172" r="38" b="1254"/>
          <a:stretch/>
        </p:blipFill>
        <p:spPr>
          <a:xfrm>
            <a:off x="1311542" y="1744258"/>
            <a:ext cx="2508558" cy="2510790"/>
          </a:xfrm>
          <a:prstGeom prst="rect">
            <a:avLst/>
          </a:prstGeom>
        </p:spPr>
      </p:pic>
      <p:sp>
        <p:nvSpPr>
          <p:cNvPr id="5" name="Picture Placeholder 43">
            <a:extLst>
              <a:ext uri="{FF2B5EF4-FFF2-40B4-BE49-F238E27FC236}">
                <a16:creationId xmlns:a16="http://schemas.microsoft.com/office/drawing/2014/main" id="{0D54B9FD-3253-BFA6-7E97-D3B67AAA289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311542" y="1744259"/>
            <a:ext cx="2508558" cy="2510790"/>
          </a:xfrm>
          <a:solidFill>
            <a:schemeClr val="accent4">
              <a:alpha val="56000"/>
            </a:schemeClr>
          </a:solidFill>
        </p:spPr>
        <p:txBody>
          <a:bodyPr rIns="0" anchor="t">
            <a:normAutofit/>
          </a:bodyPr>
          <a:lstStyle>
            <a:lvl1pPr marL="0" indent="0" algn="l">
              <a:buNone/>
              <a:defRPr sz="1680">
                <a:solidFill>
                  <a:srgbClr val="00EDED">
                    <a:alpha val="69000"/>
                  </a:srgbClr>
                </a:solidFill>
                <a:latin typeface="+mn-lt"/>
              </a:defRPr>
            </a:lvl1pPr>
          </a:lstStyle>
          <a:p>
            <a:r>
              <a:rPr lang="en-US"/>
              <a:t>Click Icon to Change Image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461314E-CEA0-1FD9-4530-A8704BC5427C}"/>
              </a:ext>
            </a:extLst>
          </p:cNvPr>
          <p:cNvSpPr/>
          <p:nvPr userDrawn="1"/>
        </p:nvSpPr>
        <p:spPr>
          <a:xfrm>
            <a:off x="1193440" y="1627096"/>
            <a:ext cx="2744758" cy="2745116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9698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4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7" name="Text Placeholder 63">
            <a:extLst>
              <a:ext uri="{FF2B5EF4-FFF2-40B4-BE49-F238E27FC236}">
                <a16:creationId xmlns:a16="http://schemas.microsoft.com/office/drawing/2014/main" id="{A796019E-5AC6-08E1-71EE-151A2C09D2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3904" y="1627096"/>
            <a:ext cx="3006367" cy="477719"/>
          </a:xfrm>
        </p:spPr>
        <p:txBody>
          <a:bodyPr lIns="0">
            <a:normAutofit/>
          </a:bodyPr>
          <a:lstStyle>
            <a:lvl1pPr marL="0" indent="0">
              <a:buNone/>
              <a:defRPr sz="216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9" name="Text Placeholder 63">
            <a:extLst>
              <a:ext uri="{FF2B5EF4-FFF2-40B4-BE49-F238E27FC236}">
                <a16:creationId xmlns:a16="http://schemas.microsoft.com/office/drawing/2014/main" id="{FF59CD57-A90D-99B6-DDC7-E7D8532EB4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33904" y="2226631"/>
            <a:ext cx="3006367" cy="296647"/>
          </a:xfrm>
        </p:spPr>
        <p:txBody>
          <a:bodyPr lIns="0">
            <a:noAutofit/>
          </a:bodyPr>
          <a:lstStyle>
            <a:lvl1pPr marL="0" indent="0">
              <a:buNone/>
              <a:defRPr sz="1680" b="0" i="0">
                <a:solidFill>
                  <a:srgbClr val="003059"/>
                </a:solidFill>
                <a:highlight>
                  <a:srgbClr val="A2F3F3"/>
                </a:highlight>
                <a:latin typeface="+mn-lt"/>
              </a:defRPr>
            </a:lvl1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11" name="Text Placeholder 63">
            <a:extLst>
              <a:ext uri="{FF2B5EF4-FFF2-40B4-BE49-F238E27FC236}">
                <a16:creationId xmlns:a16="http://schemas.microsoft.com/office/drawing/2014/main" id="{10DCD4ED-59A7-2DE9-E3C2-F459FCFD32A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33904" y="2762260"/>
            <a:ext cx="3006367" cy="1609950"/>
          </a:xfrm>
        </p:spPr>
        <p:txBody>
          <a:bodyPr lIns="0">
            <a:normAutofit/>
          </a:bodyPr>
          <a:lstStyle>
            <a:lvl1pPr marL="0" indent="0">
              <a:buNone/>
              <a:defRPr sz="168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63">
            <a:extLst>
              <a:ext uri="{FF2B5EF4-FFF2-40B4-BE49-F238E27FC236}">
                <a16:creationId xmlns:a16="http://schemas.microsoft.com/office/drawing/2014/main" id="{626C78F8-CC7B-0F86-B77E-2A0B2F0444F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526752" y="1627096"/>
            <a:ext cx="3006367" cy="477719"/>
          </a:xfrm>
        </p:spPr>
        <p:txBody>
          <a:bodyPr lIns="0">
            <a:normAutofit/>
          </a:bodyPr>
          <a:lstStyle>
            <a:lvl1pPr marL="0" indent="0">
              <a:buNone/>
              <a:defRPr sz="216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3" name="Text Placeholder 63">
            <a:extLst>
              <a:ext uri="{FF2B5EF4-FFF2-40B4-BE49-F238E27FC236}">
                <a16:creationId xmlns:a16="http://schemas.microsoft.com/office/drawing/2014/main" id="{0108A795-5450-7966-AFEC-3A3993D1E0C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526752" y="2226631"/>
            <a:ext cx="3006367" cy="296647"/>
          </a:xfrm>
        </p:spPr>
        <p:txBody>
          <a:bodyPr lIns="0">
            <a:noAutofit/>
          </a:bodyPr>
          <a:lstStyle>
            <a:lvl1pPr marL="0" indent="0">
              <a:buNone/>
              <a:defRPr sz="1680" b="0" i="0">
                <a:solidFill>
                  <a:srgbClr val="003059"/>
                </a:solidFill>
                <a:highlight>
                  <a:srgbClr val="A2F3F3"/>
                </a:highlight>
                <a:latin typeface="+mn-lt"/>
              </a:defRPr>
            </a:lvl1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14" name="Text Placeholder 63">
            <a:extLst>
              <a:ext uri="{FF2B5EF4-FFF2-40B4-BE49-F238E27FC236}">
                <a16:creationId xmlns:a16="http://schemas.microsoft.com/office/drawing/2014/main" id="{E75BC3F3-06AA-0DAA-F623-67D89DF7A1C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526752" y="2762260"/>
            <a:ext cx="3006367" cy="1609950"/>
          </a:xfrm>
        </p:spPr>
        <p:txBody>
          <a:bodyPr lIns="0">
            <a:normAutofit/>
          </a:bodyPr>
          <a:lstStyle>
            <a:lvl1pPr marL="0" indent="0">
              <a:buNone/>
              <a:defRPr sz="168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5" name="Picture Placeholder 18" descr="A person in a suit and tie&#10;&#10;Description automatically generated">
            <a:extLst>
              <a:ext uri="{FF2B5EF4-FFF2-40B4-BE49-F238E27FC236}">
                <a16:creationId xmlns:a16="http://schemas.microsoft.com/office/drawing/2014/main" id="{419064C3-51CC-2E38-1B90-3A3F8D57610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67" t="1172" r="38" b="1254"/>
          <a:stretch/>
        </p:blipFill>
        <p:spPr>
          <a:xfrm>
            <a:off x="7704390" y="1744258"/>
            <a:ext cx="2508558" cy="2510790"/>
          </a:xfrm>
          <a:prstGeom prst="rect">
            <a:avLst/>
          </a:prstGeom>
        </p:spPr>
      </p:pic>
      <p:sp>
        <p:nvSpPr>
          <p:cNvPr id="16" name="Picture Placeholder 43">
            <a:extLst>
              <a:ext uri="{FF2B5EF4-FFF2-40B4-BE49-F238E27FC236}">
                <a16:creationId xmlns:a16="http://schemas.microsoft.com/office/drawing/2014/main" id="{113D0211-BA52-FACD-79AD-245EBFB6A81C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7704390" y="1744259"/>
            <a:ext cx="2508558" cy="2510790"/>
          </a:xfrm>
          <a:solidFill>
            <a:schemeClr val="accent4">
              <a:alpha val="56000"/>
            </a:schemeClr>
          </a:solidFill>
        </p:spPr>
        <p:txBody>
          <a:bodyPr rIns="0" anchor="t">
            <a:normAutofit/>
          </a:bodyPr>
          <a:lstStyle>
            <a:lvl1pPr marL="0" indent="0" algn="l">
              <a:buNone/>
              <a:defRPr sz="1680">
                <a:solidFill>
                  <a:srgbClr val="00EDED">
                    <a:alpha val="69000"/>
                  </a:srgbClr>
                </a:solidFill>
                <a:latin typeface="+mn-lt"/>
              </a:defRPr>
            </a:lvl1pPr>
          </a:lstStyle>
          <a:p>
            <a:r>
              <a:rPr lang="en-US"/>
              <a:t>Click Icon to Change Image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A9BA6EF-9516-A073-2286-4A0FCF66B50E}"/>
              </a:ext>
            </a:extLst>
          </p:cNvPr>
          <p:cNvSpPr/>
          <p:nvPr userDrawn="1"/>
        </p:nvSpPr>
        <p:spPr>
          <a:xfrm>
            <a:off x="7586288" y="1627096"/>
            <a:ext cx="2744758" cy="2745116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9698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4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pic>
        <p:nvPicPr>
          <p:cNvPr id="18" name="Picture Placeholder 18" descr="A person in a suit and tie&#10;&#10;Description automatically generated">
            <a:extLst>
              <a:ext uri="{FF2B5EF4-FFF2-40B4-BE49-F238E27FC236}">
                <a16:creationId xmlns:a16="http://schemas.microsoft.com/office/drawing/2014/main" id="{DAA0F616-5F33-CA63-74DC-40CBD91393E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67" t="1172" r="38" b="1254"/>
          <a:stretch/>
        </p:blipFill>
        <p:spPr>
          <a:xfrm>
            <a:off x="1311542" y="4907836"/>
            <a:ext cx="2508558" cy="2510790"/>
          </a:xfrm>
          <a:prstGeom prst="rect">
            <a:avLst/>
          </a:prstGeom>
        </p:spPr>
      </p:pic>
      <p:sp>
        <p:nvSpPr>
          <p:cNvPr id="19" name="Picture Placeholder 43">
            <a:extLst>
              <a:ext uri="{FF2B5EF4-FFF2-40B4-BE49-F238E27FC236}">
                <a16:creationId xmlns:a16="http://schemas.microsoft.com/office/drawing/2014/main" id="{E00A134D-2652-284B-8901-30F29480A89F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1311542" y="4907837"/>
            <a:ext cx="2508558" cy="2510790"/>
          </a:xfrm>
          <a:solidFill>
            <a:schemeClr val="accent4">
              <a:alpha val="56000"/>
            </a:schemeClr>
          </a:solidFill>
        </p:spPr>
        <p:txBody>
          <a:bodyPr rIns="0" anchor="t">
            <a:normAutofit/>
          </a:bodyPr>
          <a:lstStyle>
            <a:lvl1pPr marL="0" indent="0" algn="l">
              <a:buNone/>
              <a:defRPr sz="1680">
                <a:solidFill>
                  <a:srgbClr val="00EDED">
                    <a:alpha val="69000"/>
                  </a:srgbClr>
                </a:solidFill>
                <a:latin typeface="+mn-lt"/>
              </a:defRPr>
            </a:lvl1pPr>
          </a:lstStyle>
          <a:p>
            <a:r>
              <a:rPr lang="en-US"/>
              <a:t>Click Icon to Change Image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58F733E-B72A-4BCF-8D7B-EC28848E5FA0}"/>
              </a:ext>
            </a:extLst>
          </p:cNvPr>
          <p:cNvSpPr/>
          <p:nvPr userDrawn="1"/>
        </p:nvSpPr>
        <p:spPr>
          <a:xfrm>
            <a:off x="1193440" y="4790674"/>
            <a:ext cx="2744758" cy="2745116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9698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4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1" name="Text Placeholder 63">
            <a:extLst>
              <a:ext uri="{FF2B5EF4-FFF2-40B4-BE49-F238E27FC236}">
                <a16:creationId xmlns:a16="http://schemas.microsoft.com/office/drawing/2014/main" id="{FB66249F-BC8D-B036-3530-AFBE0FC0ECB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133904" y="4790674"/>
            <a:ext cx="3006367" cy="477719"/>
          </a:xfrm>
        </p:spPr>
        <p:txBody>
          <a:bodyPr lIns="0">
            <a:normAutofit/>
          </a:bodyPr>
          <a:lstStyle>
            <a:lvl1pPr marL="0" indent="0">
              <a:buNone/>
              <a:defRPr sz="216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Text Placeholder 63">
            <a:extLst>
              <a:ext uri="{FF2B5EF4-FFF2-40B4-BE49-F238E27FC236}">
                <a16:creationId xmlns:a16="http://schemas.microsoft.com/office/drawing/2014/main" id="{93BB4A6B-8126-6B1E-B128-9E8A39C8586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33904" y="5390209"/>
            <a:ext cx="3006367" cy="296647"/>
          </a:xfrm>
        </p:spPr>
        <p:txBody>
          <a:bodyPr lIns="0">
            <a:noAutofit/>
          </a:bodyPr>
          <a:lstStyle>
            <a:lvl1pPr marL="0" indent="0">
              <a:buNone/>
              <a:defRPr sz="1680" b="0" i="0">
                <a:solidFill>
                  <a:srgbClr val="003059"/>
                </a:solidFill>
                <a:highlight>
                  <a:srgbClr val="A2F3F3"/>
                </a:highlight>
                <a:latin typeface="+mn-lt"/>
              </a:defRPr>
            </a:lvl1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23" name="Text Placeholder 63">
            <a:extLst>
              <a:ext uri="{FF2B5EF4-FFF2-40B4-BE49-F238E27FC236}">
                <a16:creationId xmlns:a16="http://schemas.microsoft.com/office/drawing/2014/main" id="{43B238C4-1624-F443-BAC4-F3EB3C2459D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33904" y="5925838"/>
            <a:ext cx="3006367" cy="1609950"/>
          </a:xfrm>
        </p:spPr>
        <p:txBody>
          <a:bodyPr lIns="0">
            <a:normAutofit/>
          </a:bodyPr>
          <a:lstStyle>
            <a:lvl1pPr marL="0" indent="0">
              <a:buNone/>
              <a:defRPr sz="168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63">
            <a:extLst>
              <a:ext uri="{FF2B5EF4-FFF2-40B4-BE49-F238E27FC236}">
                <a16:creationId xmlns:a16="http://schemas.microsoft.com/office/drawing/2014/main" id="{5590FFBD-EEB7-A7DA-B319-C2CC932DE13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526752" y="4790674"/>
            <a:ext cx="3006367" cy="477719"/>
          </a:xfrm>
        </p:spPr>
        <p:txBody>
          <a:bodyPr lIns="0">
            <a:normAutofit/>
          </a:bodyPr>
          <a:lstStyle>
            <a:lvl1pPr marL="0" indent="0">
              <a:buNone/>
              <a:defRPr sz="216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5" name="Text Placeholder 63">
            <a:extLst>
              <a:ext uri="{FF2B5EF4-FFF2-40B4-BE49-F238E27FC236}">
                <a16:creationId xmlns:a16="http://schemas.microsoft.com/office/drawing/2014/main" id="{38AC6496-6B80-48D3-5A3F-FE2993E7B1E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526752" y="5390209"/>
            <a:ext cx="3006367" cy="296647"/>
          </a:xfrm>
        </p:spPr>
        <p:txBody>
          <a:bodyPr lIns="0">
            <a:noAutofit/>
          </a:bodyPr>
          <a:lstStyle>
            <a:lvl1pPr marL="0" indent="0">
              <a:buNone/>
              <a:defRPr sz="1680" b="0" i="0">
                <a:solidFill>
                  <a:srgbClr val="003059"/>
                </a:solidFill>
                <a:highlight>
                  <a:srgbClr val="A2F3F3"/>
                </a:highlight>
                <a:latin typeface="+mn-lt"/>
              </a:defRPr>
            </a:lvl1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26" name="Text Placeholder 63">
            <a:extLst>
              <a:ext uri="{FF2B5EF4-FFF2-40B4-BE49-F238E27FC236}">
                <a16:creationId xmlns:a16="http://schemas.microsoft.com/office/drawing/2014/main" id="{C1E68A6F-316A-2981-2C9B-FEFE0C049F7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526752" y="5925838"/>
            <a:ext cx="3006367" cy="1609950"/>
          </a:xfrm>
        </p:spPr>
        <p:txBody>
          <a:bodyPr lIns="0">
            <a:normAutofit/>
          </a:bodyPr>
          <a:lstStyle>
            <a:lvl1pPr marL="0" indent="0">
              <a:buNone/>
              <a:defRPr sz="168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27" name="Picture Placeholder 18" descr="A person in a suit and tie&#10;&#10;Description automatically generated">
            <a:extLst>
              <a:ext uri="{FF2B5EF4-FFF2-40B4-BE49-F238E27FC236}">
                <a16:creationId xmlns:a16="http://schemas.microsoft.com/office/drawing/2014/main" id="{E1813A88-7510-8471-BC6D-795174097D7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67" t="1172" r="38" b="1254"/>
          <a:stretch/>
        </p:blipFill>
        <p:spPr>
          <a:xfrm>
            <a:off x="7704390" y="4907836"/>
            <a:ext cx="2508558" cy="2510790"/>
          </a:xfrm>
          <a:prstGeom prst="rect">
            <a:avLst/>
          </a:prstGeom>
        </p:spPr>
      </p:pic>
      <p:sp>
        <p:nvSpPr>
          <p:cNvPr id="28" name="Picture Placeholder 43">
            <a:extLst>
              <a:ext uri="{FF2B5EF4-FFF2-40B4-BE49-F238E27FC236}">
                <a16:creationId xmlns:a16="http://schemas.microsoft.com/office/drawing/2014/main" id="{74174644-5CA8-A82C-E9BB-B6E012ED1711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7704390" y="4907837"/>
            <a:ext cx="2508558" cy="2510790"/>
          </a:xfrm>
          <a:solidFill>
            <a:schemeClr val="accent4">
              <a:alpha val="56000"/>
            </a:schemeClr>
          </a:solidFill>
        </p:spPr>
        <p:txBody>
          <a:bodyPr rIns="0" anchor="t">
            <a:normAutofit/>
          </a:bodyPr>
          <a:lstStyle>
            <a:lvl1pPr marL="0" indent="0" algn="l">
              <a:buNone/>
              <a:defRPr sz="1680">
                <a:solidFill>
                  <a:srgbClr val="00EDED">
                    <a:alpha val="69000"/>
                  </a:srgbClr>
                </a:solidFill>
                <a:latin typeface="+mn-lt"/>
              </a:defRPr>
            </a:lvl1pPr>
          </a:lstStyle>
          <a:p>
            <a:r>
              <a:rPr lang="en-US"/>
              <a:t>Click Icon to Change Image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C27522C8-072F-C40A-362F-EA406C345C75}"/>
              </a:ext>
            </a:extLst>
          </p:cNvPr>
          <p:cNvSpPr/>
          <p:nvPr userDrawn="1"/>
        </p:nvSpPr>
        <p:spPr>
          <a:xfrm>
            <a:off x="7586288" y="4790674"/>
            <a:ext cx="2744758" cy="2745116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9698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4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75132701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am Lineup-3">
    <p:bg>
      <p:bgPr>
        <a:solidFill>
          <a:srgbClr val="0030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B74C37E9-E7A4-2C95-CC84-E4D7FD57D0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559" y="543834"/>
            <a:ext cx="13218424" cy="6647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09658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4319" b="0" i="0" kern="1200" dirty="0">
                <a:solidFill>
                  <a:schemeClr val="bg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16DC8-E28B-A421-AB71-0BA59C26698A}"/>
              </a:ext>
            </a:extLst>
          </p:cNvPr>
          <p:cNvSpPr txBox="1"/>
          <p:nvPr userDrawn="1"/>
        </p:nvSpPr>
        <p:spPr>
          <a:xfrm>
            <a:off x="12495334" y="7808256"/>
            <a:ext cx="1407648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698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rgbClr val="00EDED"/>
                </a:solidFill>
                <a:effectLst/>
                <a:uLnTx/>
                <a:uFillTx/>
                <a:latin typeface="+mn-lt"/>
              </a:rPr>
              <a:t>Private and Confidential</a:t>
            </a:r>
          </a:p>
        </p:txBody>
      </p:sp>
      <p:sp>
        <p:nvSpPr>
          <p:cNvPr id="49" name="Slide Number Placeholder 13">
            <a:extLst>
              <a:ext uri="{FF2B5EF4-FFF2-40B4-BE49-F238E27FC236}">
                <a16:creationId xmlns:a16="http://schemas.microsoft.com/office/drawing/2014/main" id="{1D9ACAC6-5264-97C5-66C9-993C95DB6178}"/>
              </a:ext>
            </a:extLst>
          </p:cNvPr>
          <p:cNvSpPr txBox="1">
            <a:spLocks/>
          </p:cNvSpPr>
          <p:nvPr userDrawn="1"/>
        </p:nvSpPr>
        <p:spPr>
          <a:xfrm>
            <a:off x="13715945" y="7694121"/>
            <a:ext cx="411566" cy="438150"/>
          </a:xfrm>
          <a:prstGeom prst="rect">
            <a:avLst/>
          </a:prstGeom>
        </p:spPr>
        <p:txBody>
          <a:bodyPr vert="horz" lIns="109714" tIns="54857" rIns="0" bIns="54857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rgbClr val="00EDED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rgbClr val="00EDED"/>
              </a:solidFill>
              <a:latin typeface="Montserrat" pitchFamily="2" charset="77"/>
            </a:endParaRPr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6980351B-95B5-3077-F4BA-53CFA563E5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166" y="7796211"/>
            <a:ext cx="438927" cy="233714"/>
          </a:xfrm>
          <a:prstGeom prst="rect">
            <a:avLst/>
          </a:prstGeom>
        </p:spPr>
      </p:pic>
      <p:pic>
        <p:nvPicPr>
          <p:cNvPr id="4" name="Picture Placeholder 18" descr="A person in a suit and tie&#10;&#10;Description automatically generated">
            <a:extLst>
              <a:ext uri="{FF2B5EF4-FFF2-40B4-BE49-F238E27FC236}">
                <a16:creationId xmlns:a16="http://schemas.microsoft.com/office/drawing/2014/main" id="{64774A3A-17D8-9CC4-12D4-A10AC4F92B0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67" t="1172" r="38" b="1254"/>
          <a:stretch/>
        </p:blipFill>
        <p:spPr>
          <a:xfrm>
            <a:off x="1311542" y="1744258"/>
            <a:ext cx="2508558" cy="2510790"/>
          </a:xfrm>
          <a:prstGeom prst="rect">
            <a:avLst/>
          </a:prstGeom>
        </p:spPr>
      </p:pic>
      <p:sp>
        <p:nvSpPr>
          <p:cNvPr id="5" name="Picture Placeholder 43">
            <a:extLst>
              <a:ext uri="{FF2B5EF4-FFF2-40B4-BE49-F238E27FC236}">
                <a16:creationId xmlns:a16="http://schemas.microsoft.com/office/drawing/2014/main" id="{1E0295FE-1CA3-0F2D-FD15-00ED0B696761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311542" y="1744259"/>
            <a:ext cx="2508558" cy="2510790"/>
          </a:xfrm>
          <a:solidFill>
            <a:schemeClr val="accent1">
              <a:alpha val="56000"/>
            </a:schemeClr>
          </a:solidFill>
        </p:spPr>
        <p:txBody>
          <a:bodyPr rIns="0" anchor="t">
            <a:normAutofit/>
          </a:bodyPr>
          <a:lstStyle>
            <a:lvl1pPr marL="0" indent="0" algn="l">
              <a:buNone/>
              <a:defRPr sz="1680">
                <a:solidFill>
                  <a:srgbClr val="00EDED">
                    <a:alpha val="69000"/>
                  </a:srgbClr>
                </a:solidFill>
                <a:latin typeface="+mn-lt"/>
              </a:defRPr>
            </a:lvl1pPr>
          </a:lstStyle>
          <a:p>
            <a:r>
              <a:rPr lang="en-US"/>
              <a:t>Click Icon to Change Image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E248BF9-30C2-72FF-D7CB-D7A2A3D1986D}"/>
              </a:ext>
            </a:extLst>
          </p:cNvPr>
          <p:cNvSpPr/>
          <p:nvPr userDrawn="1"/>
        </p:nvSpPr>
        <p:spPr>
          <a:xfrm>
            <a:off x="1193440" y="1627096"/>
            <a:ext cx="2744758" cy="2745116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rgbClr val="00EDE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9698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4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7" name="Text Placeholder 63">
            <a:extLst>
              <a:ext uri="{FF2B5EF4-FFF2-40B4-BE49-F238E27FC236}">
                <a16:creationId xmlns:a16="http://schemas.microsoft.com/office/drawing/2014/main" id="{15B58203-025E-686A-1C5B-DE8E8C9E8DD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3904" y="1627096"/>
            <a:ext cx="3006367" cy="477719"/>
          </a:xfrm>
        </p:spPr>
        <p:txBody>
          <a:bodyPr lIns="0">
            <a:normAutofit/>
          </a:bodyPr>
          <a:lstStyle>
            <a:lvl1pPr marL="0" indent="0">
              <a:buNone/>
              <a:defRPr sz="2160" b="0" i="0">
                <a:solidFill>
                  <a:srgbClr val="00EDED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9" name="Text Placeholder 63">
            <a:extLst>
              <a:ext uri="{FF2B5EF4-FFF2-40B4-BE49-F238E27FC236}">
                <a16:creationId xmlns:a16="http://schemas.microsoft.com/office/drawing/2014/main" id="{5698C3CE-02B9-6905-5802-2116B098F84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33904" y="2226631"/>
            <a:ext cx="3006367" cy="296647"/>
          </a:xfrm>
        </p:spPr>
        <p:txBody>
          <a:bodyPr lIns="0">
            <a:noAutofit/>
          </a:bodyPr>
          <a:lstStyle>
            <a:lvl1pPr marL="0" indent="0">
              <a:buNone/>
              <a:defRPr sz="1680" b="0" i="0">
                <a:solidFill>
                  <a:srgbClr val="003059"/>
                </a:solidFill>
                <a:highlight>
                  <a:srgbClr val="A2F3F3"/>
                </a:highlight>
                <a:latin typeface="+mn-lt"/>
              </a:defRPr>
            </a:lvl1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11" name="Text Placeholder 63">
            <a:extLst>
              <a:ext uri="{FF2B5EF4-FFF2-40B4-BE49-F238E27FC236}">
                <a16:creationId xmlns:a16="http://schemas.microsoft.com/office/drawing/2014/main" id="{CEB300AD-2780-0A72-66FB-551A4B63D4F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33904" y="2762260"/>
            <a:ext cx="3006367" cy="1609950"/>
          </a:xfrm>
        </p:spPr>
        <p:txBody>
          <a:bodyPr lIns="0">
            <a:normAutofit/>
          </a:bodyPr>
          <a:lstStyle>
            <a:lvl1pPr marL="0" indent="0">
              <a:buNone/>
              <a:defRPr sz="168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63">
            <a:extLst>
              <a:ext uri="{FF2B5EF4-FFF2-40B4-BE49-F238E27FC236}">
                <a16:creationId xmlns:a16="http://schemas.microsoft.com/office/drawing/2014/main" id="{33CF84B0-7FBD-A8E3-6DB0-DC3A624CCDB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526752" y="1627096"/>
            <a:ext cx="3006367" cy="477719"/>
          </a:xfrm>
        </p:spPr>
        <p:txBody>
          <a:bodyPr lIns="0">
            <a:normAutofit/>
          </a:bodyPr>
          <a:lstStyle>
            <a:lvl1pPr marL="0" indent="0">
              <a:buNone/>
              <a:defRPr sz="2160" b="0" i="0">
                <a:solidFill>
                  <a:srgbClr val="00EDED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3" name="Text Placeholder 63">
            <a:extLst>
              <a:ext uri="{FF2B5EF4-FFF2-40B4-BE49-F238E27FC236}">
                <a16:creationId xmlns:a16="http://schemas.microsoft.com/office/drawing/2014/main" id="{6D76ACBA-122E-7ABE-68C0-42E6AE9C350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526752" y="2226631"/>
            <a:ext cx="3006367" cy="296647"/>
          </a:xfrm>
        </p:spPr>
        <p:txBody>
          <a:bodyPr lIns="0">
            <a:noAutofit/>
          </a:bodyPr>
          <a:lstStyle>
            <a:lvl1pPr marL="0" indent="0">
              <a:buNone/>
              <a:defRPr sz="1680" b="0" i="0">
                <a:solidFill>
                  <a:srgbClr val="003059"/>
                </a:solidFill>
                <a:highlight>
                  <a:srgbClr val="A2F3F3"/>
                </a:highlight>
                <a:latin typeface="+mn-lt"/>
              </a:defRPr>
            </a:lvl1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14" name="Text Placeholder 63">
            <a:extLst>
              <a:ext uri="{FF2B5EF4-FFF2-40B4-BE49-F238E27FC236}">
                <a16:creationId xmlns:a16="http://schemas.microsoft.com/office/drawing/2014/main" id="{23C07C64-78F7-EAFA-96B0-08F0EDB4CFE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526752" y="2762260"/>
            <a:ext cx="3006367" cy="1609950"/>
          </a:xfrm>
        </p:spPr>
        <p:txBody>
          <a:bodyPr lIns="0">
            <a:normAutofit/>
          </a:bodyPr>
          <a:lstStyle>
            <a:lvl1pPr marL="0" indent="0">
              <a:buNone/>
              <a:defRPr sz="168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5" name="Picture Placeholder 18" descr="A person in a suit and tie&#10;&#10;Description automatically generated">
            <a:extLst>
              <a:ext uri="{FF2B5EF4-FFF2-40B4-BE49-F238E27FC236}">
                <a16:creationId xmlns:a16="http://schemas.microsoft.com/office/drawing/2014/main" id="{226FDC8F-244E-1832-5F8F-E1E5589614C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67" t="1172" r="38" b="1254"/>
          <a:stretch/>
        </p:blipFill>
        <p:spPr>
          <a:xfrm>
            <a:off x="7704390" y="1744258"/>
            <a:ext cx="2508558" cy="2510790"/>
          </a:xfrm>
          <a:prstGeom prst="rect">
            <a:avLst/>
          </a:prstGeom>
        </p:spPr>
      </p:pic>
      <p:sp>
        <p:nvSpPr>
          <p:cNvPr id="16" name="Picture Placeholder 43">
            <a:extLst>
              <a:ext uri="{FF2B5EF4-FFF2-40B4-BE49-F238E27FC236}">
                <a16:creationId xmlns:a16="http://schemas.microsoft.com/office/drawing/2014/main" id="{C9BAE5BF-0AC6-E89F-25BA-2FF5A9173E5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7704390" y="1744259"/>
            <a:ext cx="2508558" cy="2510790"/>
          </a:xfrm>
          <a:solidFill>
            <a:schemeClr val="accent1">
              <a:alpha val="56000"/>
            </a:schemeClr>
          </a:solidFill>
        </p:spPr>
        <p:txBody>
          <a:bodyPr rIns="0" anchor="t">
            <a:normAutofit/>
          </a:bodyPr>
          <a:lstStyle>
            <a:lvl1pPr marL="0" indent="0" algn="l">
              <a:buNone/>
              <a:defRPr sz="1680">
                <a:solidFill>
                  <a:srgbClr val="00EDED">
                    <a:alpha val="69000"/>
                  </a:srgbClr>
                </a:solidFill>
                <a:latin typeface="+mn-lt"/>
              </a:defRPr>
            </a:lvl1pPr>
          </a:lstStyle>
          <a:p>
            <a:r>
              <a:rPr lang="en-US"/>
              <a:t>Click Icon to Change Image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7BC5A18-2F9F-6331-25C5-2B5A4EF47416}"/>
              </a:ext>
            </a:extLst>
          </p:cNvPr>
          <p:cNvSpPr/>
          <p:nvPr userDrawn="1"/>
        </p:nvSpPr>
        <p:spPr>
          <a:xfrm>
            <a:off x="7586288" y="1627096"/>
            <a:ext cx="2744758" cy="2745116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rgbClr val="00EDE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9698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4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pic>
        <p:nvPicPr>
          <p:cNvPr id="18" name="Picture Placeholder 18" descr="A person in a suit and tie&#10;&#10;Description automatically generated">
            <a:extLst>
              <a:ext uri="{FF2B5EF4-FFF2-40B4-BE49-F238E27FC236}">
                <a16:creationId xmlns:a16="http://schemas.microsoft.com/office/drawing/2014/main" id="{5DF1D03A-7613-4C97-F100-D2D44C2FDAD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67" t="1172" r="38" b="1254"/>
          <a:stretch/>
        </p:blipFill>
        <p:spPr>
          <a:xfrm>
            <a:off x="1311542" y="4907836"/>
            <a:ext cx="2508558" cy="2510790"/>
          </a:xfrm>
          <a:prstGeom prst="rect">
            <a:avLst/>
          </a:prstGeom>
        </p:spPr>
      </p:pic>
      <p:sp>
        <p:nvSpPr>
          <p:cNvPr id="19" name="Picture Placeholder 43">
            <a:extLst>
              <a:ext uri="{FF2B5EF4-FFF2-40B4-BE49-F238E27FC236}">
                <a16:creationId xmlns:a16="http://schemas.microsoft.com/office/drawing/2014/main" id="{A388ED53-B635-90D4-2450-4FC5B5B9DD1F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1311542" y="4907837"/>
            <a:ext cx="2508558" cy="2510790"/>
          </a:xfrm>
          <a:solidFill>
            <a:schemeClr val="accent1">
              <a:alpha val="56000"/>
            </a:schemeClr>
          </a:solidFill>
        </p:spPr>
        <p:txBody>
          <a:bodyPr rIns="0" anchor="t">
            <a:normAutofit/>
          </a:bodyPr>
          <a:lstStyle>
            <a:lvl1pPr marL="0" indent="0" algn="l">
              <a:buNone/>
              <a:defRPr sz="1680">
                <a:solidFill>
                  <a:srgbClr val="00EDED">
                    <a:alpha val="69000"/>
                  </a:srgbClr>
                </a:solidFill>
                <a:latin typeface="+mn-lt"/>
              </a:defRPr>
            </a:lvl1pPr>
          </a:lstStyle>
          <a:p>
            <a:r>
              <a:rPr lang="en-US"/>
              <a:t>Click Icon to Change Image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F9E7730-47DE-7FE0-817A-7F3865A13A96}"/>
              </a:ext>
            </a:extLst>
          </p:cNvPr>
          <p:cNvSpPr/>
          <p:nvPr userDrawn="1"/>
        </p:nvSpPr>
        <p:spPr>
          <a:xfrm>
            <a:off x="1193440" y="4790674"/>
            <a:ext cx="2744758" cy="2745116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rgbClr val="00EDE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9698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4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1" name="Text Placeholder 63">
            <a:extLst>
              <a:ext uri="{FF2B5EF4-FFF2-40B4-BE49-F238E27FC236}">
                <a16:creationId xmlns:a16="http://schemas.microsoft.com/office/drawing/2014/main" id="{77EA69C7-D1F3-7CDC-EC5A-A54FA516106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133904" y="4790674"/>
            <a:ext cx="3006367" cy="477719"/>
          </a:xfrm>
        </p:spPr>
        <p:txBody>
          <a:bodyPr lIns="0">
            <a:normAutofit/>
          </a:bodyPr>
          <a:lstStyle>
            <a:lvl1pPr marL="0" indent="0">
              <a:buNone/>
              <a:defRPr sz="2160" b="0" i="0">
                <a:solidFill>
                  <a:srgbClr val="00EDED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Text Placeholder 63">
            <a:extLst>
              <a:ext uri="{FF2B5EF4-FFF2-40B4-BE49-F238E27FC236}">
                <a16:creationId xmlns:a16="http://schemas.microsoft.com/office/drawing/2014/main" id="{9CD07BAE-8F24-BF5D-88E5-16D9EE8F353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33904" y="5390209"/>
            <a:ext cx="3006367" cy="296647"/>
          </a:xfrm>
        </p:spPr>
        <p:txBody>
          <a:bodyPr lIns="0">
            <a:noAutofit/>
          </a:bodyPr>
          <a:lstStyle>
            <a:lvl1pPr marL="0" indent="0">
              <a:buNone/>
              <a:defRPr sz="1680" b="0" i="0">
                <a:solidFill>
                  <a:srgbClr val="003059"/>
                </a:solidFill>
                <a:highlight>
                  <a:srgbClr val="A2F3F3"/>
                </a:highlight>
                <a:latin typeface="+mn-lt"/>
              </a:defRPr>
            </a:lvl1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23" name="Text Placeholder 63">
            <a:extLst>
              <a:ext uri="{FF2B5EF4-FFF2-40B4-BE49-F238E27FC236}">
                <a16:creationId xmlns:a16="http://schemas.microsoft.com/office/drawing/2014/main" id="{A26D6A8A-75A4-EA8F-BB15-F604D2CEC98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33904" y="5925838"/>
            <a:ext cx="3006367" cy="1609950"/>
          </a:xfrm>
        </p:spPr>
        <p:txBody>
          <a:bodyPr lIns="0">
            <a:normAutofit/>
          </a:bodyPr>
          <a:lstStyle>
            <a:lvl1pPr marL="0" indent="0">
              <a:buNone/>
              <a:defRPr sz="168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63">
            <a:extLst>
              <a:ext uri="{FF2B5EF4-FFF2-40B4-BE49-F238E27FC236}">
                <a16:creationId xmlns:a16="http://schemas.microsoft.com/office/drawing/2014/main" id="{17E86212-8C54-8B7A-136C-E6B981F5F6A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526752" y="4790674"/>
            <a:ext cx="3006367" cy="477719"/>
          </a:xfrm>
        </p:spPr>
        <p:txBody>
          <a:bodyPr lIns="0">
            <a:normAutofit/>
          </a:bodyPr>
          <a:lstStyle>
            <a:lvl1pPr marL="0" indent="0">
              <a:buNone/>
              <a:defRPr sz="2160" b="0" i="0">
                <a:solidFill>
                  <a:srgbClr val="00EDED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5" name="Text Placeholder 63">
            <a:extLst>
              <a:ext uri="{FF2B5EF4-FFF2-40B4-BE49-F238E27FC236}">
                <a16:creationId xmlns:a16="http://schemas.microsoft.com/office/drawing/2014/main" id="{F18E57E7-32C9-F3AD-5D17-3B855023C63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526752" y="5390209"/>
            <a:ext cx="3006367" cy="296647"/>
          </a:xfrm>
        </p:spPr>
        <p:txBody>
          <a:bodyPr lIns="0">
            <a:noAutofit/>
          </a:bodyPr>
          <a:lstStyle>
            <a:lvl1pPr marL="0" indent="0">
              <a:buNone/>
              <a:defRPr sz="1680" b="0" i="0">
                <a:solidFill>
                  <a:srgbClr val="003059"/>
                </a:solidFill>
                <a:highlight>
                  <a:srgbClr val="A2F3F3"/>
                </a:highlight>
                <a:latin typeface="+mn-lt"/>
              </a:defRPr>
            </a:lvl1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26" name="Text Placeholder 63">
            <a:extLst>
              <a:ext uri="{FF2B5EF4-FFF2-40B4-BE49-F238E27FC236}">
                <a16:creationId xmlns:a16="http://schemas.microsoft.com/office/drawing/2014/main" id="{A25B8E96-331F-1C47-5533-C81F27F3EAE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526752" y="5925838"/>
            <a:ext cx="3006367" cy="1609950"/>
          </a:xfrm>
        </p:spPr>
        <p:txBody>
          <a:bodyPr lIns="0">
            <a:normAutofit/>
          </a:bodyPr>
          <a:lstStyle>
            <a:lvl1pPr marL="0" indent="0">
              <a:buNone/>
              <a:defRPr sz="168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27" name="Picture Placeholder 18" descr="A person in a suit and tie&#10;&#10;Description automatically generated">
            <a:extLst>
              <a:ext uri="{FF2B5EF4-FFF2-40B4-BE49-F238E27FC236}">
                <a16:creationId xmlns:a16="http://schemas.microsoft.com/office/drawing/2014/main" id="{DE3E18D4-A3F9-1558-341F-0354F721C1D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67" t="1172" r="38" b="1254"/>
          <a:stretch/>
        </p:blipFill>
        <p:spPr>
          <a:xfrm>
            <a:off x="7704390" y="4907836"/>
            <a:ext cx="2508558" cy="2510790"/>
          </a:xfrm>
          <a:prstGeom prst="rect">
            <a:avLst/>
          </a:prstGeom>
        </p:spPr>
      </p:pic>
      <p:sp>
        <p:nvSpPr>
          <p:cNvPr id="28" name="Picture Placeholder 43">
            <a:extLst>
              <a:ext uri="{FF2B5EF4-FFF2-40B4-BE49-F238E27FC236}">
                <a16:creationId xmlns:a16="http://schemas.microsoft.com/office/drawing/2014/main" id="{A147B464-E555-BDA6-C127-1EE3989E1A2C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7704390" y="4907837"/>
            <a:ext cx="2508558" cy="2510790"/>
          </a:xfrm>
          <a:solidFill>
            <a:schemeClr val="accent1">
              <a:alpha val="56000"/>
            </a:schemeClr>
          </a:solidFill>
        </p:spPr>
        <p:txBody>
          <a:bodyPr rIns="0" anchor="t">
            <a:normAutofit/>
          </a:bodyPr>
          <a:lstStyle>
            <a:lvl1pPr marL="0" indent="0" algn="l">
              <a:buNone/>
              <a:defRPr sz="1680">
                <a:solidFill>
                  <a:srgbClr val="00EDED">
                    <a:alpha val="69000"/>
                  </a:srgbClr>
                </a:solidFill>
                <a:latin typeface="+mn-lt"/>
              </a:defRPr>
            </a:lvl1pPr>
          </a:lstStyle>
          <a:p>
            <a:r>
              <a:rPr lang="en-US"/>
              <a:t>Click Icon to Change Image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04C22293-F72C-EB83-5933-A9E2D738970C}"/>
              </a:ext>
            </a:extLst>
          </p:cNvPr>
          <p:cNvSpPr/>
          <p:nvPr userDrawn="1"/>
        </p:nvSpPr>
        <p:spPr>
          <a:xfrm>
            <a:off x="7586288" y="4790674"/>
            <a:ext cx="2744758" cy="2745116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rgbClr val="00EDE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9698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4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3635834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am Lineup-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18" descr="A person in a suit and tie&#10;&#10;Description automatically generated">
            <a:extLst>
              <a:ext uri="{FF2B5EF4-FFF2-40B4-BE49-F238E27FC236}">
                <a16:creationId xmlns:a16="http://schemas.microsoft.com/office/drawing/2014/main" id="{798CC528-BB73-B112-9A24-2B34CD8B7F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67" t="1172" r="38" b="1254"/>
          <a:stretch/>
        </p:blipFill>
        <p:spPr>
          <a:xfrm>
            <a:off x="1311542" y="1744258"/>
            <a:ext cx="2508558" cy="2510790"/>
          </a:xfrm>
          <a:prstGeom prst="rect">
            <a:avLst/>
          </a:prstGeom>
        </p:spPr>
      </p:pic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9986F550-2736-B927-36F1-EB7A305EE47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11542" y="1744259"/>
            <a:ext cx="2508558" cy="2510790"/>
          </a:xfrm>
          <a:solidFill>
            <a:schemeClr val="accent4">
              <a:alpha val="56000"/>
            </a:schemeClr>
          </a:solidFill>
        </p:spPr>
        <p:txBody>
          <a:bodyPr rIns="0" anchor="t">
            <a:normAutofit/>
          </a:bodyPr>
          <a:lstStyle>
            <a:lvl1pPr marL="0" indent="0" algn="l">
              <a:buNone/>
              <a:defRPr sz="1680">
                <a:solidFill>
                  <a:srgbClr val="00EDED">
                    <a:alpha val="69000"/>
                  </a:srgbClr>
                </a:solidFill>
                <a:latin typeface="+mn-lt"/>
              </a:defRPr>
            </a:lvl1pPr>
          </a:lstStyle>
          <a:p>
            <a:r>
              <a:rPr lang="en-US"/>
              <a:t>Click Icon to Change Image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21F7F2E-B4C0-AA13-1923-D46979C50854}"/>
              </a:ext>
            </a:extLst>
          </p:cNvPr>
          <p:cNvSpPr/>
          <p:nvPr userDrawn="1"/>
        </p:nvSpPr>
        <p:spPr>
          <a:xfrm>
            <a:off x="1193440" y="1627096"/>
            <a:ext cx="2744758" cy="2745116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rgbClr val="00EDE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9698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4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DA2BA32D-CDEE-2438-CDCB-DED43308AF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33904" y="1627096"/>
            <a:ext cx="3006367" cy="477719"/>
          </a:xfrm>
        </p:spPr>
        <p:txBody>
          <a:bodyPr lIns="0">
            <a:normAutofit/>
          </a:bodyPr>
          <a:lstStyle>
            <a:lvl1pPr marL="0" indent="0">
              <a:buNone/>
              <a:defRPr sz="2160" b="0" i="0">
                <a:solidFill>
                  <a:srgbClr val="00EDED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65" name="Text Placeholder 63">
            <a:extLst>
              <a:ext uri="{FF2B5EF4-FFF2-40B4-BE49-F238E27FC236}">
                <a16:creationId xmlns:a16="http://schemas.microsoft.com/office/drawing/2014/main" id="{55BA595D-40D6-4B99-07C3-27C67BB7DE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33904" y="2226631"/>
            <a:ext cx="3006367" cy="296647"/>
          </a:xfrm>
        </p:spPr>
        <p:txBody>
          <a:bodyPr lIns="0">
            <a:noAutofit/>
          </a:bodyPr>
          <a:lstStyle>
            <a:lvl1pPr marL="0" indent="0">
              <a:buNone/>
              <a:defRPr sz="1680" b="0" i="0">
                <a:solidFill>
                  <a:srgbClr val="003059"/>
                </a:solidFill>
                <a:highlight>
                  <a:srgbClr val="A2F3F3"/>
                </a:highlight>
                <a:latin typeface="+mn-lt"/>
              </a:defRPr>
            </a:lvl1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66" name="Text Placeholder 63">
            <a:extLst>
              <a:ext uri="{FF2B5EF4-FFF2-40B4-BE49-F238E27FC236}">
                <a16:creationId xmlns:a16="http://schemas.microsoft.com/office/drawing/2014/main" id="{2F5F2C19-E361-48AB-B7ED-A1442F7FBC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33904" y="2762260"/>
            <a:ext cx="3006367" cy="1609950"/>
          </a:xfrm>
        </p:spPr>
        <p:txBody>
          <a:bodyPr lIns="0">
            <a:normAutofit/>
          </a:bodyPr>
          <a:lstStyle>
            <a:lvl1pPr marL="0" indent="0">
              <a:buNone/>
              <a:defRPr sz="168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74C37E9-E7A4-2C95-CC84-E4D7FD57D0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559" y="543834"/>
            <a:ext cx="13218424" cy="6647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09658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4319" b="0" i="0" kern="1200" dirty="0">
                <a:solidFill>
                  <a:schemeClr val="bg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16DC8-E28B-A421-AB71-0BA59C26698A}"/>
              </a:ext>
            </a:extLst>
          </p:cNvPr>
          <p:cNvSpPr txBox="1"/>
          <p:nvPr userDrawn="1"/>
        </p:nvSpPr>
        <p:spPr>
          <a:xfrm>
            <a:off x="12495334" y="7808256"/>
            <a:ext cx="1407648" cy="172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109698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0" cap="none" spc="0" normalizeH="0" baseline="0" noProof="0">
                <a:ln>
                  <a:noFill/>
                </a:ln>
                <a:solidFill>
                  <a:srgbClr val="00EDED"/>
                </a:solidFill>
                <a:effectLst/>
                <a:uLnTx/>
                <a:uFillTx/>
                <a:latin typeface="+mn-lt"/>
              </a:rPr>
              <a:t>Private and Confidential</a:t>
            </a:r>
          </a:p>
        </p:txBody>
      </p:sp>
      <p:sp>
        <p:nvSpPr>
          <p:cNvPr id="38" name="Text Placeholder 63">
            <a:extLst>
              <a:ext uri="{FF2B5EF4-FFF2-40B4-BE49-F238E27FC236}">
                <a16:creationId xmlns:a16="http://schemas.microsoft.com/office/drawing/2014/main" id="{3B5F76E6-C01F-CB8D-94A8-762CA8B142A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526752" y="1627096"/>
            <a:ext cx="3006367" cy="477719"/>
          </a:xfrm>
        </p:spPr>
        <p:txBody>
          <a:bodyPr lIns="0">
            <a:normAutofit/>
          </a:bodyPr>
          <a:lstStyle>
            <a:lvl1pPr marL="0" indent="0">
              <a:buNone/>
              <a:defRPr sz="2160" b="0" i="0">
                <a:solidFill>
                  <a:srgbClr val="00EDED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9" name="Text Placeholder 63">
            <a:extLst>
              <a:ext uri="{FF2B5EF4-FFF2-40B4-BE49-F238E27FC236}">
                <a16:creationId xmlns:a16="http://schemas.microsoft.com/office/drawing/2014/main" id="{62DB7540-082F-5CC2-C0F7-37243091CB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6752" y="2226631"/>
            <a:ext cx="3006367" cy="296647"/>
          </a:xfrm>
        </p:spPr>
        <p:txBody>
          <a:bodyPr lIns="0">
            <a:noAutofit/>
          </a:bodyPr>
          <a:lstStyle>
            <a:lvl1pPr marL="0" indent="0">
              <a:buNone/>
              <a:defRPr sz="1680" b="0" i="0">
                <a:solidFill>
                  <a:srgbClr val="003059"/>
                </a:solidFill>
                <a:highlight>
                  <a:srgbClr val="A2F3F3"/>
                </a:highlight>
                <a:latin typeface="+mn-lt"/>
              </a:defRPr>
            </a:lvl1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40" name="Text Placeholder 63">
            <a:extLst>
              <a:ext uri="{FF2B5EF4-FFF2-40B4-BE49-F238E27FC236}">
                <a16:creationId xmlns:a16="http://schemas.microsoft.com/office/drawing/2014/main" id="{75A5E816-350F-A5F5-2E9F-3CF8590B5F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526752" y="2762260"/>
            <a:ext cx="3006367" cy="1609950"/>
          </a:xfrm>
        </p:spPr>
        <p:txBody>
          <a:bodyPr lIns="0">
            <a:normAutofit/>
          </a:bodyPr>
          <a:lstStyle>
            <a:lvl1pPr marL="0" indent="0">
              <a:buNone/>
              <a:defRPr sz="168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9" name="Slide Number Placeholder 13">
            <a:extLst>
              <a:ext uri="{FF2B5EF4-FFF2-40B4-BE49-F238E27FC236}">
                <a16:creationId xmlns:a16="http://schemas.microsoft.com/office/drawing/2014/main" id="{1D9ACAC6-5264-97C5-66C9-993C95DB6178}"/>
              </a:ext>
            </a:extLst>
          </p:cNvPr>
          <p:cNvSpPr txBox="1">
            <a:spLocks/>
          </p:cNvSpPr>
          <p:nvPr userDrawn="1"/>
        </p:nvSpPr>
        <p:spPr>
          <a:xfrm>
            <a:off x="13715945" y="7694121"/>
            <a:ext cx="411566" cy="438150"/>
          </a:xfrm>
          <a:prstGeom prst="rect">
            <a:avLst/>
          </a:prstGeom>
        </p:spPr>
        <p:txBody>
          <a:bodyPr vert="horz" lIns="109714" tIns="54857" rIns="0" bIns="54857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accent3"/>
                </a:solidFill>
                <a:latin typeface="Museo Sans 500" panose="02000000000000000000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A7863D-0A19-BB43-ACC2-96E9F0489906}" type="slidenum">
              <a:rPr lang="en-US" sz="840" smtClean="0">
                <a:solidFill>
                  <a:srgbClr val="00EDED"/>
                </a:solidFill>
                <a:latin typeface="Montserrat" pitchFamily="2" charset="77"/>
              </a:rPr>
              <a:pPr/>
              <a:t>‹#›</a:t>
            </a:fld>
            <a:endParaRPr lang="en-US" sz="960">
              <a:solidFill>
                <a:srgbClr val="00EDED"/>
              </a:solidFill>
              <a:latin typeface="Montserrat" pitchFamily="2" charset="77"/>
            </a:endParaRPr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6980351B-95B5-3077-F4BA-53CFA563E5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7166" y="7796211"/>
            <a:ext cx="438927" cy="233714"/>
          </a:xfrm>
          <a:prstGeom prst="rect">
            <a:avLst/>
          </a:prstGeom>
        </p:spPr>
      </p:pic>
      <p:pic>
        <p:nvPicPr>
          <p:cNvPr id="7" name="Picture Placeholder 18" descr="A person in a suit and tie&#10;&#10;Description automatically generated">
            <a:extLst>
              <a:ext uri="{FF2B5EF4-FFF2-40B4-BE49-F238E27FC236}">
                <a16:creationId xmlns:a16="http://schemas.microsoft.com/office/drawing/2014/main" id="{CB8ADA05-DDB5-B9AB-782A-849938D47F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67" t="1172" r="38" b="1254"/>
          <a:stretch/>
        </p:blipFill>
        <p:spPr>
          <a:xfrm>
            <a:off x="7704390" y="1744258"/>
            <a:ext cx="2508558" cy="2510790"/>
          </a:xfrm>
          <a:prstGeom prst="rect">
            <a:avLst/>
          </a:prstGeom>
        </p:spPr>
      </p:pic>
      <p:sp>
        <p:nvSpPr>
          <p:cNvPr id="9" name="Picture Placeholder 43">
            <a:extLst>
              <a:ext uri="{FF2B5EF4-FFF2-40B4-BE49-F238E27FC236}">
                <a16:creationId xmlns:a16="http://schemas.microsoft.com/office/drawing/2014/main" id="{B39DBDE8-6DD2-35DF-1471-D6F315777B7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7704390" y="1744259"/>
            <a:ext cx="2508558" cy="2510790"/>
          </a:xfrm>
          <a:solidFill>
            <a:schemeClr val="accent4">
              <a:alpha val="56000"/>
            </a:schemeClr>
          </a:solidFill>
        </p:spPr>
        <p:txBody>
          <a:bodyPr rIns="0" anchor="t">
            <a:normAutofit/>
          </a:bodyPr>
          <a:lstStyle>
            <a:lvl1pPr marL="0" indent="0" algn="l">
              <a:buNone/>
              <a:defRPr sz="1680">
                <a:solidFill>
                  <a:srgbClr val="00EDED">
                    <a:alpha val="69000"/>
                  </a:srgbClr>
                </a:solidFill>
                <a:latin typeface="+mn-lt"/>
              </a:defRPr>
            </a:lvl1pPr>
          </a:lstStyle>
          <a:p>
            <a:r>
              <a:rPr lang="en-US"/>
              <a:t>Click Icon to Change Image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33E9347-116B-4E30-B01A-3D27A3101607}"/>
              </a:ext>
            </a:extLst>
          </p:cNvPr>
          <p:cNvSpPr/>
          <p:nvPr userDrawn="1"/>
        </p:nvSpPr>
        <p:spPr>
          <a:xfrm>
            <a:off x="7586288" y="1627096"/>
            <a:ext cx="2744758" cy="2745116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rgbClr val="00EDE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9698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4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pic>
        <p:nvPicPr>
          <p:cNvPr id="24" name="Picture Placeholder 18" descr="A person in a suit and tie&#10;&#10;Description automatically generated">
            <a:extLst>
              <a:ext uri="{FF2B5EF4-FFF2-40B4-BE49-F238E27FC236}">
                <a16:creationId xmlns:a16="http://schemas.microsoft.com/office/drawing/2014/main" id="{915F939E-100C-602E-BC0A-C2AEABBE30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67" t="1172" r="38" b="1254"/>
          <a:stretch/>
        </p:blipFill>
        <p:spPr>
          <a:xfrm>
            <a:off x="1311542" y="4907836"/>
            <a:ext cx="2508558" cy="2510790"/>
          </a:xfrm>
          <a:prstGeom prst="rect">
            <a:avLst/>
          </a:prstGeom>
        </p:spPr>
      </p:pic>
      <p:sp>
        <p:nvSpPr>
          <p:cNvPr id="25" name="Picture Placeholder 43">
            <a:extLst>
              <a:ext uri="{FF2B5EF4-FFF2-40B4-BE49-F238E27FC236}">
                <a16:creationId xmlns:a16="http://schemas.microsoft.com/office/drawing/2014/main" id="{9A7394D4-C605-6BF9-40D9-03DCF37D7D46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311542" y="4907837"/>
            <a:ext cx="2508558" cy="2510790"/>
          </a:xfrm>
          <a:solidFill>
            <a:schemeClr val="accent4">
              <a:alpha val="56000"/>
            </a:schemeClr>
          </a:solidFill>
        </p:spPr>
        <p:txBody>
          <a:bodyPr rIns="0" anchor="t">
            <a:normAutofit/>
          </a:bodyPr>
          <a:lstStyle>
            <a:lvl1pPr marL="0" indent="0" algn="l">
              <a:buNone/>
              <a:defRPr sz="1680">
                <a:solidFill>
                  <a:srgbClr val="00EDED">
                    <a:alpha val="69000"/>
                  </a:srgbClr>
                </a:solidFill>
                <a:latin typeface="+mn-lt"/>
              </a:defRPr>
            </a:lvl1pPr>
          </a:lstStyle>
          <a:p>
            <a:r>
              <a:rPr lang="en-US"/>
              <a:t>Click Icon to Change Image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8985181-521F-AE3C-416A-FED3179C8699}"/>
              </a:ext>
            </a:extLst>
          </p:cNvPr>
          <p:cNvSpPr/>
          <p:nvPr userDrawn="1"/>
        </p:nvSpPr>
        <p:spPr>
          <a:xfrm>
            <a:off x="1193440" y="4790674"/>
            <a:ext cx="2744758" cy="2745116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rgbClr val="00EDE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9698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4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7" name="Text Placeholder 63">
            <a:extLst>
              <a:ext uri="{FF2B5EF4-FFF2-40B4-BE49-F238E27FC236}">
                <a16:creationId xmlns:a16="http://schemas.microsoft.com/office/drawing/2014/main" id="{23F486CE-9B64-294D-E631-CC3754076CE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33904" y="4790674"/>
            <a:ext cx="3006367" cy="477719"/>
          </a:xfrm>
        </p:spPr>
        <p:txBody>
          <a:bodyPr lIns="0">
            <a:normAutofit/>
          </a:bodyPr>
          <a:lstStyle>
            <a:lvl1pPr marL="0" indent="0">
              <a:buNone/>
              <a:defRPr sz="2160" b="0" i="0">
                <a:solidFill>
                  <a:srgbClr val="00EDED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8" name="Text Placeholder 63">
            <a:extLst>
              <a:ext uri="{FF2B5EF4-FFF2-40B4-BE49-F238E27FC236}">
                <a16:creationId xmlns:a16="http://schemas.microsoft.com/office/drawing/2014/main" id="{54439993-D40F-3D99-88ED-1AEF9D5EB62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33904" y="5390209"/>
            <a:ext cx="3006367" cy="296647"/>
          </a:xfrm>
        </p:spPr>
        <p:txBody>
          <a:bodyPr lIns="0">
            <a:noAutofit/>
          </a:bodyPr>
          <a:lstStyle>
            <a:lvl1pPr marL="0" indent="0">
              <a:buNone/>
              <a:defRPr sz="1680" b="0" i="0">
                <a:solidFill>
                  <a:srgbClr val="003059"/>
                </a:solidFill>
                <a:highlight>
                  <a:srgbClr val="A2F3F3"/>
                </a:highlight>
                <a:latin typeface="+mn-lt"/>
              </a:defRPr>
            </a:lvl1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45" name="Text Placeholder 63">
            <a:extLst>
              <a:ext uri="{FF2B5EF4-FFF2-40B4-BE49-F238E27FC236}">
                <a16:creationId xmlns:a16="http://schemas.microsoft.com/office/drawing/2014/main" id="{9277DAAD-D5E8-159A-283F-F15F830D24E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33904" y="5925838"/>
            <a:ext cx="3006367" cy="1609950"/>
          </a:xfrm>
        </p:spPr>
        <p:txBody>
          <a:bodyPr lIns="0">
            <a:normAutofit/>
          </a:bodyPr>
          <a:lstStyle>
            <a:lvl1pPr marL="0" indent="0">
              <a:buNone/>
              <a:defRPr sz="168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1" name="Text Placeholder 63">
            <a:extLst>
              <a:ext uri="{FF2B5EF4-FFF2-40B4-BE49-F238E27FC236}">
                <a16:creationId xmlns:a16="http://schemas.microsoft.com/office/drawing/2014/main" id="{9DD10405-F3E1-6990-F88C-EE615BEE430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526752" y="4790674"/>
            <a:ext cx="3006367" cy="477719"/>
          </a:xfrm>
        </p:spPr>
        <p:txBody>
          <a:bodyPr lIns="0">
            <a:normAutofit/>
          </a:bodyPr>
          <a:lstStyle>
            <a:lvl1pPr marL="0" indent="0">
              <a:buNone/>
              <a:defRPr sz="2160" b="0" i="0">
                <a:solidFill>
                  <a:srgbClr val="00EDED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2" name="Text Placeholder 63">
            <a:extLst>
              <a:ext uri="{FF2B5EF4-FFF2-40B4-BE49-F238E27FC236}">
                <a16:creationId xmlns:a16="http://schemas.microsoft.com/office/drawing/2014/main" id="{77848427-B193-7EC2-80E8-8A502B1F8E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526752" y="5390209"/>
            <a:ext cx="3006367" cy="296647"/>
          </a:xfrm>
        </p:spPr>
        <p:txBody>
          <a:bodyPr lIns="0">
            <a:noAutofit/>
          </a:bodyPr>
          <a:lstStyle>
            <a:lvl1pPr marL="0" indent="0">
              <a:buNone/>
              <a:defRPr sz="1680" b="0" i="0">
                <a:solidFill>
                  <a:srgbClr val="003059"/>
                </a:solidFill>
                <a:highlight>
                  <a:srgbClr val="A2F3F3"/>
                </a:highlight>
                <a:latin typeface="+mn-lt"/>
              </a:defRPr>
            </a:lvl1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53" name="Text Placeholder 63">
            <a:extLst>
              <a:ext uri="{FF2B5EF4-FFF2-40B4-BE49-F238E27FC236}">
                <a16:creationId xmlns:a16="http://schemas.microsoft.com/office/drawing/2014/main" id="{FC2A8FA7-509F-CA9C-B061-D1F6E7B4E89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526752" y="5925838"/>
            <a:ext cx="3006367" cy="1609950"/>
          </a:xfrm>
        </p:spPr>
        <p:txBody>
          <a:bodyPr lIns="0">
            <a:normAutofit/>
          </a:bodyPr>
          <a:lstStyle>
            <a:lvl1pPr marL="0" indent="0">
              <a:buNone/>
              <a:defRPr sz="168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54" name="Picture Placeholder 18" descr="A person in a suit and tie&#10;&#10;Description automatically generated">
            <a:extLst>
              <a:ext uri="{FF2B5EF4-FFF2-40B4-BE49-F238E27FC236}">
                <a16:creationId xmlns:a16="http://schemas.microsoft.com/office/drawing/2014/main" id="{1F5F0B1D-5AE1-9ED7-5337-986D4E4210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67" t="1172" r="38" b="1254"/>
          <a:stretch/>
        </p:blipFill>
        <p:spPr>
          <a:xfrm>
            <a:off x="7704390" y="4907836"/>
            <a:ext cx="2508558" cy="2510790"/>
          </a:xfrm>
          <a:prstGeom prst="rect">
            <a:avLst/>
          </a:prstGeom>
        </p:spPr>
      </p:pic>
      <p:sp>
        <p:nvSpPr>
          <p:cNvPr id="55" name="Picture Placeholder 43">
            <a:extLst>
              <a:ext uri="{FF2B5EF4-FFF2-40B4-BE49-F238E27FC236}">
                <a16:creationId xmlns:a16="http://schemas.microsoft.com/office/drawing/2014/main" id="{9FBCC796-32DF-3849-816A-F7F4115EA346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7704390" y="4907837"/>
            <a:ext cx="2508558" cy="2510790"/>
          </a:xfrm>
          <a:solidFill>
            <a:schemeClr val="accent4">
              <a:alpha val="56000"/>
            </a:schemeClr>
          </a:solidFill>
        </p:spPr>
        <p:txBody>
          <a:bodyPr rIns="0" anchor="t">
            <a:normAutofit/>
          </a:bodyPr>
          <a:lstStyle>
            <a:lvl1pPr marL="0" indent="0" algn="l">
              <a:buNone/>
              <a:defRPr sz="1680">
                <a:solidFill>
                  <a:srgbClr val="00EDED">
                    <a:alpha val="69000"/>
                  </a:srgbClr>
                </a:solidFill>
                <a:latin typeface="+mn-lt"/>
              </a:defRPr>
            </a:lvl1pPr>
          </a:lstStyle>
          <a:p>
            <a:r>
              <a:rPr lang="en-US"/>
              <a:t>Click Icon to Change Image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5B4DAFBC-AC0E-BC84-DF54-9D5EAE857FC8}"/>
              </a:ext>
            </a:extLst>
          </p:cNvPr>
          <p:cNvSpPr/>
          <p:nvPr userDrawn="1"/>
        </p:nvSpPr>
        <p:spPr>
          <a:xfrm>
            <a:off x="7586288" y="4790674"/>
            <a:ext cx="2744758" cy="2745116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rgbClr val="00EDE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9698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4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6941540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2_Blank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D0D7B0BE-371D-7D88-B20B-F2B8A51EE5FD}"/>
              </a:ext>
            </a:extLst>
          </p:cNvPr>
          <p:cNvSpPr txBox="1">
            <a:spLocks/>
          </p:cNvSpPr>
          <p:nvPr userDrawn="1"/>
        </p:nvSpPr>
        <p:spPr>
          <a:xfrm>
            <a:off x="3852071" y="2312549"/>
            <a:ext cx="6926262" cy="3604504"/>
          </a:xfrm>
          <a:prstGeom prst="rect">
            <a:avLst/>
          </a:prstGeom>
        </p:spPr>
        <p:txBody>
          <a:bodyPr lIns="0" tIns="0" rIns="0" bIns="0" anchor="ctr"/>
          <a:lstStyle>
            <a:lvl1pPr marL="228517" indent="-228517" algn="l" defTabSz="91406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48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595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640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672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760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22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55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0754">
                <a:solidFill>
                  <a:srgbClr val="003059"/>
                </a:solidFill>
                <a:latin typeface="+mn-lt"/>
              </a:rPr>
              <a:t>Q&amp;A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E62FD1CA-5E48-5862-1268-DF1922074B44}"/>
              </a:ext>
            </a:extLst>
          </p:cNvPr>
          <p:cNvSpPr>
            <a:spLocks/>
          </p:cNvSpPr>
          <p:nvPr userDrawn="1"/>
        </p:nvSpPr>
        <p:spPr>
          <a:xfrm>
            <a:off x="0" y="2137420"/>
            <a:ext cx="2583559" cy="3954758"/>
          </a:xfrm>
          <a:custGeom>
            <a:avLst/>
            <a:gdLst>
              <a:gd name="connsiteX0" fmla="*/ 0 w 4467442"/>
              <a:gd name="connsiteY0" fmla="*/ 6837604 h 6837604"/>
              <a:gd name="connsiteX1" fmla="*/ 0 w 4467442"/>
              <a:gd name="connsiteY1" fmla="*/ 6212686 h 6837604"/>
              <a:gd name="connsiteX2" fmla="*/ 139678 w 4467442"/>
              <a:gd name="connsiteY2" fmla="*/ 6199024 h 6837604"/>
              <a:gd name="connsiteX3" fmla="*/ 2385725 w 4467442"/>
              <a:gd name="connsiteY3" fmla="*/ 5683531 h 6837604"/>
              <a:gd name="connsiteX4" fmla="*/ 3502074 w 4467442"/>
              <a:gd name="connsiteY4" fmla="*/ 5058530 h 6837604"/>
              <a:gd name="connsiteX5" fmla="*/ 3844214 w 4467442"/>
              <a:gd name="connsiteY5" fmla="*/ 4451257 h 6837604"/>
              <a:gd name="connsiteX6" fmla="*/ 3502074 w 4467442"/>
              <a:gd name="connsiteY6" fmla="*/ 3843984 h 6837604"/>
              <a:gd name="connsiteX7" fmla="*/ 3425541 w 4467442"/>
              <a:gd name="connsiteY7" fmla="*/ 3778807 h 6837604"/>
              <a:gd name="connsiteX8" fmla="*/ 2560535 w 4467442"/>
              <a:gd name="connsiteY8" fmla="*/ 4194200 h 6837604"/>
              <a:gd name="connsiteX9" fmla="*/ 164563 w 4467442"/>
              <a:gd name="connsiteY9" fmla="*/ 4746248 h 6837604"/>
              <a:gd name="connsiteX10" fmla="*/ 0 w 4467442"/>
              <a:gd name="connsiteY10" fmla="*/ 4762318 h 6837604"/>
              <a:gd name="connsiteX11" fmla="*/ 0 w 4467442"/>
              <a:gd name="connsiteY11" fmla="*/ 4138088 h 6837604"/>
              <a:gd name="connsiteX12" fmla="*/ 92781 w 4467442"/>
              <a:gd name="connsiteY12" fmla="*/ 4129013 h 6837604"/>
              <a:gd name="connsiteX13" fmla="*/ 2338587 w 4467442"/>
              <a:gd name="connsiteY13" fmla="*/ 3613519 h 6837604"/>
              <a:gd name="connsiteX14" fmla="*/ 2817793 w 4467442"/>
              <a:gd name="connsiteY14" fmla="*/ 3404954 h 6837604"/>
              <a:gd name="connsiteX15" fmla="*/ 2817966 w 4467442"/>
              <a:gd name="connsiteY15" fmla="*/ 3404780 h 6837604"/>
              <a:gd name="connsiteX16" fmla="*/ 2385725 w 4467442"/>
              <a:gd name="connsiteY16" fmla="*/ 3219331 h 6837604"/>
              <a:gd name="connsiteX17" fmla="*/ 139800 w 4467442"/>
              <a:gd name="connsiteY17" fmla="*/ 2703837 h 6837604"/>
              <a:gd name="connsiteX18" fmla="*/ 0 w 4467442"/>
              <a:gd name="connsiteY18" fmla="*/ 2690164 h 6837604"/>
              <a:gd name="connsiteX19" fmla="*/ 0 w 4467442"/>
              <a:gd name="connsiteY19" fmla="*/ 2065401 h 6837604"/>
              <a:gd name="connsiteX20" fmla="*/ 211777 w 4467442"/>
              <a:gd name="connsiteY20" fmla="*/ 2086081 h 6837604"/>
              <a:gd name="connsiteX21" fmla="*/ 2607673 w 4467442"/>
              <a:gd name="connsiteY21" fmla="*/ 2638129 h 6837604"/>
              <a:gd name="connsiteX22" fmla="*/ 3418234 w 4467442"/>
              <a:gd name="connsiteY22" fmla="*/ 3020846 h 6837604"/>
              <a:gd name="connsiteX23" fmla="*/ 3455284 w 4467442"/>
              <a:gd name="connsiteY23" fmla="*/ 2988345 h 6837604"/>
              <a:gd name="connsiteX24" fmla="*/ 3797424 w 4467442"/>
              <a:gd name="connsiteY24" fmla="*/ 2381072 h 6837604"/>
              <a:gd name="connsiteX25" fmla="*/ 3455284 w 4467442"/>
              <a:gd name="connsiteY25" fmla="*/ 1773799 h 6837604"/>
              <a:gd name="connsiteX26" fmla="*/ 2338761 w 4467442"/>
              <a:gd name="connsiteY26" fmla="*/ 1148798 h 6837604"/>
              <a:gd name="connsiteX27" fmla="*/ 92879 w 4467442"/>
              <a:gd name="connsiteY27" fmla="*/ 633305 h 6837604"/>
              <a:gd name="connsiteX28" fmla="*/ 0 w 4467442"/>
              <a:gd name="connsiteY28" fmla="*/ 624220 h 6837604"/>
              <a:gd name="connsiteX29" fmla="*/ 0 w 4467442"/>
              <a:gd name="connsiteY29" fmla="*/ 0 h 6837604"/>
              <a:gd name="connsiteX30" fmla="*/ 164563 w 4467442"/>
              <a:gd name="connsiteY30" fmla="*/ 16070 h 6837604"/>
              <a:gd name="connsiteX31" fmla="*/ 2560535 w 4467442"/>
              <a:gd name="connsiteY31" fmla="*/ 568118 h 6837604"/>
              <a:gd name="connsiteX32" fmla="*/ 3872045 w 4467442"/>
              <a:gd name="connsiteY32" fmla="*/ 1312001 h 6837604"/>
              <a:gd name="connsiteX33" fmla="*/ 4420304 w 4467442"/>
              <a:gd name="connsiteY33" fmla="*/ 2381246 h 6837604"/>
              <a:gd name="connsiteX34" fmla="*/ 3932402 w 4467442"/>
              <a:gd name="connsiteY34" fmla="*/ 3394352 h 6837604"/>
              <a:gd name="connsiteX35" fmla="*/ 3932576 w 4467442"/>
              <a:gd name="connsiteY35" fmla="*/ 3394526 h 6837604"/>
              <a:gd name="connsiteX36" fmla="*/ 4467442 w 4467442"/>
              <a:gd name="connsiteY36" fmla="*/ 4451605 h 6837604"/>
              <a:gd name="connsiteX37" fmla="*/ 3919182 w 4467442"/>
              <a:gd name="connsiteY37" fmla="*/ 5520849 h 6837604"/>
              <a:gd name="connsiteX38" fmla="*/ 2607499 w 4467442"/>
              <a:gd name="connsiteY38" fmla="*/ 6264732 h 6837604"/>
              <a:gd name="connsiteX39" fmla="*/ 211527 w 4467442"/>
              <a:gd name="connsiteY39" fmla="*/ 6816945 h 683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467442" h="6837604">
                <a:moveTo>
                  <a:pt x="0" y="6837604"/>
                </a:moveTo>
                <a:lnTo>
                  <a:pt x="0" y="6212686"/>
                </a:lnTo>
                <a:lnTo>
                  <a:pt x="139678" y="6199024"/>
                </a:lnTo>
                <a:cubicBezTo>
                  <a:pt x="1004355" y="6096737"/>
                  <a:pt x="1772260" y="5916646"/>
                  <a:pt x="2385725" y="5683531"/>
                </a:cubicBezTo>
                <a:cubicBezTo>
                  <a:pt x="2877455" y="5496517"/>
                  <a:pt x="3254035" y="5281521"/>
                  <a:pt x="3502074" y="5058530"/>
                </a:cubicBezTo>
                <a:cubicBezTo>
                  <a:pt x="3750287" y="4835539"/>
                  <a:pt x="3844214" y="4629754"/>
                  <a:pt x="3844214" y="4451257"/>
                </a:cubicBezTo>
                <a:cubicBezTo>
                  <a:pt x="3844214" y="4272760"/>
                  <a:pt x="3750287" y="4067149"/>
                  <a:pt x="3502074" y="3843984"/>
                </a:cubicBezTo>
                <a:cubicBezTo>
                  <a:pt x="3477723" y="3822085"/>
                  <a:pt x="3452327" y="3800359"/>
                  <a:pt x="3425541" y="3778807"/>
                </a:cubicBezTo>
                <a:cubicBezTo>
                  <a:pt x="3173153" y="3933667"/>
                  <a:pt x="2881281" y="4072363"/>
                  <a:pt x="2560535" y="4194200"/>
                </a:cubicBezTo>
                <a:cubicBezTo>
                  <a:pt x="1892604" y="4448063"/>
                  <a:pt x="1073563" y="4638854"/>
                  <a:pt x="164563" y="4746248"/>
                </a:cubicBezTo>
                <a:lnTo>
                  <a:pt x="0" y="4762318"/>
                </a:lnTo>
                <a:lnTo>
                  <a:pt x="0" y="4138088"/>
                </a:lnTo>
                <a:lnTo>
                  <a:pt x="92781" y="4129013"/>
                </a:lnTo>
                <a:cubicBezTo>
                  <a:pt x="957434" y="4026726"/>
                  <a:pt x="1725231" y="3846635"/>
                  <a:pt x="2338587" y="3613519"/>
                </a:cubicBezTo>
                <a:cubicBezTo>
                  <a:pt x="2513050" y="3547300"/>
                  <a:pt x="2672901" y="3477431"/>
                  <a:pt x="2817793" y="3404954"/>
                </a:cubicBezTo>
                <a:lnTo>
                  <a:pt x="2817966" y="3404780"/>
                </a:lnTo>
                <a:cubicBezTo>
                  <a:pt x="2685772" y="3340646"/>
                  <a:pt x="2541576" y="3278598"/>
                  <a:pt x="2385725" y="3219331"/>
                </a:cubicBezTo>
                <a:cubicBezTo>
                  <a:pt x="1772369" y="2986216"/>
                  <a:pt x="1004504" y="2806124"/>
                  <a:pt x="139800" y="2703837"/>
                </a:cubicBezTo>
                <a:lnTo>
                  <a:pt x="0" y="2690164"/>
                </a:lnTo>
                <a:lnTo>
                  <a:pt x="0" y="2065401"/>
                </a:lnTo>
                <a:lnTo>
                  <a:pt x="211777" y="2086081"/>
                </a:lnTo>
                <a:cubicBezTo>
                  <a:pt x="1120769" y="2193475"/>
                  <a:pt x="1939742" y="2384266"/>
                  <a:pt x="2607673" y="2638129"/>
                </a:cubicBezTo>
                <a:cubicBezTo>
                  <a:pt x="2905807" y="2751449"/>
                  <a:pt x="3178719" y="2879195"/>
                  <a:pt x="3418234" y="3020846"/>
                </a:cubicBezTo>
                <a:cubicBezTo>
                  <a:pt x="3430933" y="3010070"/>
                  <a:pt x="3443282" y="2999294"/>
                  <a:pt x="3455284" y="2988345"/>
                </a:cubicBezTo>
                <a:cubicBezTo>
                  <a:pt x="3703497" y="2765354"/>
                  <a:pt x="3797424" y="2559569"/>
                  <a:pt x="3797424" y="2381072"/>
                </a:cubicBezTo>
                <a:cubicBezTo>
                  <a:pt x="3797424" y="2202575"/>
                  <a:pt x="3703497" y="1996964"/>
                  <a:pt x="3455284" y="1773799"/>
                </a:cubicBezTo>
                <a:cubicBezTo>
                  <a:pt x="3207071" y="1550808"/>
                  <a:pt x="2830665" y="1335812"/>
                  <a:pt x="2338761" y="1148798"/>
                </a:cubicBezTo>
                <a:cubicBezTo>
                  <a:pt x="1725405" y="915683"/>
                  <a:pt x="957540" y="735592"/>
                  <a:pt x="92879" y="633305"/>
                </a:cubicBezTo>
                <a:lnTo>
                  <a:pt x="0" y="624220"/>
                </a:lnTo>
                <a:lnTo>
                  <a:pt x="0" y="0"/>
                </a:lnTo>
                <a:lnTo>
                  <a:pt x="164563" y="16070"/>
                </a:lnTo>
                <a:cubicBezTo>
                  <a:pt x="1073563" y="123464"/>
                  <a:pt x="1892604" y="314255"/>
                  <a:pt x="2560535" y="568118"/>
                </a:cubicBezTo>
                <a:cubicBezTo>
                  <a:pt x="3093662" y="770774"/>
                  <a:pt x="3546777" y="1019662"/>
                  <a:pt x="3872045" y="1312001"/>
                </a:cubicBezTo>
                <a:cubicBezTo>
                  <a:pt x="4197313" y="1604166"/>
                  <a:pt x="4420304" y="1964984"/>
                  <a:pt x="4420304" y="2381246"/>
                </a:cubicBezTo>
                <a:cubicBezTo>
                  <a:pt x="4420304" y="2771263"/>
                  <a:pt x="4224448" y="3112441"/>
                  <a:pt x="3932402" y="3394352"/>
                </a:cubicBezTo>
                <a:lnTo>
                  <a:pt x="3932576" y="3394526"/>
                </a:lnTo>
                <a:cubicBezTo>
                  <a:pt x="4250539" y="3684431"/>
                  <a:pt x="4467442" y="4035343"/>
                  <a:pt x="4467442" y="4451605"/>
                </a:cubicBezTo>
                <a:cubicBezTo>
                  <a:pt x="4467442" y="4867866"/>
                  <a:pt x="4244276" y="5228684"/>
                  <a:pt x="3919182" y="5520849"/>
                </a:cubicBezTo>
                <a:cubicBezTo>
                  <a:pt x="3593915" y="5813015"/>
                  <a:pt x="3140800" y="6062077"/>
                  <a:pt x="2607499" y="6264732"/>
                </a:cubicBezTo>
                <a:cubicBezTo>
                  <a:pt x="1939568" y="6518704"/>
                  <a:pt x="1120527" y="6709536"/>
                  <a:pt x="211527" y="6816945"/>
                </a:cubicBezTo>
                <a:close/>
              </a:path>
            </a:pathLst>
          </a:custGeom>
          <a:solidFill>
            <a:srgbClr val="003059"/>
          </a:solidFill>
          <a:ln w="173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160"/>
          </a:p>
        </p:txBody>
      </p:sp>
    </p:spTree>
    <p:extLst>
      <p:ext uri="{BB962C8B-B14F-4D97-AF65-F5344CB8AC3E}">
        <p14:creationId xmlns:p14="http://schemas.microsoft.com/office/powerpoint/2010/main" val="3583344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4_Blank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D0D7B0BE-371D-7D88-B20B-F2B8A51EE5FD}"/>
              </a:ext>
            </a:extLst>
          </p:cNvPr>
          <p:cNvSpPr txBox="1">
            <a:spLocks/>
          </p:cNvSpPr>
          <p:nvPr userDrawn="1"/>
        </p:nvSpPr>
        <p:spPr>
          <a:xfrm>
            <a:off x="3852071" y="2312549"/>
            <a:ext cx="6926262" cy="3604504"/>
          </a:xfrm>
          <a:prstGeom prst="rect">
            <a:avLst/>
          </a:prstGeom>
        </p:spPr>
        <p:txBody>
          <a:bodyPr lIns="0" tIns="0" rIns="0" bIns="0" anchor="ctr"/>
          <a:lstStyle>
            <a:lvl1pPr marL="228517" indent="-228517" algn="l" defTabSz="91406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48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595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640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672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760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22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55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0754">
                <a:solidFill>
                  <a:srgbClr val="00EDED"/>
                </a:solidFill>
                <a:latin typeface="+mn-lt"/>
              </a:rPr>
              <a:t>Q&amp;A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48F93217-BC79-CAE2-81BF-649EC04DD56C}"/>
              </a:ext>
            </a:extLst>
          </p:cNvPr>
          <p:cNvSpPr>
            <a:spLocks/>
          </p:cNvSpPr>
          <p:nvPr userDrawn="1"/>
        </p:nvSpPr>
        <p:spPr>
          <a:xfrm>
            <a:off x="0" y="2137420"/>
            <a:ext cx="2583559" cy="3954758"/>
          </a:xfrm>
          <a:custGeom>
            <a:avLst/>
            <a:gdLst>
              <a:gd name="connsiteX0" fmla="*/ 0 w 4467442"/>
              <a:gd name="connsiteY0" fmla="*/ 6837604 h 6837604"/>
              <a:gd name="connsiteX1" fmla="*/ 0 w 4467442"/>
              <a:gd name="connsiteY1" fmla="*/ 6212686 h 6837604"/>
              <a:gd name="connsiteX2" fmla="*/ 139678 w 4467442"/>
              <a:gd name="connsiteY2" fmla="*/ 6199024 h 6837604"/>
              <a:gd name="connsiteX3" fmla="*/ 2385725 w 4467442"/>
              <a:gd name="connsiteY3" fmla="*/ 5683531 h 6837604"/>
              <a:gd name="connsiteX4" fmla="*/ 3502074 w 4467442"/>
              <a:gd name="connsiteY4" fmla="*/ 5058530 h 6837604"/>
              <a:gd name="connsiteX5" fmla="*/ 3844214 w 4467442"/>
              <a:gd name="connsiteY5" fmla="*/ 4451257 h 6837604"/>
              <a:gd name="connsiteX6" fmla="*/ 3502074 w 4467442"/>
              <a:gd name="connsiteY6" fmla="*/ 3843984 h 6837604"/>
              <a:gd name="connsiteX7" fmla="*/ 3425541 w 4467442"/>
              <a:gd name="connsiteY7" fmla="*/ 3778807 h 6837604"/>
              <a:gd name="connsiteX8" fmla="*/ 2560535 w 4467442"/>
              <a:gd name="connsiteY8" fmla="*/ 4194200 h 6837604"/>
              <a:gd name="connsiteX9" fmla="*/ 164563 w 4467442"/>
              <a:gd name="connsiteY9" fmla="*/ 4746248 h 6837604"/>
              <a:gd name="connsiteX10" fmla="*/ 0 w 4467442"/>
              <a:gd name="connsiteY10" fmla="*/ 4762318 h 6837604"/>
              <a:gd name="connsiteX11" fmla="*/ 0 w 4467442"/>
              <a:gd name="connsiteY11" fmla="*/ 4138088 h 6837604"/>
              <a:gd name="connsiteX12" fmla="*/ 92781 w 4467442"/>
              <a:gd name="connsiteY12" fmla="*/ 4129013 h 6837604"/>
              <a:gd name="connsiteX13" fmla="*/ 2338587 w 4467442"/>
              <a:gd name="connsiteY13" fmla="*/ 3613519 h 6837604"/>
              <a:gd name="connsiteX14" fmla="*/ 2817793 w 4467442"/>
              <a:gd name="connsiteY14" fmla="*/ 3404954 h 6837604"/>
              <a:gd name="connsiteX15" fmla="*/ 2817966 w 4467442"/>
              <a:gd name="connsiteY15" fmla="*/ 3404780 h 6837604"/>
              <a:gd name="connsiteX16" fmla="*/ 2385725 w 4467442"/>
              <a:gd name="connsiteY16" fmla="*/ 3219331 h 6837604"/>
              <a:gd name="connsiteX17" fmla="*/ 139800 w 4467442"/>
              <a:gd name="connsiteY17" fmla="*/ 2703837 h 6837604"/>
              <a:gd name="connsiteX18" fmla="*/ 0 w 4467442"/>
              <a:gd name="connsiteY18" fmla="*/ 2690164 h 6837604"/>
              <a:gd name="connsiteX19" fmla="*/ 0 w 4467442"/>
              <a:gd name="connsiteY19" fmla="*/ 2065401 h 6837604"/>
              <a:gd name="connsiteX20" fmla="*/ 211777 w 4467442"/>
              <a:gd name="connsiteY20" fmla="*/ 2086081 h 6837604"/>
              <a:gd name="connsiteX21" fmla="*/ 2607673 w 4467442"/>
              <a:gd name="connsiteY21" fmla="*/ 2638129 h 6837604"/>
              <a:gd name="connsiteX22" fmla="*/ 3418234 w 4467442"/>
              <a:gd name="connsiteY22" fmla="*/ 3020846 h 6837604"/>
              <a:gd name="connsiteX23" fmla="*/ 3455284 w 4467442"/>
              <a:gd name="connsiteY23" fmla="*/ 2988345 h 6837604"/>
              <a:gd name="connsiteX24" fmla="*/ 3797424 w 4467442"/>
              <a:gd name="connsiteY24" fmla="*/ 2381072 h 6837604"/>
              <a:gd name="connsiteX25" fmla="*/ 3455284 w 4467442"/>
              <a:gd name="connsiteY25" fmla="*/ 1773799 h 6837604"/>
              <a:gd name="connsiteX26" fmla="*/ 2338761 w 4467442"/>
              <a:gd name="connsiteY26" fmla="*/ 1148798 h 6837604"/>
              <a:gd name="connsiteX27" fmla="*/ 92879 w 4467442"/>
              <a:gd name="connsiteY27" fmla="*/ 633305 h 6837604"/>
              <a:gd name="connsiteX28" fmla="*/ 0 w 4467442"/>
              <a:gd name="connsiteY28" fmla="*/ 624220 h 6837604"/>
              <a:gd name="connsiteX29" fmla="*/ 0 w 4467442"/>
              <a:gd name="connsiteY29" fmla="*/ 0 h 6837604"/>
              <a:gd name="connsiteX30" fmla="*/ 164563 w 4467442"/>
              <a:gd name="connsiteY30" fmla="*/ 16070 h 6837604"/>
              <a:gd name="connsiteX31" fmla="*/ 2560535 w 4467442"/>
              <a:gd name="connsiteY31" fmla="*/ 568118 h 6837604"/>
              <a:gd name="connsiteX32" fmla="*/ 3872045 w 4467442"/>
              <a:gd name="connsiteY32" fmla="*/ 1312001 h 6837604"/>
              <a:gd name="connsiteX33" fmla="*/ 4420304 w 4467442"/>
              <a:gd name="connsiteY33" fmla="*/ 2381246 h 6837604"/>
              <a:gd name="connsiteX34" fmla="*/ 3932402 w 4467442"/>
              <a:gd name="connsiteY34" fmla="*/ 3394352 h 6837604"/>
              <a:gd name="connsiteX35" fmla="*/ 3932576 w 4467442"/>
              <a:gd name="connsiteY35" fmla="*/ 3394526 h 6837604"/>
              <a:gd name="connsiteX36" fmla="*/ 4467442 w 4467442"/>
              <a:gd name="connsiteY36" fmla="*/ 4451605 h 6837604"/>
              <a:gd name="connsiteX37" fmla="*/ 3919182 w 4467442"/>
              <a:gd name="connsiteY37" fmla="*/ 5520849 h 6837604"/>
              <a:gd name="connsiteX38" fmla="*/ 2607499 w 4467442"/>
              <a:gd name="connsiteY38" fmla="*/ 6264732 h 6837604"/>
              <a:gd name="connsiteX39" fmla="*/ 211527 w 4467442"/>
              <a:gd name="connsiteY39" fmla="*/ 6816945 h 683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467442" h="6837604">
                <a:moveTo>
                  <a:pt x="0" y="6837604"/>
                </a:moveTo>
                <a:lnTo>
                  <a:pt x="0" y="6212686"/>
                </a:lnTo>
                <a:lnTo>
                  <a:pt x="139678" y="6199024"/>
                </a:lnTo>
                <a:cubicBezTo>
                  <a:pt x="1004355" y="6096737"/>
                  <a:pt x="1772260" y="5916646"/>
                  <a:pt x="2385725" y="5683531"/>
                </a:cubicBezTo>
                <a:cubicBezTo>
                  <a:pt x="2877455" y="5496517"/>
                  <a:pt x="3254035" y="5281521"/>
                  <a:pt x="3502074" y="5058530"/>
                </a:cubicBezTo>
                <a:cubicBezTo>
                  <a:pt x="3750287" y="4835539"/>
                  <a:pt x="3844214" y="4629754"/>
                  <a:pt x="3844214" y="4451257"/>
                </a:cubicBezTo>
                <a:cubicBezTo>
                  <a:pt x="3844214" y="4272760"/>
                  <a:pt x="3750287" y="4067149"/>
                  <a:pt x="3502074" y="3843984"/>
                </a:cubicBezTo>
                <a:cubicBezTo>
                  <a:pt x="3477723" y="3822085"/>
                  <a:pt x="3452327" y="3800359"/>
                  <a:pt x="3425541" y="3778807"/>
                </a:cubicBezTo>
                <a:cubicBezTo>
                  <a:pt x="3173153" y="3933667"/>
                  <a:pt x="2881281" y="4072363"/>
                  <a:pt x="2560535" y="4194200"/>
                </a:cubicBezTo>
                <a:cubicBezTo>
                  <a:pt x="1892604" y="4448063"/>
                  <a:pt x="1073563" y="4638854"/>
                  <a:pt x="164563" y="4746248"/>
                </a:cubicBezTo>
                <a:lnTo>
                  <a:pt x="0" y="4762318"/>
                </a:lnTo>
                <a:lnTo>
                  <a:pt x="0" y="4138088"/>
                </a:lnTo>
                <a:lnTo>
                  <a:pt x="92781" y="4129013"/>
                </a:lnTo>
                <a:cubicBezTo>
                  <a:pt x="957434" y="4026726"/>
                  <a:pt x="1725231" y="3846635"/>
                  <a:pt x="2338587" y="3613519"/>
                </a:cubicBezTo>
                <a:cubicBezTo>
                  <a:pt x="2513050" y="3547300"/>
                  <a:pt x="2672901" y="3477431"/>
                  <a:pt x="2817793" y="3404954"/>
                </a:cubicBezTo>
                <a:lnTo>
                  <a:pt x="2817966" y="3404780"/>
                </a:lnTo>
                <a:cubicBezTo>
                  <a:pt x="2685772" y="3340646"/>
                  <a:pt x="2541576" y="3278598"/>
                  <a:pt x="2385725" y="3219331"/>
                </a:cubicBezTo>
                <a:cubicBezTo>
                  <a:pt x="1772369" y="2986216"/>
                  <a:pt x="1004504" y="2806124"/>
                  <a:pt x="139800" y="2703837"/>
                </a:cubicBezTo>
                <a:lnTo>
                  <a:pt x="0" y="2690164"/>
                </a:lnTo>
                <a:lnTo>
                  <a:pt x="0" y="2065401"/>
                </a:lnTo>
                <a:lnTo>
                  <a:pt x="211777" y="2086081"/>
                </a:lnTo>
                <a:cubicBezTo>
                  <a:pt x="1120769" y="2193475"/>
                  <a:pt x="1939742" y="2384266"/>
                  <a:pt x="2607673" y="2638129"/>
                </a:cubicBezTo>
                <a:cubicBezTo>
                  <a:pt x="2905807" y="2751449"/>
                  <a:pt x="3178719" y="2879195"/>
                  <a:pt x="3418234" y="3020846"/>
                </a:cubicBezTo>
                <a:cubicBezTo>
                  <a:pt x="3430933" y="3010070"/>
                  <a:pt x="3443282" y="2999294"/>
                  <a:pt x="3455284" y="2988345"/>
                </a:cubicBezTo>
                <a:cubicBezTo>
                  <a:pt x="3703497" y="2765354"/>
                  <a:pt x="3797424" y="2559569"/>
                  <a:pt x="3797424" y="2381072"/>
                </a:cubicBezTo>
                <a:cubicBezTo>
                  <a:pt x="3797424" y="2202575"/>
                  <a:pt x="3703497" y="1996964"/>
                  <a:pt x="3455284" y="1773799"/>
                </a:cubicBezTo>
                <a:cubicBezTo>
                  <a:pt x="3207071" y="1550808"/>
                  <a:pt x="2830665" y="1335812"/>
                  <a:pt x="2338761" y="1148798"/>
                </a:cubicBezTo>
                <a:cubicBezTo>
                  <a:pt x="1725405" y="915683"/>
                  <a:pt x="957540" y="735592"/>
                  <a:pt x="92879" y="633305"/>
                </a:cubicBezTo>
                <a:lnTo>
                  <a:pt x="0" y="624220"/>
                </a:lnTo>
                <a:lnTo>
                  <a:pt x="0" y="0"/>
                </a:lnTo>
                <a:lnTo>
                  <a:pt x="164563" y="16070"/>
                </a:lnTo>
                <a:cubicBezTo>
                  <a:pt x="1073563" y="123464"/>
                  <a:pt x="1892604" y="314255"/>
                  <a:pt x="2560535" y="568118"/>
                </a:cubicBezTo>
                <a:cubicBezTo>
                  <a:pt x="3093662" y="770774"/>
                  <a:pt x="3546777" y="1019662"/>
                  <a:pt x="3872045" y="1312001"/>
                </a:cubicBezTo>
                <a:cubicBezTo>
                  <a:pt x="4197313" y="1604166"/>
                  <a:pt x="4420304" y="1964984"/>
                  <a:pt x="4420304" y="2381246"/>
                </a:cubicBezTo>
                <a:cubicBezTo>
                  <a:pt x="4420304" y="2771263"/>
                  <a:pt x="4224448" y="3112441"/>
                  <a:pt x="3932402" y="3394352"/>
                </a:cubicBezTo>
                <a:lnTo>
                  <a:pt x="3932576" y="3394526"/>
                </a:lnTo>
                <a:cubicBezTo>
                  <a:pt x="4250539" y="3684431"/>
                  <a:pt x="4467442" y="4035343"/>
                  <a:pt x="4467442" y="4451605"/>
                </a:cubicBezTo>
                <a:cubicBezTo>
                  <a:pt x="4467442" y="4867866"/>
                  <a:pt x="4244276" y="5228684"/>
                  <a:pt x="3919182" y="5520849"/>
                </a:cubicBezTo>
                <a:cubicBezTo>
                  <a:pt x="3593915" y="5813015"/>
                  <a:pt x="3140800" y="6062077"/>
                  <a:pt x="2607499" y="6264732"/>
                </a:cubicBezTo>
                <a:cubicBezTo>
                  <a:pt x="1939568" y="6518704"/>
                  <a:pt x="1120527" y="6709536"/>
                  <a:pt x="211527" y="6816945"/>
                </a:cubicBezTo>
                <a:close/>
              </a:path>
            </a:pathLst>
          </a:custGeom>
          <a:solidFill>
            <a:srgbClr val="00EDED"/>
          </a:solidFill>
          <a:ln w="173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160"/>
          </a:p>
        </p:txBody>
      </p:sp>
    </p:spTree>
    <p:extLst>
      <p:ext uri="{BB962C8B-B14F-4D97-AF65-F5344CB8AC3E}">
        <p14:creationId xmlns:p14="http://schemas.microsoft.com/office/powerpoint/2010/main" val="34932745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3_Blank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D0D7B0BE-371D-7D88-B20B-F2B8A51EE5FD}"/>
              </a:ext>
            </a:extLst>
          </p:cNvPr>
          <p:cNvSpPr txBox="1">
            <a:spLocks/>
          </p:cNvSpPr>
          <p:nvPr userDrawn="1"/>
        </p:nvSpPr>
        <p:spPr>
          <a:xfrm>
            <a:off x="3852071" y="2312549"/>
            <a:ext cx="6926262" cy="3604504"/>
          </a:xfrm>
          <a:prstGeom prst="rect">
            <a:avLst/>
          </a:prstGeom>
        </p:spPr>
        <p:txBody>
          <a:bodyPr lIns="0" tIns="0" rIns="0" bIns="0" anchor="ctr"/>
          <a:lstStyle>
            <a:lvl1pPr marL="228517" indent="-228517" algn="l" defTabSz="91406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48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595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640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672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760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22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55" indent="-228517" algn="l" defTabSz="9140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0754">
                <a:solidFill>
                  <a:srgbClr val="00EDED"/>
                </a:solidFill>
                <a:latin typeface="+mn-lt"/>
              </a:rPr>
              <a:t>Q&amp;A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AE91DE7F-49D5-FF1B-5CAA-451E48CC039A}"/>
              </a:ext>
            </a:extLst>
          </p:cNvPr>
          <p:cNvSpPr>
            <a:spLocks/>
          </p:cNvSpPr>
          <p:nvPr userDrawn="1"/>
        </p:nvSpPr>
        <p:spPr>
          <a:xfrm>
            <a:off x="0" y="2137420"/>
            <a:ext cx="2583559" cy="3954758"/>
          </a:xfrm>
          <a:custGeom>
            <a:avLst/>
            <a:gdLst>
              <a:gd name="connsiteX0" fmla="*/ 0 w 4467442"/>
              <a:gd name="connsiteY0" fmla="*/ 6837604 h 6837604"/>
              <a:gd name="connsiteX1" fmla="*/ 0 w 4467442"/>
              <a:gd name="connsiteY1" fmla="*/ 6212686 h 6837604"/>
              <a:gd name="connsiteX2" fmla="*/ 139678 w 4467442"/>
              <a:gd name="connsiteY2" fmla="*/ 6199024 h 6837604"/>
              <a:gd name="connsiteX3" fmla="*/ 2385725 w 4467442"/>
              <a:gd name="connsiteY3" fmla="*/ 5683531 h 6837604"/>
              <a:gd name="connsiteX4" fmla="*/ 3502074 w 4467442"/>
              <a:gd name="connsiteY4" fmla="*/ 5058530 h 6837604"/>
              <a:gd name="connsiteX5" fmla="*/ 3844214 w 4467442"/>
              <a:gd name="connsiteY5" fmla="*/ 4451257 h 6837604"/>
              <a:gd name="connsiteX6" fmla="*/ 3502074 w 4467442"/>
              <a:gd name="connsiteY6" fmla="*/ 3843984 h 6837604"/>
              <a:gd name="connsiteX7" fmla="*/ 3425541 w 4467442"/>
              <a:gd name="connsiteY7" fmla="*/ 3778807 h 6837604"/>
              <a:gd name="connsiteX8" fmla="*/ 2560535 w 4467442"/>
              <a:gd name="connsiteY8" fmla="*/ 4194200 h 6837604"/>
              <a:gd name="connsiteX9" fmla="*/ 164563 w 4467442"/>
              <a:gd name="connsiteY9" fmla="*/ 4746248 h 6837604"/>
              <a:gd name="connsiteX10" fmla="*/ 0 w 4467442"/>
              <a:gd name="connsiteY10" fmla="*/ 4762318 h 6837604"/>
              <a:gd name="connsiteX11" fmla="*/ 0 w 4467442"/>
              <a:gd name="connsiteY11" fmla="*/ 4138088 h 6837604"/>
              <a:gd name="connsiteX12" fmla="*/ 92781 w 4467442"/>
              <a:gd name="connsiteY12" fmla="*/ 4129013 h 6837604"/>
              <a:gd name="connsiteX13" fmla="*/ 2338587 w 4467442"/>
              <a:gd name="connsiteY13" fmla="*/ 3613519 h 6837604"/>
              <a:gd name="connsiteX14" fmla="*/ 2817793 w 4467442"/>
              <a:gd name="connsiteY14" fmla="*/ 3404954 h 6837604"/>
              <a:gd name="connsiteX15" fmla="*/ 2817966 w 4467442"/>
              <a:gd name="connsiteY15" fmla="*/ 3404780 h 6837604"/>
              <a:gd name="connsiteX16" fmla="*/ 2385725 w 4467442"/>
              <a:gd name="connsiteY16" fmla="*/ 3219331 h 6837604"/>
              <a:gd name="connsiteX17" fmla="*/ 139800 w 4467442"/>
              <a:gd name="connsiteY17" fmla="*/ 2703837 h 6837604"/>
              <a:gd name="connsiteX18" fmla="*/ 0 w 4467442"/>
              <a:gd name="connsiteY18" fmla="*/ 2690164 h 6837604"/>
              <a:gd name="connsiteX19" fmla="*/ 0 w 4467442"/>
              <a:gd name="connsiteY19" fmla="*/ 2065401 h 6837604"/>
              <a:gd name="connsiteX20" fmla="*/ 211777 w 4467442"/>
              <a:gd name="connsiteY20" fmla="*/ 2086081 h 6837604"/>
              <a:gd name="connsiteX21" fmla="*/ 2607673 w 4467442"/>
              <a:gd name="connsiteY21" fmla="*/ 2638129 h 6837604"/>
              <a:gd name="connsiteX22" fmla="*/ 3418234 w 4467442"/>
              <a:gd name="connsiteY22" fmla="*/ 3020846 h 6837604"/>
              <a:gd name="connsiteX23" fmla="*/ 3455284 w 4467442"/>
              <a:gd name="connsiteY23" fmla="*/ 2988345 h 6837604"/>
              <a:gd name="connsiteX24" fmla="*/ 3797424 w 4467442"/>
              <a:gd name="connsiteY24" fmla="*/ 2381072 h 6837604"/>
              <a:gd name="connsiteX25" fmla="*/ 3455284 w 4467442"/>
              <a:gd name="connsiteY25" fmla="*/ 1773799 h 6837604"/>
              <a:gd name="connsiteX26" fmla="*/ 2338761 w 4467442"/>
              <a:gd name="connsiteY26" fmla="*/ 1148798 h 6837604"/>
              <a:gd name="connsiteX27" fmla="*/ 92879 w 4467442"/>
              <a:gd name="connsiteY27" fmla="*/ 633305 h 6837604"/>
              <a:gd name="connsiteX28" fmla="*/ 0 w 4467442"/>
              <a:gd name="connsiteY28" fmla="*/ 624220 h 6837604"/>
              <a:gd name="connsiteX29" fmla="*/ 0 w 4467442"/>
              <a:gd name="connsiteY29" fmla="*/ 0 h 6837604"/>
              <a:gd name="connsiteX30" fmla="*/ 164563 w 4467442"/>
              <a:gd name="connsiteY30" fmla="*/ 16070 h 6837604"/>
              <a:gd name="connsiteX31" fmla="*/ 2560535 w 4467442"/>
              <a:gd name="connsiteY31" fmla="*/ 568118 h 6837604"/>
              <a:gd name="connsiteX32" fmla="*/ 3872045 w 4467442"/>
              <a:gd name="connsiteY32" fmla="*/ 1312001 h 6837604"/>
              <a:gd name="connsiteX33" fmla="*/ 4420304 w 4467442"/>
              <a:gd name="connsiteY33" fmla="*/ 2381246 h 6837604"/>
              <a:gd name="connsiteX34" fmla="*/ 3932402 w 4467442"/>
              <a:gd name="connsiteY34" fmla="*/ 3394352 h 6837604"/>
              <a:gd name="connsiteX35" fmla="*/ 3932576 w 4467442"/>
              <a:gd name="connsiteY35" fmla="*/ 3394526 h 6837604"/>
              <a:gd name="connsiteX36" fmla="*/ 4467442 w 4467442"/>
              <a:gd name="connsiteY36" fmla="*/ 4451605 h 6837604"/>
              <a:gd name="connsiteX37" fmla="*/ 3919182 w 4467442"/>
              <a:gd name="connsiteY37" fmla="*/ 5520849 h 6837604"/>
              <a:gd name="connsiteX38" fmla="*/ 2607499 w 4467442"/>
              <a:gd name="connsiteY38" fmla="*/ 6264732 h 6837604"/>
              <a:gd name="connsiteX39" fmla="*/ 211527 w 4467442"/>
              <a:gd name="connsiteY39" fmla="*/ 6816945 h 683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467442" h="6837604">
                <a:moveTo>
                  <a:pt x="0" y="6837604"/>
                </a:moveTo>
                <a:lnTo>
                  <a:pt x="0" y="6212686"/>
                </a:lnTo>
                <a:lnTo>
                  <a:pt x="139678" y="6199024"/>
                </a:lnTo>
                <a:cubicBezTo>
                  <a:pt x="1004355" y="6096737"/>
                  <a:pt x="1772260" y="5916646"/>
                  <a:pt x="2385725" y="5683531"/>
                </a:cubicBezTo>
                <a:cubicBezTo>
                  <a:pt x="2877455" y="5496517"/>
                  <a:pt x="3254035" y="5281521"/>
                  <a:pt x="3502074" y="5058530"/>
                </a:cubicBezTo>
                <a:cubicBezTo>
                  <a:pt x="3750287" y="4835539"/>
                  <a:pt x="3844214" y="4629754"/>
                  <a:pt x="3844214" y="4451257"/>
                </a:cubicBezTo>
                <a:cubicBezTo>
                  <a:pt x="3844214" y="4272760"/>
                  <a:pt x="3750287" y="4067149"/>
                  <a:pt x="3502074" y="3843984"/>
                </a:cubicBezTo>
                <a:cubicBezTo>
                  <a:pt x="3477723" y="3822085"/>
                  <a:pt x="3452327" y="3800359"/>
                  <a:pt x="3425541" y="3778807"/>
                </a:cubicBezTo>
                <a:cubicBezTo>
                  <a:pt x="3173153" y="3933667"/>
                  <a:pt x="2881281" y="4072363"/>
                  <a:pt x="2560535" y="4194200"/>
                </a:cubicBezTo>
                <a:cubicBezTo>
                  <a:pt x="1892604" y="4448063"/>
                  <a:pt x="1073563" y="4638854"/>
                  <a:pt x="164563" y="4746248"/>
                </a:cubicBezTo>
                <a:lnTo>
                  <a:pt x="0" y="4762318"/>
                </a:lnTo>
                <a:lnTo>
                  <a:pt x="0" y="4138088"/>
                </a:lnTo>
                <a:lnTo>
                  <a:pt x="92781" y="4129013"/>
                </a:lnTo>
                <a:cubicBezTo>
                  <a:pt x="957434" y="4026726"/>
                  <a:pt x="1725231" y="3846635"/>
                  <a:pt x="2338587" y="3613519"/>
                </a:cubicBezTo>
                <a:cubicBezTo>
                  <a:pt x="2513050" y="3547300"/>
                  <a:pt x="2672901" y="3477431"/>
                  <a:pt x="2817793" y="3404954"/>
                </a:cubicBezTo>
                <a:lnTo>
                  <a:pt x="2817966" y="3404780"/>
                </a:lnTo>
                <a:cubicBezTo>
                  <a:pt x="2685772" y="3340646"/>
                  <a:pt x="2541576" y="3278598"/>
                  <a:pt x="2385725" y="3219331"/>
                </a:cubicBezTo>
                <a:cubicBezTo>
                  <a:pt x="1772369" y="2986216"/>
                  <a:pt x="1004504" y="2806124"/>
                  <a:pt x="139800" y="2703837"/>
                </a:cubicBezTo>
                <a:lnTo>
                  <a:pt x="0" y="2690164"/>
                </a:lnTo>
                <a:lnTo>
                  <a:pt x="0" y="2065401"/>
                </a:lnTo>
                <a:lnTo>
                  <a:pt x="211777" y="2086081"/>
                </a:lnTo>
                <a:cubicBezTo>
                  <a:pt x="1120769" y="2193475"/>
                  <a:pt x="1939742" y="2384266"/>
                  <a:pt x="2607673" y="2638129"/>
                </a:cubicBezTo>
                <a:cubicBezTo>
                  <a:pt x="2905807" y="2751449"/>
                  <a:pt x="3178719" y="2879195"/>
                  <a:pt x="3418234" y="3020846"/>
                </a:cubicBezTo>
                <a:cubicBezTo>
                  <a:pt x="3430933" y="3010070"/>
                  <a:pt x="3443282" y="2999294"/>
                  <a:pt x="3455284" y="2988345"/>
                </a:cubicBezTo>
                <a:cubicBezTo>
                  <a:pt x="3703497" y="2765354"/>
                  <a:pt x="3797424" y="2559569"/>
                  <a:pt x="3797424" y="2381072"/>
                </a:cubicBezTo>
                <a:cubicBezTo>
                  <a:pt x="3797424" y="2202575"/>
                  <a:pt x="3703497" y="1996964"/>
                  <a:pt x="3455284" y="1773799"/>
                </a:cubicBezTo>
                <a:cubicBezTo>
                  <a:pt x="3207071" y="1550808"/>
                  <a:pt x="2830665" y="1335812"/>
                  <a:pt x="2338761" y="1148798"/>
                </a:cubicBezTo>
                <a:cubicBezTo>
                  <a:pt x="1725405" y="915683"/>
                  <a:pt x="957540" y="735592"/>
                  <a:pt x="92879" y="633305"/>
                </a:cubicBezTo>
                <a:lnTo>
                  <a:pt x="0" y="624220"/>
                </a:lnTo>
                <a:lnTo>
                  <a:pt x="0" y="0"/>
                </a:lnTo>
                <a:lnTo>
                  <a:pt x="164563" y="16070"/>
                </a:lnTo>
                <a:cubicBezTo>
                  <a:pt x="1073563" y="123464"/>
                  <a:pt x="1892604" y="314255"/>
                  <a:pt x="2560535" y="568118"/>
                </a:cubicBezTo>
                <a:cubicBezTo>
                  <a:pt x="3093662" y="770774"/>
                  <a:pt x="3546777" y="1019662"/>
                  <a:pt x="3872045" y="1312001"/>
                </a:cubicBezTo>
                <a:cubicBezTo>
                  <a:pt x="4197313" y="1604166"/>
                  <a:pt x="4420304" y="1964984"/>
                  <a:pt x="4420304" y="2381246"/>
                </a:cubicBezTo>
                <a:cubicBezTo>
                  <a:pt x="4420304" y="2771263"/>
                  <a:pt x="4224448" y="3112441"/>
                  <a:pt x="3932402" y="3394352"/>
                </a:cubicBezTo>
                <a:lnTo>
                  <a:pt x="3932576" y="3394526"/>
                </a:lnTo>
                <a:cubicBezTo>
                  <a:pt x="4250539" y="3684431"/>
                  <a:pt x="4467442" y="4035343"/>
                  <a:pt x="4467442" y="4451605"/>
                </a:cubicBezTo>
                <a:cubicBezTo>
                  <a:pt x="4467442" y="4867866"/>
                  <a:pt x="4244276" y="5228684"/>
                  <a:pt x="3919182" y="5520849"/>
                </a:cubicBezTo>
                <a:cubicBezTo>
                  <a:pt x="3593915" y="5813015"/>
                  <a:pt x="3140800" y="6062077"/>
                  <a:pt x="2607499" y="6264732"/>
                </a:cubicBezTo>
                <a:cubicBezTo>
                  <a:pt x="1939568" y="6518704"/>
                  <a:pt x="1120527" y="6709536"/>
                  <a:pt x="211527" y="6816945"/>
                </a:cubicBezTo>
                <a:close/>
              </a:path>
            </a:pathLst>
          </a:custGeom>
          <a:solidFill>
            <a:srgbClr val="00EDED"/>
          </a:solidFill>
          <a:ln w="173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160"/>
          </a:p>
        </p:txBody>
      </p:sp>
    </p:spTree>
    <p:extLst>
      <p:ext uri="{BB962C8B-B14F-4D97-AF65-F5344CB8AC3E}">
        <p14:creationId xmlns:p14="http://schemas.microsoft.com/office/powerpoint/2010/main" val="2681294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d P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A13062D-36D8-1F52-F4DE-B1C2AA2AFEC1}"/>
              </a:ext>
            </a:extLst>
          </p:cNvPr>
          <p:cNvSpPr/>
          <p:nvPr userDrawn="1"/>
        </p:nvSpPr>
        <p:spPr>
          <a:xfrm>
            <a:off x="0" y="6720840"/>
            <a:ext cx="14630400" cy="1508760"/>
          </a:xfrm>
          <a:prstGeom prst="rect">
            <a:avLst/>
          </a:prstGeom>
          <a:solidFill>
            <a:srgbClr val="F4F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E6EE4B-0811-69DE-2A0E-45AD15613919}"/>
              </a:ext>
            </a:extLst>
          </p:cNvPr>
          <p:cNvSpPr txBox="1"/>
          <p:nvPr userDrawn="1"/>
        </p:nvSpPr>
        <p:spPr>
          <a:xfrm>
            <a:off x="427797" y="0"/>
            <a:ext cx="6601319" cy="2233981"/>
          </a:xfrm>
          <a:prstGeom prst="rect">
            <a:avLst/>
          </a:prstGeom>
          <a:noFill/>
        </p:spPr>
        <p:txBody>
          <a:bodyPr wrap="square" lIns="109699" tIns="54850" rIns="109699" bIns="54850" rtlCol="0" anchor="t">
            <a:spAutoFit/>
          </a:bodyPr>
          <a:lstStyle/>
          <a:p>
            <a:r>
              <a:rPr lang="en-GB" sz="13797" b="0" i="0">
                <a:solidFill>
                  <a:srgbClr val="003059"/>
                </a:solidFill>
                <a:latin typeface="+mn-lt"/>
                <a:ea typeface="Noto Sans"/>
                <a:cs typeface="Noto Sans"/>
              </a:rPr>
              <a:t>Thank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07C28E-0A3B-63C8-D57B-35C05C063825}"/>
              </a:ext>
            </a:extLst>
          </p:cNvPr>
          <p:cNvSpPr txBox="1"/>
          <p:nvPr userDrawn="1"/>
        </p:nvSpPr>
        <p:spPr>
          <a:xfrm>
            <a:off x="9149010" y="5603612"/>
            <a:ext cx="4755087" cy="2233981"/>
          </a:xfrm>
          <a:prstGeom prst="rect">
            <a:avLst/>
          </a:prstGeom>
          <a:noFill/>
        </p:spPr>
        <p:txBody>
          <a:bodyPr wrap="square" lIns="109699" tIns="54850" rIns="109699" bIns="54850" rtlCol="0" anchor="t">
            <a:spAutoFit/>
          </a:bodyPr>
          <a:lstStyle/>
          <a:p>
            <a:pPr algn="r"/>
            <a:r>
              <a:rPr lang="en-GB" sz="13797" b="0" i="0">
                <a:solidFill>
                  <a:srgbClr val="003059"/>
                </a:solidFill>
                <a:latin typeface="+mn-lt"/>
                <a:ea typeface="Noto Sans"/>
                <a:cs typeface="Noto Sans"/>
              </a:rPr>
              <a:t>you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E5A2CB0E-93C9-E51D-ECED-147E26DF72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1405" y="3100930"/>
            <a:ext cx="3007594" cy="202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0471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P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A13062D-36D8-1F52-F4DE-B1C2AA2AFEC1}"/>
              </a:ext>
            </a:extLst>
          </p:cNvPr>
          <p:cNvSpPr/>
          <p:nvPr userDrawn="1"/>
        </p:nvSpPr>
        <p:spPr>
          <a:xfrm>
            <a:off x="0" y="6720840"/>
            <a:ext cx="14630400" cy="1508760"/>
          </a:xfrm>
          <a:prstGeom prst="rect">
            <a:avLst/>
          </a:prstGeom>
          <a:solidFill>
            <a:srgbClr val="0030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E6EE4B-0811-69DE-2A0E-45AD15613919}"/>
              </a:ext>
            </a:extLst>
          </p:cNvPr>
          <p:cNvSpPr txBox="1"/>
          <p:nvPr userDrawn="1"/>
        </p:nvSpPr>
        <p:spPr>
          <a:xfrm>
            <a:off x="427797" y="0"/>
            <a:ext cx="6601319" cy="2233981"/>
          </a:xfrm>
          <a:prstGeom prst="rect">
            <a:avLst/>
          </a:prstGeom>
          <a:noFill/>
        </p:spPr>
        <p:txBody>
          <a:bodyPr wrap="square" lIns="109699" tIns="54850" rIns="109699" bIns="54850" rtlCol="0" anchor="t">
            <a:spAutoFit/>
          </a:bodyPr>
          <a:lstStyle/>
          <a:p>
            <a:r>
              <a:rPr lang="en-GB" sz="13797" b="0" i="0">
                <a:solidFill>
                  <a:srgbClr val="00EDED"/>
                </a:solidFill>
                <a:latin typeface="+mn-lt"/>
                <a:ea typeface="Noto Sans"/>
                <a:cs typeface="Noto Sans"/>
              </a:rPr>
              <a:t>Thank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07C28E-0A3B-63C8-D57B-35C05C063825}"/>
              </a:ext>
            </a:extLst>
          </p:cNvPr>
          <p:cNvSpPr txBox="1"/>
          <p:nvPr userDrawn="1"/>
        </p:nvSpPr>
        <p:spPr>
          <a:xfrm>
            <a:off x="9149010" y="5603612"/>
            <a:ext cx="4755087" cy="2233981"/>
          </a:xfrm>
          <a:prstGeom prst="rect">
            <a:avLst/>
          </a:prstGeom>
          <a:noFill/>
        </p:spPr>
        <p:txBody>
          <a:bodyPr wrap="square" lIns="109699" tIns="54850" rIns="109699" bIns="54850" rtlCol="0" anchor="t">
            <a:spAutoFit/>
          </a:bodyPr>
          <a:lstStyle/>
          <a:p>
            <a:pPr algn="r"/>
            <a:r>
              <a:rPr lang="en-GB" sz="13797" b="0" i="0">
                <a:solidFill>
                  <a:srgbClr val="00EDED"/>
                </a:solidFill>
                <a:latin typeface="+mn-lt"/>
                <a:ea typeface="Noto Sans"/>
                <a:cs typeface="Noto Sans"/>
              </a:rPr>
              <a:t>you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E5A2CB0E-93C9-E51D-ECED-147E26DF72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1405" y="3100930"/>
            <a:ext cx="3007594" cy="202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496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 Pag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A13062D-36D8-1F52-F4DE-B1C2AA2AFEC1}"/>
              </a:ext>
            </a:extLst>
          </p:cNvPr>
          <p:cNvSpPr/>
          <p:nvPr userDrawn="1"/>
        </p:nvSpPr>
        <p:spPr>
          <a:xfrm>
            <a:off x="0" y="6720840"/>
            <a:ext cx="14630400" cy="1508760"/>
          </a:xfrm>
          <a:prstGeom prst="rect">
            <a:avLst/>
          </a:prstGeom>
          <a:solidFill>
            <a:srgbClr val="3145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E6EE4B-0811-69DE-2A0E-45AD15613919}"/>
              </a:ext>
            </a:extLst>
          </p:cNvPr>
          <p:cNvSpPr txBox="1"/>
          <p:nvPr userDrawn="1"/>
        </p:nvSpPr>
        <p:spPr>
          <a:xfrm>
            <a:off x="427797" y="0"/>
            <a:ext cx="6601319" cy="2233981"/>
          </a:xfrm>
          <a:prstGeom prst="rect">
            <a:avLst/>
          </a:prstGeom>
          <a:noFill/>
        </p:spPr>
        <p:txBody>
          <a:bodyPr wrap="square" lIns="109699" tIns="54850" rIns="109699" bIns="54850" rtlCol="0" anchor="t">
            <a:spAutoFit/>
          </a:bodyPr>
          <a:lstStyle/>
          <a:p>
            <a:r>
              <a:rPr lang="en-GB" sz="13797" b="0" i="0">
                <a:solidFill>
                  <a:srgbClr val="00EDED"/>
                </a:solidFill>
                <a:latin typeface="+mn-lt"/>
                <a:ea typeface="Noto Sans"/>
                <a:cs typeface="Noto Sans"/>
              </a:rPr>
              <a:t>Thank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07C28E-0A3B-63C8-D57B-35C05C063825}"/>
              </a:ext>
            </a:extLst>
          </p:cNvPr>
          <p:cNvSpPr txBox="1"/>
          <p:nvPr userDrawn="1"/>
        </p:nvSpPr>
        <p:spPr>
          <a:xfrm>
            <a:off x="9149010" y="5603612"/>
            <a:ext cx="4755087" cy="2233981"/>
          </a:xfrm>
          <a:prstGeom prst="rect">
            <a:avLst/>
          </a:prstGeom>
          <a:noFill/>
        </p:spPr>
        <p:txBody>
          <a:bodyPr wrap="square" lIns="109699" tIns="54850" rIns="109699" bIns="54850" rtlCol="0" anchor="t">
            <a:spAutoFit/>
          </a:bodyPr>
          <a:lstStyle/>
          <a:p>
            <a:pPr algn="r"/>
            <a:r>
              <a:rPr lang="en-GB" sz="13797" b="0" i="0">
                <a:solidFill>
                  <a:srgbClr val="00EDED"/>
                </a:solidFill>
                <a:latin typeface="+mn-lt"/>
                <a:ea typeface="Noto Sans"/>
                <a:cs typeface="Noto Sans"/>
              </a:rPr>
              <a:t>you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E5A2CB0E-93C9-E51D-ECED-147E26DF72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1405" y="3100930"/>
            <a:ext cx="3007594" cy="202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660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39836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BDB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401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26" Type="http://schemas.openxmlformats.org/officeDocument/2006/relationships/slideLayout" Target="../slideLayouts/slideLayout40.xml"/><Relationship Id="rId39" Type="http://schemas.openxmlformats.org/officeDocument/2006/relationships/slideLayout" Target="../slideLayouts/slideLayout53.xml"/><Relationship Id="rId21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48.xml"/><Relationship Id="rId42" Type="http://schemas.openxmlformats.org/officeDocument/2006/relationships/slideLayout" Target="../slideLayouts/slideLayout56.xml"/><Relationship Id="rId47" Type="http://schemas.openxmlformats.org/officeDocument/2006/relationships/image" Target="../media/image5.svg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9" Type="http://schemas.openxmlformats.org/officeDocument/2006/relationships/slideLayout" Target="../slideLayouts/slideLayout43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38.xml"/><Relationship Id="rId32" Type="http://schemas.openxmlformats.org/officeDocument/2006/relationships/slideLayout" Target="../slideLayouts/slideLayout46.xml"/><Relationship Id="rId37" Type="http://schemas.openxmlformats.org/officeDocument/2006/relationships/slideLayout" Target="../slideLayouts/slideLayout51.xml"/><Relationship Id="rId40" Type="http://schemas.openxmlformats.org/officeDocument/2006/relationships/slideLayout" Target="../slideLayouts/slideLayout54.xml"/><Relationship Id="rId45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42.xml"/><Relationship Id="rId36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58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slideLayout" Target="../slideLayouts/slideLayout36.xml"/><Relationship Id="rId27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4.xml"/><Relationship Id="rId35" Type="http://schemas.openxmlformats.org/officeDocument/2006/relationships/slideLayout" Target="../slideLayouts/slideLayout49.xml"/><Relationship Id="rId43" Type="http://schemas.openxmlformats.org/officeDocument/2006/relationships/slideLayout" Target="../slideLayouts/slideLayout57.xml"/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slideLayout" Target="../slideLayouts/slideLayout39.xml"/><Relationship Id="rId33" Type="http://schemas.openxmlformats.org/officeDocument/2006/relationships/slideLayout" Target="../slideLayouts/slideLayout47.xml"/><Relationship Id="rId38" Type="http://schemas.openxmlformats.org/officeDocument/2006/relationships/slideLayout" Target="../slideLayouts/slideLayout52.xml"/><Relationship Id="rId46" Type="http://schemas.openxmlformats.org/officeDocument/2006/relationships/image" Target="../media/image4.png"/><Relationship Id="rId20" Type="http://schemas.openxmlformats.org/officeDocument/2006/relationships/slideLayout" Target="../slideLayouts/slideLayout34.xml"/><Relationship Id="rId41" Type="http://schemas.openxmlformats.org/officeDocument/2006/relationships/slideLayout" Target="../slideLayouts/slideLayout5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97E0C-1A2A-3799-8C13-068FEDF3C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2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08FCF-5ED2-A5FC-0237-F50D6BEDF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D0541-AF9A-CAEB-482E-70D3244553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2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fld id="{4232C545-7EB3-F641-A3CF-599386811F03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AE006-BC14-9DBE-3B76-8EB3B5C757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2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BCFC9-732B-E4E5-0CFC-2275A931AB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1" y="7627622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fld id="{EBD8787E-A45C-CA4B-804C-4B1807D7BA7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3A625C5-BE81-DB0F-676B-71C07CF02727}"/>
              </a:ext>
            </a:extLst>
          </p:cNvPr>
          <p:cNvPicPr>
            <a:picLocks noChangeAspect="1"/>
          </p:cNvPicPr>
          <p:nvPr userDrawn="1"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227138" y="7796211"/>
            <a:ext cx="438869" cy="23371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251802E-B27B-AE5B-1DC1-BB6596F417BF}"/>
              </a:ext>
            </a:extLst>
          </p:cNvPr>
          <p:cNvCxnSpPr/>
          <p:nvPr userDrawn="1"/>
        </p:nvCxnSpPr>
        <p:spPr>
          <a:xfrm>
            <a:off x="771425" y="7726681"/>
            <a:ext cx="0" cy="40005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0735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7" r:id="rId24"/>
    <p:sldLayoutId id="2147483688" r:id="rId25"/>
    <p:sldLayoutId id="2147483689" r:id="rId26"/>
    <p:sldLayoutId id="2147483690" r:id="rId27"/>
    <p:sldLayoutId id="2147483691" r:id="rId28"/>
    <p:sldLayoutId id="2147483692" r:id="rId29"/>
    <p:sldLayoutId id="2147483693" r:id="rId30"/>
    <p:sldLayoutId id="2147483694" r:id="rId31"/>
    <p:sldLayoutId id="2147483695" r:id="rId32"/>
    <p:sldLayoutId id="2147483696" r:id="rId33"/>
    <p:sldLayoutId id="2147483697" r:id="rId34"/>
    <p:sldLayoutId id="2147483698" r:id="rId35"/>
    <p:sldLayoutId id="2147483699" r:id="rId36"/>
    <p:sldLayoutId id="2147483700" r:id="rId37"/>
    <p:sldLayoutId id="2147483701" r:id="rId38"/>
    <p:sldLayoutId id="2147483702" r:id="rId39"/>
    <p:sldLayoutId id="2147483703" r:id="rId40"/>
    <p:sldLayoutId id="2147483704" r:id="rId41"/>
    <p:sldLayoutId id="2147483705" r:id="rId42"/>
    <p:sldLayoutId id="2147483706" r:id="rId43"/>
    <p:sldLayoutId id="2147483707" r:id="rId44"/>
  </p:sldLayoutIdLst>
  <p:txStyles>
    <p:titleStyle>
      <a:lvl1pPr algn="l" defTabSz="1097097" rtl="0" eaLnBrk="1" latinLnBrk="0" hangingPunct="1">
        <a:lnSpc>
          <a:spcPct val="90000"/>
        </a:lnSpc>
        <a:spcBef>
          <a:spcPct val="0"/>
        </a:spcBef>
        <a:buNone/>
        <a:defRPr sz="5279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74274" indent="-274274" algn="l" defTabSz="1097097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59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822823" indent="-274274" algn="l" defTabSz="1097097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371371" indent="-274274" algn="l" defTabSz="1097097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919920" indent="-274274" algn="l" defTabSz="1097097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468469" indent="-274274" algn="l" defTabSz="1097097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3017017" indent="-274274" algn="l" defTabSz="1097097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5566" indent="-274274" algn="l" defTabSz="1097097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114" indent="-274274" algn="l" defTabSz="1097097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2663" indent="-274274" algn="l" defTabSz="1097097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097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549" algn="l" defTabSz="1097097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097" algn="l" defTabSz="1097097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646" algn="l" defTabSz="1097097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194" algn="l" defTabSz="1097097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2743" algn="l" defTabSz="1097097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291" algn="l" defTabSz="1097097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39840" algn="l" defTabSz="1097097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8388" algn="l" defTabSz="1097097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4192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sv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3.svg"/><Relationship Id="rId5" Type="http://schemas.openxmlformats.org/officeDocument/2006/relationships/image" Target="../media/image82.png"/><Relationship Id="rId4" Type="http://schemas.openxmlformats.org/officeDocument/2006/relationships/image" Target="../media/image8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sv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svg"/><Relationship Id="rId3" Type="http://schemas.openxmlformats.org/officeDocument/2006/relationships/image" Target="../media/image82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0.xml"/><Relationship Id="rId6" Type="http://schemas.openxmlformats.org/officeDocument/2006/relationships/image" Target="../media/image89.svg"/><Relationship Id="rId5" Type="http://schemas.openxmlformats.org/officeDocument/2006/relationships/image" Target="../media/image88.png"/><Relationship Id="rId4" Type="http://schemas.openxmlformats.org/officeDocument/2006/relationships/image" Target="../media/image83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svg"/><Relationship Id="rId3" Type="http://schemas.openxmlformats.org/officeDocument/2006/relationships/image" Target="../media/image9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sv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0.svg"/><Relationship Id="rId11" Type="http://schemas.openxmlformats.org/officeDocument/2006/relationships/image" Target="../media/image105.png"/><Relationship Id="rId5" Type="http://schemas.openxmlformats.org/officeDocument/2006/relationships/image" Target="../media/image99.png"/><Relationship Id="rId10" Type="http://schemas.openxmlformats.org/officeDocument/2006/relationships/image" Target="../media/image104.svg"/><Relationship Id="rId4" Type="http://schemas.openxmlformats.org/officeDocument/2006/relationships/image" Target="../media/image98.svg"/><Relationship Id="rId9" Type="http://schemas.openxmlformats.org/officeDocument/2006/relationships/image" Target="../media/image10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svg"/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2.svg"/><Relationship Id="rId5" Type="http://schemas.openxmlformats.org/officeDocument/2006/relationships/image" Target="../media/image111.png"/><Relationship Id="rId10" Type="http://schemas.openxmlformats.org/officeDocument/2006/relationships/image" Target="../media/image116.svg"/><Relationship Id="rId4" Type="http://schemas.openxmlformats.org/officeDocument/2006/relationships/image" Target="../media/image110.svg"/><Relationship Id="rId9" Type="http://schemas.openxmlformats.org/officeDocument/2006/relationships/image" Target="../media/image1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1F683E-6D2E-9B42-F4A4-C850ADE3C1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4651" y="6661634"/>
            <a:ext cx="5086272" cy="855234"/>
          </a:xfrm>
        </p:spPr>
        <p:txBody>
          <a:bodyPr vert="horz" lIns="109714" tIns="54857" rIns="109714" bIns="54857" rtlCol="0" anchor="t">
            <a:noAutofit/>
          </a:bodyPr>
          <a:lstStyle/>
          <a:p>
            <a:r>
              <a:rPr lang="en-IN"/>
              <a:t>November 2025</a:t>
            </a:r>
          </a:p>
        </p:txBody>
      </p:sp>
      <p:pic>
        <p:nvPicPr>
          <p:cNvPr id="27" name="Picture Placeholder 26">
            <a:extLst>
              <a:ext uri="{FF2B5EF4-FFF2-40B4-BE49-F238E27FC236}">
                <a16:creationId xmlns:a16="http://schemas.microsoft.com/office/drawing/2014/main" id="{F365E122-3903-5E72-0066-A69290F8535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10" t="-305" r="14909" b="10317"/>
          <a:stretch>
            <a:fillRect/>
          </a:stretch>
        </p:blipFill>
        <p:spPr>
          <a:xfrm>
            <a:off x="2891208" y="-2908"/>
            <a:ext cx="11739192" cy="8230435"/>
          </a:xfr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715D0504-2305-94D3-1724-B4B3E1470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47" y="1567967"/>
            <a:ext cx="4135801" cy="1739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F7A89C82-3CE8-3AF4-4855-3B4994A39E0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8063" y="7531926"/>
            <a:ext cx="1681861" cy="672744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278EF7D3-2466-A399-FBEF-3E1556E14DCC}"/>
              </a:ext>
            </a:extLst>
          </p:cNvPr>
          <p:cNvSpPr/>
          <p:nvPr/>
        </p:nvSpPr>
        <p:spPr>
          <a:xfrm>
            <a:off x="412747" y="3760410"/>
            <a:ext cx="71938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50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NCL Steering Committee</a:t>
            </a:r>
            <a:endParaRPr lang="en-US" sz="350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B1E7F0FD-2C71-79A4-CE19-FEFE7E5285DD}"/>
              </a:ext>
            </a:extLst>
          </p:cNvPr>
          <p:cNvSpPr/>
          <p:nvPr/>
        </p:nvSpPr>
        <p:spPr>
          <a:xfrm>
            <a:off x="412747" y="4559915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00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Project Update </a:t>
            </a:r>
          </a:p>
          <a:p>
            <a:pPr marL="0" indent="0" algn="l">
              <a:lnSpc>
                <a:spcPts val="4450"/>
              </a:lnSpc>
              <a:buNone/>
            </a:pPr>
            <a:r>
              <a:rPr lang="en-US" sz="300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and Strategic Review</a:t>
            </a:r>
            <a:endParaRPr lang="en-US" sz="3000"/>
          </a:p>
        </p:txBody>
      </p:sp>
    </p:spTree>
    <p:extLst>
      <p:ext uri="{BB962C8B-B14F-4D97-AF65-F5344CB8AC3E}">
        <p14:creationId xmlns:p14="http://schemas.microsoft.com/office/powerpoint/2010/main" val="3241827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9404" y="716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50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Meeting Agenda</a:t>
            </a:r>
            <a:endParaRPr lang="en-US" sz="3500"/>
          </a:p>
        </p:txBody>
      </p:sp>
      <p:sp>
        <p:nvSpPr>
          <p:cNvPr id="3" name="Text 1"/>
          <p:cNvSpPr/>
          <p:nvPr/>
        </p:nvSpPr>
        <p:spPr>
          <a:xfrm>
            <a:off x="793790" y="208460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750"/>
          </a:p>
        </p:txBody>
      </p:sp>
      <p:sp>
        <p:nvSpPr>
          <p:cNvPr id="4" name="Shape 2"/>
          <p:cNvSpPr/>
          <p:nvPr/>
        </p:nvSpPr>
        <p:spPr>
          <a:xfrm>
            <a:off x="793790" y="2439651"/>
            <a:ext cx="6407944" cy="30480"/>
          </a:xfrm>
          <a:prstGeom prst="rect">
            <a:avLst/>
          </a:prstGeom>
          <a:solidFill>
            <a:srgbClr val="00ED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93790" y="2613958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Progress recap</a:t>
            </a:r>
            <a:endParaRPr lang="en-US" sz="1750"/>
          </a:p>
        </p:txBody>
      </p:sp>
      <p:sp>
        <p:nvSpPr>
          <p:cNvPr id="6" name="Text 4"/>
          <p:cNvSpPr/>
          <p:nvPr/>
        </p:nvSpPr>
        <p:spPr>
          <a:xfrm>
            <a:off x="7428548" y="208460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750"/>
          </a:p>
        </p:txBody>
      </p:sp>
      <p:sp>
        <p:nvSpPr>
          <p:cNvPr id="7" name="Shape 5"/>
          <p:cNvSpPr/>
          <p:nvPr/>
        </p:nvSpPr>
        <p:spPr>
          <a:xfrm>
            <a:off x="7428548" y="2439651"/>
            <a:ext cx="6408063" cy="30480"/>
          </a:xfrm>
          <a:prstGeom prst="rect">
            <a:avLst/>
          </a:prstGeom>
          <a:solidFill>
            <a:srgbClr val="00ED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428548" y="2613958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observations and recommendations</a:t>
            </a:r>
            <a:endParaRPr lang="en-US" sz="1750"/>
          </a:p>
        </p:txBody>
      </p:sp>
      <p:sp>
        <p:nvSpPr>
          <p:cNvPr id="9" name="Text 7"/>
          <p:cNvSpPr/>
          <p:nvPr/>
        </p:nvSpPr>
        <p:spPr>
          <a:xfrm>
            <a:off x="793790" y="337369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750"/>
          </a:p>
        </p:txBody>
      </p:sp>
      <p:sp>
        <p:nvSpPr>
          <p:cNvPr id="10" name="Shape 8"/>
          <p:cNvSpPr/>
          <p:nvPr/>
        </p:nvSpPr>
        <p:spPr>
          <a:xfrm>
            <a:off x="793790" y="3728741"/>
            <a:ext cx="6407944" cy="30480"/>
          </a:xfrm>
          <a:prstGeom prst="rect">
            <a:avLst/>
          </a:prstGeom>
          <a:solidFill>
            <a:srgbClr val="00ED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93790" y="3903048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for the month ahead</a:t>
            </a:r>
            <a:endParaRPr lang="en-US" sz="1750"/>
          </a:p>
        </p:txBody>
      </p:sp>
      <p:sp>
        <p:nvSpPr>
          <p:cNvPr id="12" name="Text 10"/>
          <p:cNvSpPr/>
          <p:nvPr/>
        </p:nvSpPr>
        <p:spPr>
          <a:xfrm>
            <a:off x="7428548" y="337369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750"/>
          </a:p>
        </p:txBody>
      </p:sp>
      <p:sp>
        <p:nvSpPr>
          <p:cNvPr id="13" name="Shape 11"/>
          <p:cNvSpPr/>
          <p:nvPr/>
        </p:nvSpPr>
        <p:spPr>
          <a:xfrm>
            <a:off x="7428548" y="3728741"/>
            <a:ext cx="6408063" cy="30480"/>
          </a:xfrm>
          <a:prstGeom prst="rect">
            <a:avLst/>
          </a:prstGeom>
          <a:solidFill>
            <a:srgbClr val="00ED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428548" y="3903048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Golden process alignment</a:t>
            </a:r>
            <a:endParaRPr lang="en-US" sz="1750"/>
          </a:p>
        </p:txBody>
      </p:sp>
      <p:sp>
        <p:nvSpPr>
          <p:cNvPr id="15" name="Text 13"/>
          <p:cNvSpPr/>
          <p:nvPr/>
        </p:nvSpPr>
        <p:spPr>
          <a:xfrm>
            <a:off x="793790" y="466278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750"/>
          </a:p>
        </p:txBody>
      </p:sp>
      <p:sp>
        <p:nvSpPr>
          <p:cNvPr id="16" name="Shape 14"/>
          <p:cNvSpPr/>
          <p:nvPr/>
        </p:nvSpPr>
        <p:spPr>
          <a:xfrm>
            <a:off x="793790" y="5017830"/>
            <a:ext cx="6407944" cy="30480"/>
          </a:xfrm>
          <a:prstGeom prst="rect">
            <a:avLst/>
          </a:prstGeom>
          <a:solidFill>
            <a:srgbClr val="00ED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93790" y="5192138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Innovation opportunities</a:t>
            </a:r>
            <a:endParaRPr lang="en-US" sz="1750"/>
          </a:p>
        </p:txBody>
      </p:sp>
      <p:sp>
        <p:nvSpPr>
          <p:cNvPr id="18" name="Text 16"/>
          <p:cNvSpPr/>
          <p:nvPr/>
        </p:nvSpPr>
        <p:spPr>
          <a:xfrm>
            <a:off x="7428548" y="466278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06</a:t>
            </a:r>
            <a:endParaRPr lang="en-US" sz="1750"/>
          </a:p>
        </p:txBody>
      </p:sp>
      <p:sp>
        <p:nvSpPr>
          <p:cNvPr id="19" name="Shape 17"/>
          <p:cNvSpPr/>
          <p:nvPr/>
        </p:nvSpPr>
        <p:spPr>
          <a:xfrm>
            <a:off x="7428548" y="5017830"/>
            <a:ext cx="6408063" cy="30480"/>
          </a:xfrm>
          <a:prstGeom prst="rect">
            <a:avLst/>
          </a:prstGeom>
          <a:solidFill>
            <a:srgbClr val="00ED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428548" y="5192138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Feedback and discussion</a:t>
            </a:r>
            <a:endParaRPr lang="en-US" sz="17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6450" y="67045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50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Progress Recap</a:t>
            </a:r>
            <a:endParaRPr lang="en-US" sz="3500"/>
          </a:p>
        </p:txBody>
      </p:sp>
      <p:sp>
        <p:nvSpPr>
          <p:cNvPr id="4" name="Text 1"/>
          <p:cNvSpPr/>
          <p:nvPr/>
        </p:nvSpPr>
        <p:spPr>
          <a:xfrm>
            <a:off x="886257" y="164525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accomplishments achieved to date:</a:t>
            </a:r>
            <a:endParaRPr lang="en-US" sz="1750"/>
          </a:p>
        </p:txBody>
      </p:sp>
      <p:sp>
        <p:nvSpPr>
          <p:cNvPr id="6" name="Text 3"/>
          <p:cNvSpPr/>
          <p:nvPr/>
        </p:nvSpPr>
        <p:spPr>
          <a:xfrm>
            <a:off x="793790" y="279368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/>
          </a:p>
        </p:txBody>
      </p:sp>
      <p:sp>
        <p:nvSpPr>
          <p:cNvPr id="7" name="Text 4"/>
          <p:cNvSpPr/>
          <p:nvPr/>
        </p:nvSpPr>
        <p:spPr>
          <a:xfrm>
            <a:off x="793790" y="359878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/>
          </a:p>
        </p:txBody>
      </p:sp>
      <p:sp>
        <p:nvSpPr>
          <p:cNvPr id="8" name="Text 5"/>
          <p:cNvSpPr/>
          <p:nvPr/>
        </p:nvSpPr>
        <p:spPr>
          <a:xfrm>
            <a:off x="793790" y="440388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/>
          </a:p>
        </p:txBody>
      </p:sp>
      <p:sp>
        <p:nvSpPr>
          <p:cNvPr id="9" name="Text 6"/>
          <p:cNvSpPr/>
          <p:nvPr/>
        </p:nvSpPr>
        <p:spPr>
          <a:xfrm>
            <a:off x="793790" y="520898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/>
          </a:p>
        </p:txBody>
      </p:sp>
      <p:sp>
        <p:nvSpPr>
          <p:cNvPr id="10" name="Text 7"/>
          <p:cNvSpPr/>
          <p:nvPr/>
        </p:nvSpPr>
        <p:spPr>
          <a:xfrm>
            <a:off x="793790" y="601408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/>
          </a:p>
        </p:txBody>
      </p:sp>
      <p:sp>
        <p:nvSpPr>
          <p:cNvPr id="11" name="Text 8"/>
          <p:cNvSpPr/>
          <p:nvPr/>
        </p:nvSpPr>
        <p:spPr>
          <a:xfrm>
            <a:off x="793790" y="681918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/>
          </a:p>
        </p:txBody>
      </p:sp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05D92448-44FF-1536-DFA1-4B1066F96F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1438354"/>
              </p:ext>
            </p:extLst>
          </p:nvPr>
        </p:nvGraphicFramePr>
        <p:xfrm>
          <a:off x="616450" y="1281322"/>
          <a:ext cx="13624174" cy="62842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3" name="Text 3">
            <a:extLst>
              <a:ext uri="{FF2B5EF4-FFF2-40B4-BE49-F238E27FC236}">
                <a16:creationId xmlns:a16="http://schemas.microsoft.com/office/drawing/2014/main" id="{808CA353-82D1-D23B-3805-1E91AE9A6B05}"/>
              </a:ext>
            </a:extLst>
          </p:cNvPr>
          <p:cNvSpPr/>
          <p:nvPr/>
        </p:nvSpPr>
        <p:spPr>
          <a:xfrm>
            <a:off x="616450" y="278897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9DEA39DD-D2B8-AC41-8283-E0D116BEB1DD}"/>
              </a:ext>
            </a:extLst>
          </p:cNvPr>
          <p:cNvSpPr/>
          <p:nvPr/>
        </p:nvSpPr>
        <p:spPr>
          <a:xfrm>
            <a:off x="616450" y="359407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9E3B4339-AB8B-2A60-1578-74E98930D55E}"/>
              </a:ext>
            </a:extLst>
          </p:cNvPr>
          <p:cNvSpPr/>
          <p:nvPr/>
        </p:nvSpPr>
        <p:spPr>
          <a:xfrm>
            <a:off x="616450" y="439917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178D315F-14DF-A22F-617F-32316F1B346D}"/>
              </a:ext>
            </a:extLst>
          </p:cNvPr>
          <p:cNvSpPr/>
          <p:nvPr/>
        </p:nvSpPr>
        <p:spPr>
          <a:xfrm>
            <a:off x="616450" y="520427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24D253C0-B638-F9D0-FDED-1A65733D8AF7}"/>
              </a:ext>
            </a:extLst>
          </p:cNvPr>
          <p:cNvSpPr/>
          <p:nvPr/>
        </p:nvSpPr>
        <p:spPr>
          <a:xfrm>
            <a:off x="616450" y="600937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9727" y="721449"/>
            <a:ext cx="13184743" cy="129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350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Environment Observations and Recommendations</a:t>
            </a:r>
            <a:endParaRPr lang="en-US" sz="3500"/>
          </a:p>
        </p:txBody>
      </p:sp>
      <p:sp>
        <p:nvSpPr>
          <p:cNvPr id="3" name="Shape 1"/>
          <p:cNvSpPr/>
          <p:nvPr/>
        </p:nvSpPr>
        <p:spPr>
          <a:xfrm>
            <a:off x="722828" y="2131338"/>
            <a:ext cx="4257199" cy="4385786"/>
          </a:xfrm>
          <a:prstGeom prst="roundRect">
            <a:avLst>
              <a:gd name="adj" fmla="val 2038"/>
            </a:avLst>
          </a:prstGeom>
          <a:solidFill>
            <a:srgbClr val="F5F5F5"/>
          </a:solidFill>
          <a:ln w="22860">
            <a:solidFill>
              <a:srgbClr val="B2E5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45688" y="2154198"/>
            <a:ext cx="4211479" cy="619601"/>
          </a:xfrm>
          <a:prstGeom prst="roundRect">
            <a:avLst>
              <a:gd name="adj" fmla="val 9574"/>
            </a:avLst>
          </a:prstGeom>
          <a:solidFill>
            <a:srgbClr val="CC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96528" y="2305288"/>
            <a:ext cx="309801" cy="3098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2143" y="2980254"/>
            <a:ext cx="2581870" cy="32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What we're seeing:</a:t>
            </a:r>
            <a:endParaRPr lang="en-US" sz="2000"/>
          </a:p>
        </p:txBody>
      </p:sp>
      <p:sp>
        <p:nvSpPr>
          <p:cNvPr id="7" name="Text 4"/>
          <p:cNvSpPr/>
          <p:nvPr/>
        </p:nvSpPr>
        <p:spPr>
          <a:xfrm>
            <a:off x="952143" y="3426857"/>
            <a:ext cx="3798570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Fragmented R codebase with inconsistent structures</a:t>
            </a:r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952143" y="4160163"/>
            <a:ext cx="3798570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logic duplicated across tables and scripts</a:t>
            </a:r>
            <a:endParaRPr lang="en-US" sz="1600"/>
          </a:p>
        </p:txBody>
      </p:sp>
      <p:sp>
        <p:nvSpPr>
          <p:cNvPr id="9" name="Text 6"/>
          <p:cNvSpPr/>
          <p:nvPr/>
        </p:nvSpPr>
        <p:spPr>
          <a:xfrm>
            <a:off x="952143" y="4893469"/>
            <a:ext cx="3798570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refresh processes limiting retraining cadence</a:t>
            </a:r>
            <a:endParaRPr lang="en-US" sz="1600"/>
          </a:p>
        </p:txBody>
      </p:sp>
      <p:sp>
        <p:nvSpPr>
          <p:cNvPr id="10" name="Text 7"/>
          <p:cNvSpPr/>
          <p:nvPr/>
        </p:nvSpPr>
        <p:spPr>
          <a:xfrm>
            <a:off x="952143" y="5626775"/>
            <a:ext cx="3798570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 permissions not aligned with RBAC best practices</a:t>
            </a:r>
            <a:endParaRPr lang="en-US" sz="1600"/>
          </a:p>
        </p:txBody>
      </p:sp>
      <p:sp>
        <p:nvSpPr>
          <p:cNvPr id="11" name="Shape 8"/>
          <p:cNvSpPr/>
          <p:nvPr/>
        </p:nvSpPr>
        <p:spPr>
          <a:xfrm>
            <a:off x="5186482" y="2131338"/>
            <a:ext cx="4257318" cy="4385786"/>
          </a:xfrm>
          <a:prstGeom prst="roundRect">
            <a:avLst>
              <a:gd name="adj" fmla="val 2038"/>
            </a:avLst>
          </a:prstGeom>
          <a:solidFill>
            <a:srgbClr val="F5F5F5"/>
          </a:solidFill>
          <a:ln w="22860">
            <a:solidFill>
              <a:srgbClr val="B2E5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209342" y="2154198"/>
            <a:ext cx="4211598" cy="619601"/>
          </a:xfrm>
          <a:prstGeom prst="roundRect">
            <a:avLst>
              <a:gd name="adj" fmla="val 9574"/>
            </a:avLst>
          </a:prstGeom>
          <a:solidFill>
            <a:srgbClr val="CC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60181" y="2305288"/>
            <a:ext cx="309801" cy="30980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15796" y="2980254"/>
            <a:ext cx="2581870" cy="32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Areas of concern:</a:t>
            </a:r>
            <a:endParaRPr lang="en-US" sz="2000"/>
          </a:p>
        </p:txBody>
      </p:sp>
      <p:sp>
        <p:nvSpPr>
          <p:cNvPr id="15" name="Text 11"/>
          <p:cNvSpPr/>
          <p:nvPr/>
        </p:nvSpPr>
        <p:spPr>
          <a:xfrm>
            <a:off x="5415796" y="3426857"/>
            <a:ext cx="3798689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Legacy R packages incompatible with SnowflakeML</a:t>
            </a:r>
            <a:endParaRPr lang="en-US" sz="1600"/>
          </a:p>
        </p:txBody>
      </p:sp>
      <p:sp>
        <p:nvSpPr>
          <p:cNvPr id="16" name="Text 12"/>
          <p:cNvSpPr/>
          <p:nvPr/>
        </p:nvSpPr>
        <p:spPr>
          <a:xfrm>
            <a:off x="5415796" y="4160163"/>
            <a:ext cx="3798689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lineage documentation slowing migration</a:t>
            </a:r>
            <a:endParaRPr lang="en-US" sz="1600"/>
          </a:p>
        </p:txBody>
      </p:sp>
      <p:sp>
        <p:nvSpPr>
          <p:cNvPr id="17" name="Text 13"/>
          <p:cNvSpPr/>
          <p:nvPr/>
        </p:nvSpPr>
        <p:spPr>
          <a:xfrm>
            <a:off x="5415796" y="4893469"/>
            <a:ext cx="3798689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Ambiguous model ownership for three marketing models</a:t>
            </a:r>
            <a:endParaRPr lang="en-US" sz="1600"/>
          </a:p>
        </p:txBody>
      </p:sp>
      <p:sp>
        <p:nvSpPr>
          <p:cNvPr id="18" name="Shape 14"/>
          <p:cNvSpPr/>
          <p:nvPr/>
        </p:nvSpPr>
        <p:spPr>
          <a:xfrm>
            <a:off x="9650254" y="2131338"/>
            <a:ext cx="4257199" cy="4385786"/>
          </a:xfrm>
          <a:prstGeom prst="roundRect">
            <a:avLst>
              <a:gd name="adj" fmla="val 2038"/>
            </a:avLst>
          </a:prstGeom>
          <a:solidFill>
            <a:srgbClr val="F5F5F5"/>
          </a:solidFill>
          <a:ln w="22860">
            <a:solidFill>
              <a:srgbClr val="B2E5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9673114" y="2154198"/>
            <a:ext cx="4211479" cy="619601"/>
          </a:xfrm>
          <a:prstGeom prst="roundRect">
            <a:avLst>
              <a:gd name="adj" fmla="val 9574"/>
            </a:avLst>
          </a:prstGeom>
          <a:solidFill>
            <a:srgbClr val="CC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23952" y="2305288"/>
            <a:ext cx="309801" cy="30980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879568" y="2980254"/>
            <a:ext cx="3123962" cy="32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Recommended actions:</a:t>
            </a:r>
            <a:endParaRPr lang="en-US" sz="2000"/>
          </a:p>
        </p:txBody>
      </p:sp>
      <p:sp>
        <p:nvSpPr>
          <p:cNvPr id="22" name="Text 17"/>
          <p:cNvSpPr/>
          <p:nvPr/>
        </p:nvSpPr>
        <p:spPr>
          <a:xfrm>
            <a:off x="9879568" y="3426857"/>
            <a:ext cx="3798570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Standardize feature logic within the Snowflake Feature Store</a:t>
            </a:r>
            <a:endParaRPr lang="en-US" sz="1600"/>
          </a:p>
        </p:txBody>
      </p:sp>
      <p:sp>
        <p:nvSpPr>
          <p:cNvPr id="23" name="Text 18"/>
          <p:cNvSpPr/>
          <p:nvPr/>
        </p:nvSpPr>
        <p:spPr>
          <a:xfrm>
            <a:off x="9879568" y="4160163"/>
            <a:ext cx="3798570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 role-based access control across environments</a:t>
            </a:r>
            <a:endParaRPr lang="en-US" sz="1600"/>
          </a:p>
        </p:txBody>
      </p:sp>
      <p:sp>
        <p:nvSpPr>
          <p:cNvPr id="24" name="Text 19"/>
          <p:cNvSpPr/>
          <p:nvPr/>
        </p:nvSpPr>
        <p:spPr>
          <a:xfrm>
            <a:off x="9879568" y="4893469"/>
            <a:ext cx="3798570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model metadata and lineage</a:t>
            </a:r>
            <a:endParaRPr lang="en-US" sz="1600"/>
          </a:p>
        </p:txBody>
      </p:sp>
      <p:sp>
        <p:nvSpPr>
          <p:cNvPr id="25" name="Text 20"/>
          <p:cNvSpPr/>
          <p:nvPr/>
        </p:nvSpPr>
        <p:spPr>
          <a:xfrm>
            <a:off x="9879568" y="5626775"/>
            <a:ext cx="3798570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 ownership and SME for each Tier 1 and Tier 2 model</a:t>
            </a:r>
            <a:endParaRPr lang="en-US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2C464F-B7DD-2C12-3475-1E7F5CD2B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558" y="544299"/>
            <a:ext cx="13446568" cy="538609"/>
          </a:xfrm>
        </p:spPr>
        <p:txBody>
          <a:bodyPr/>
          <a:lstStyle/>
          <a:p>
            <a:r>
              <a:rPr lang="en-US" sz="3500" b="1"/>
              <a:t>Key Observations</a:t>
            </a:r>
            <a:endParaRPr lang="en-IN" sz="3500" b="1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F8FBF54-C8CB-41DE-6265-D8AF6290201C}"/>
              </a:ext>
            </a:extLst>
          </p:cNvPr>
          <p:cNvSpPr/>
          <p:nvPr/>
        </p:nvSpPr>
        <p:spPr>
          <a:xfrm>
            <a:off x="2346396" y="6109631"/>
            <a:ext cx="11542497" cy="117216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493">
              <a:defRPr/>
            </a:pPr>
            <a:endParaRPr lang="en-US" sz="162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DBFAE08-DE18-8DF9-C4B2-F77D2B8DF33B}"/>
              </a:ext>
            </a:extLst>
          </p:cNvPr>
          <p:cNvSpPr/>
          <p:nvPr/>
        </p:nvSpPr>
        <p:spPr>
          <a:xfrm>
            <a:off x="2346396" y="2939465"/>
            <a:ext cx="3680516" cy="2946568"/>
          </a:xfrm>
          <a:prstGeom prst="roundRect">
            <a:avLst>
              <a:gd name="adj" fmla="val 10275"/>
            </a:avLst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2274" tIns="41138" rIns="82274" bIns="411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48493">
              <a:lnSpc>
                <a:spcPct val="107000"/>
              </a:lnSpc>
              <a:spcAft>
                <a:spcPts val="1440"/>
              </a:spcAft>
              <a:defRPr/>
            </a:pPr>
            <a:r>
              <a:rPr lang="en-US" sz="1920" b="1" kern="0">
                <a:solidFill>
                  <a:srgbClr val="FFFFFF"/>
                </a:solidFill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architecture:</a:t>
            </a:r>
          </a:p>
          <a:p>
            <a:pPr marL="285750" indent="-285750" defTabSz="548493">
              <a:lnSpc>
                <a:spcPct val="107000"/>
              </a:lnSpc>
              <a:spcAft>
                <a:spcPts val="720"/>
              </a:spcAft>
              <a:buFont typeface="Arial" panose="020B0604020202020204" pitchFamily="34" charset="0"/>
              <a:buChar char="•"/>
              <a:defRPr/>
            </a:pPr>
            <a:r>
              <a:rPr lang="en-GB" sz="1440" kern="0">
                <a:solidFill>
                  <a:srgbClr val="FFFFFF"/>
                </a:solidFill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Schema inconsistencies limiting reproducibility</a:t>
            </a:r>
          </a:p>
          <a:p>
            <a:pPr marL="285750" indent="-285750" defTabSz="548493">
              <a:lnSpc>
                <a:spcPct val="107000"/>
              </a:lnSpc>
              <a:spcAft>
                <a:spcPts val="720"/>
              </a:spcAft>
              <a:buFont typeface="Arial" panose="020B0604020202020204" pitchFamily="34" charset="0"/>
              <a:buChar char="•"/>
              <a:defRPr/>
            </a:pPr>
            <a:r>
              <a:rPr lang="en-GB" sz="1440" kern="0">
                <a:solidFill>
                  <a:srgbClr val="FFFFFF"/>
                </a:solidFill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Need to shift toward bronze–silver–gold structure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8F1CB2A-9DF5-EE32-8E70-1D075F5F8743}"/>
              </a:ext>
            </a:extLst>
          </p:cNvPr>
          <p:cNvSpPr/>
          <p:nvPr/>
        </p:nvSpPr>
        <p:spPr>
          <a:xfrm>
            <a:off x="6235859" y="2939465"/>
            <a:ext cx="3763569" cy="2946568"/>
          </a:xfrm>
          <a:prstGeom prst="roundRect">
            <a:avLst>
              <a:gd name="adj" fmla="val 9984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2274" tIns="41138" rIns="82274" bIns="411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48493">
              <a:lnSpc>
                <a:spcPct val="107000"/>
              </a:lnSpc>
              <a:spcAft>
                <a:spcPts val="720"/>
              </a:spcAft>
              <a:defRPr/>
            </a:pPr>
            <a:r>
              <a:rPr lang="en-US" sz="1920" b="1" kern="0">
                <a:solidFill>
                  <a:srgbClr val="FFFFFF"/>
                </a:solidFill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Resource utilization:</a:t>
            </a:r>
          </a:p>
          <a:p>
            <a:pPr marL="285750" indent="-285750" defTabSz="548493">
              <a:lnSpc>
                <a:spcPct val="107000"/>
              </a:lnSpc>
              <a:spcAft>
                <a:spcPts val="720"/>
              </a:spcAft>
              <a:buFont typeface="Arial" panose="020B0604020202020204" pitchFamily="34" charset="0"/>
              <a:buChar char="•"/>
              <a:defRPr/>
            </a:pPr>
            <a:r>
              <a:rPr lang="en-GB" sz="1440" kern="0">
                <a:solidFill>
                  <a:srgbClr val="FFFFFF"/>
                </a:solidFill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Warehouse sizing shows overprovisioned dev environments</a:t>
            </a:r>
          </a:p>
          <a:p>
            <a:pPr marL="285750" indent="-285750" defTabSz="548493">
              <a:lnSpc>
                <a:spcPct val="107000"/>
              </a:lnSpc>
              <a:spcAft>
                <a:spcPts val="720"/>
              </a:spcAft>
              <a:buFont typeface="Arial" panose="020B0604020202020204" pitchFamily="34" charset="0"/>
              <a:buChar char="•"/>
              <a:defRPr/>
            </a:pPr>
            <a:r>
              <a:rPr lang="en-GB" sz="1440" kern="0">
                <a:solidFill>
                  <a:srgbClr val="FFFFFF"/>
                </a:solidFill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Opportunity to reduce compute costs by 25–35 percent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E2A270B-1989-1E89-DA08-F87811822F7A}"/>
              </a:ext>
            </a:extLst>
          </p:cNvPr>
          <p:cNvSpPr/>
          <p:nvPr/>
        </p:nvSpPr>
        <p:spPr>
          <a:xfrm>
            <a:off x="10208377" y="2939465"/>
            <a:ext cx="3680516" cy="2946568"/>
          </a:xfrm>
          <a:prstGeom prst="roundRect">
            <a:avLst>
              <a:gd name="adj" fmla="val 11147"/>
            </a:avLst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2274" tIns="41138" rIns="82274" bIns="411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48493">
              <a:lnSpc>
                <a:spcPct val="107000"/>
              </a:lnSpc>
              <a:spcAft>
                <a:spcPts val="720"/>
              </a:spcAft>
              <a:defRPr/>
            </a:pPr>
            <a:r>
              <a:rPr lang="en-US" sz="1920" b="1" kern="0">
                <a:solidFill>
                  <a:srgbClr val="FFFFFF"/>
                </a:solidFill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Governance and security:</a:t>
            </a:r>
          </a:p>
          <a:p>
            <a:pPr marL="285750" indent="-285750" defTabSz="548493">
              <a:lnSpc>
                <a:spcPct val="107000"/>
              </a:lnSpc>
              <a:spcAft>
                <a:spcPts val="720"/>
              </a:spcAft>
              <a:buFont typeface="Arial" panose="020B0604020202020204" pitchFamily="34" charset="0"/>
              <a:buChar char="•"/>
              <a:defRPr/>
            </a:pPr>
            <a:r>
              <a:rPr lang="en-GB" sz="1440" kern="0">
                <a:solidFill>
                  <a:srgbClr val="FFFFFF"/>
                </a:solidFill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RBAC taxonomy incomplete</a:t>
            </a:r>
          </a:p>
          <a:p>
            <a:pPr marL="285750" indent="-285750" defTabSz="548493">
              <a:lnSpc>
                <a:spcPct val="107000"/>
              </a:lnSpc>
              <a:spcAft>
                <a:spcPts val="720"/>
              </a:spcAft>
              <a:buFont typeface="Arial" panose="020B0604020202020204" pitchFamily="34" charset="0"/>
              <a:buChar char="•"/>
              <a:defRPr/>
            </a:pPr>
            <a:r>
              <a:rPr lang="en-GB" sz="1440" kern="0">
                <a:solidFill>
                  <a:srgbClr val="FFFFFF"/>
                </a:solidFill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 approval workflow not consistently followed</a:t>
            </a:r>
          </a:p>
          <a:p>
            <a:pPr marL="285750" indent="-285750" defTabSz="548493">
              <a:lnSpc>
                <a:spcPct val="107000"/>
              </a:lnSpc>
              <a:spcAft>
                <a:spcPts val="720"/>
              </a:spcAft>
              <a:buFont typeface="Arial" panose="020B0604020202020204" pitchFamily="34" charset="0"/>
              <a:buChar char="•"/>
              <a:defRPr/>
            </a:pPr>
            <a:r>
              <a:rPr lang="en-GB" sz="1440" kern="0">
                <a:solidFill>
                  <a:srgbClr val="FFFFFF"/>
                </a:solidFill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 card and risk-tiering not yet embedded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16A82AD9-AD18-7AC8-0711-6D69D6BBDE6B}"/>
              </a:ext>
            </a:extLst>
          </p:cNvPr>
          <p:cNvSpPr/>
          <p:nvPr/>
        </p:nvSpPr>
        <p:spPr>
          <a:xfrm>
            <a:off x="5916737" y="4213738"/>
            <a:ext cx="475968" cy="471769"/>
          </a:xfrm>
          <a:prstGeom prst="flowChartConnec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493">
              <a:defRPr/>
            </a:pPr>
            <a:r>
              <a:rPr lang="en-US" sz="2520" b="1">
                <a:solidFill>
                  <a:srgbClr val="FFFFFF"/>
                </a:solidFill>
                <a:latin typeface="Montserrat"/>
              </a:rPr>
              <a:t>+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9A75A16D-D615-85FA-9298-95340CD08B44}"/>
              </a:ext>
            </a:extLst>
          </p:cNvPr>
          <p:cNvSpPr/>
          <p:nvPr/>
        </p:nvSpPr>
        <p:spPr>
          <a:xfrm>
            <a:off x="9865919" y="4213738"/>
            <a:ext cx="475968" cy="471769"/>
          </a:xfrm>
          <a:prstGeom prst="flowChartConnec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493">
              <a:defRPr/>
            </a:pPr>
            <a:r>
              <a:rPr lang="en-US" sz="2520" b="1">
                <a:solidFill>
                  <a:srgbClr val="FFFFFF"/>
                </a:solidFill>
                <a:latin typeface="Montserrat"/>
              </a:rPr>
              <a:t>+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4A118D2-CD54-9037-0432-7B58543DC3E9}"/>
              </a:ext>
            </a:extLst>
          </p:cNvPr>
          <p:cNvSpPr/>
          <p:nvPr/>
        </p:nvSpPr>
        <p:spPr>
          <a:xfrm>
            <a:off x="2346396" y="1552169"/>
            <a:ext cx="11542497" cy="1172166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493">
              <a:defRPr/>
            </a:pPr>
            <a:endParaRPr lang="en-US" sz="162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11" name="Graphic 10" descr="Artificial Intelligence outline">
            <a:extLst>
              <a:ext uri="{FF2B5EF4-FFF2-40B4-BE49-F238E27FC236}">
                <a16:creationId xmlns:a16="http://schemas.microsoft.com/office/drawing/2014/main" id="{3ABCE315-C34B-42B4-9DCB-8AEEF051D0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46396" y="1645944"/>
            <a:ext cx="994445" cy="9536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459C899-CCBB-7FDF-6D9F-EE8E35575188}"/>
              </a:ext>
            </a:extLst>
          </p:cNvPr>
          <p:cNvSpPr txBox="1"/>
          <p:nvPr/>
        </p:nvSpPr>
        <p:spPr>
          <a:xfrm>
            <a:off x="3276049" y="1778870"/>
            <a:ext cx="10591247" cy="609398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defTabSz="548549"/>
            <a:r>
              <a:rPr lang="en-GB" sz="1680" b="1">
                <a:solidFill>
                  <a:srgbClr val="053057"/>
                </a:solidFill>
                <a:latin typeface="Montserrat"/>
              </a:rPr>
              <a:t>Misalignment across data architecture, warehouse usage, and governance slowing ML migration.</a:t>
            </a:r>
            <a:endParaRPr lang="en-US" sz="1680">
              <a:solidFill>
                <a:srgbClr val="053057"/>
              </a:solidFill>
              <a:latin typeface="Montserra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7C1CFE-1028-25C4-0687-3DC3B4E26756}"/>
              </a:ext>
            </a:extLst>
          </p:cNvPr>
          <p:cNvSpPr txBox="1"/>
          <p:nvPr/>
        </p:nvSpPr>
        <p:spPr>
          <a:xfrm>
            <a:off x="153599" y="1909398"/>
            <a:ext cx="203613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97097"/>
            <a:r>
              <a:rPr lang="en-US" sz="1920" b="1">
                <a:solidFill>
                  <a:srgbClr val="FFFFFF"/>
                </a:solidFill>
                <a:latin typeface="Montserrat"/>
              </a:rPr>
              <a:t>The Challenge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32C803-F593-74CE-9846-6053683F2BAC}"/>
              </a:ext>
            </a:extLst>
          </p:cNvPr>
          <p:cNvSpPr txBox="1"/>
          <p:nvPr/>
        </p:nvSpPr>
        <p:spPr>
          <a:xfrm>
            <a:off x="153599" y="3890849"/>
            <a:ext cx="2229155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97097"/>
            <a:r>
              <a:rPr lang="en-IN" sz="1920" b="1">
                <a:solidFill>
                  <a:srgbClr val="FFFFFF"/>
                </a:solidFill>
                <a:latin typeface="Montserrat"/>
              </a:rPr>
              <a:t>ML Operations Foundations</a:t>
            </a:r>
            <a:endParaRPr lang="en-US" sz="1920" b="1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FF7D1C-9F8E-445F-4991-9D92DD045FC4}"/>
              </a:ext>
            </a:extLst>
          </p:cNvPr>
          <p:cNvSpPr txBox="1"/>
          <p:nvPr/>
        </p:nvSpPr>
        <p:spPr>
          <a:xfrm>
            <a:off x="230419" y="6407533"/>
            <a:ext cx="2054290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97097"/>
            <a:r>
              <a:rPr lang="en-US" sz="1920" b="1">
                <a:solidFill>
                  <a:srgbClr val="FFFFFF"/>
                </a:solidFill>
                <a:latin typeface="Montserrat"/>
              </a:rPr>
              <a:t>Execution Foundations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4ADF3CF-498D-2A96-C968-805669A681C5}"/>
              </a:ext>
            </a:extLst>
          </p:cNvPr>
          <p:cNvSpPr/>
          <p:nvPr/>
        </p:nvSpPr>
        <p:spPr>
          <a:xfrm>
            <a:off x="3102049" y="6310135"/>
            <a:ext cx="2054290" cy="826733"/>
          </a:xfrm>
          <a:prstGeom prst="roundRect">
            <a:avLst>
              <a:gd name="adj" fmla="val 10275"/>
            </a:avLst>
          </a:prstGeom>
          <a:noFill/>
          <a:ln>
            <a:solidFill>
              <a:schemeClr val="accent5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2274" tIns="41138" rIns="82274" bIns="411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48493">
              <a:lnSpc>
                <a:spcPct val="107000"/>
              </a:lnSpc>
              <a:spcAft>
                <a:spcPts val="1440"/>
              </a:spcAft>
              <a:defRPr/>
            </a:pPr>
            <a:r>
              <a:rPr lang="en-GB" sz="1320" b="1" kern="0">
                <a:solidFill>
                  <a:srgbClr val="000000"/>
                </a:solidFill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Standardized data layers</a:t>
            </a:r>
            <a:endParaRPr lang="en-US" sz="1440" kern="100">
              <a:solidFill>
                <a:srgbClr val="000000"/>
              </a:solidFill>
              <a:latin typeface="Montserrat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8141DA3-DD46-4D3D-765D-A9B15B8F07CB}"/>
              </a:ext>
            </a:extLst>
          </p:cNvPr>
          <p:cNvSpPr/>
          <p:nvPr/>
        </p:nvSpPr>
        <p:spPr>
          <a:xfrm>
            <a:off x="5579812" y="6305982"/>
            <a:ext cx="2054290" cy="826733"/>
          </a:xfrm>
          <a:prstGeom prst="roundRect">
            <a:avLst>
              <a:gd name="adj" fmla="val 10275"/>
            </a:avLst>
          </a:prstGeom>
          <a:noFill/>
          <a:ln>
            <a:solidFill>
              <a:schemeClr val="accent5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2274" tIns="41138" rIns="82274" bIns="411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48493">
              <a:lnSpc>
                <a:spcPct val="107000"/>
              </a:lnSpc>
              <a:spcAft>
                <a:spcPts val="1440"/>
              </a:spcAft>
              <a:defRPr/>
            </a:pPr>
            <a:r>
              <a:rPr lang="en-GB" sz="1320" b="1" kern="0">
                <a:solidFill>
                  <a:srgbClr val="000000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Governed architecture</a:t>
            </a:r>
            <a:endParaRPr lang="en-US" sz="1320" b="1" kern="0">
              <a:solidFill>
                <a:srgbClr val="000000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6F71BCA-5B8F-1061-B4F9-EB7D937EA3CE}"/>
              </a:ext>
            </a:extLst>
          </p:cNvPr>
          <p:cNvSpPr/>
          <p:nvPr/>
        </p:nvSpPr>
        <p:spPr>
          <a:xfrm>
            <a:off x="8287597" y="6313374"/>
            <a:ext cx="2054290" cy="826733"/>
          </a:xfrm>
          <a:prstGeom prst="roundRect">
            <a:avLst>
              <a:gd name="adj" fmla="val 10275"/>
            </a:avLst>
          </a:prstGeom>
          <a:noFill/>
          <a:ln>
            <a:solidFill>
              <a:schemeClr val="accent5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2274" tIns="41138" rIns="82274" bIns="411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48493">
              <a:lnSpc>
                <a:spcPct val="107000"/>
              </a:lnSpc>
              <a:spcAft>
                <a:spcPts val="1440"/>
              </a:spcAft>
              <a:defRPr/>
            </a:pPr>
            <a:r>
              <a:rPr lang="en-GB" sz="1320" b="1" kern="0">
                <a:solidFill>
                  <a:srgbClr val="000000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Consistent access control</a:t>
            </a:r>
            <a:endParaRPr lang="en-US" sz="1320" b="1" kern="0">
              <a:solidFill>
                <a:srgbClr val="000000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757A6E2-C872-BDD1-F256-28E22768F18D}"/>
              </a:ext>
            </a:extLst>
          </p:cNvPr>
          <p:cNvSpPr/>
          <p:nvPr/>
        </p:nvSpPr>
        <p:spPr>
          <a:xfrm>
            <a:off x="10765360" y="6264064"/>
            <a:ext cx="2163040" cy="826733"/>
          </a:xfrm>
          <a:prstGeom prst="roundRect">
            <a:avLst>
              <a:gd name="adj" fmla="val 10275"/>
            </a:avLst>
          </a:prstGeom>
          <a:noFill/>
          <a:ln>
            <a:solidFill>
              <a:schemeClr val="accent5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2274" tIns="41138" rIns="82274" bIns="411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48493">
              <a:lnSpc>
                <a:spcPct val="107000"/>
              </a:lnSpc>
              <a:spcAft>
                <a:spcPts val="1440"/>
              </a:spcAft>
              <a:defRPr/>
            </a:pPr>
            <a:r>
              <a:rPr lang="en-GB" sz="1320" b="1" kern="0">
                <a:solidFill>
                  <a:srgbClr val="000000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Unified model lifecycle</a:t>
            </a:r>
            <a:endParaRPr lang="en-US" sz="1320" b="1" kern="0">
              <a:solidFill>
                <a:srgbClr val="000000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346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38238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Model Inventory Summary</a:t>
            </a:r>
            <a:endParaRPr kumimoji="0" lang="en-US" sz="22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96835" y="1020366"/>
            <a:ext cx="3319105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14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47549" y="153626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Total Models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857625" y="1020366"/>
            <a:ext cx="3319224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6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08458" y="153626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Priority Models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857625" y="1826776"/>
            <a:ext cx="331922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(Out of 14)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96835" y="213574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Current Focus: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396835" y="2426256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Einstein Contact Models (RSSC &amp; OCI)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96835" y="2791913"/>
            <a:ext cx="6780014" cy="21788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89215" y="3201173"/>
            <a:ext cx="146970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Risk Tier Breakdown</a:t>
            </a:r>
            <a:endParaRPr kumimoji="0" lang="en-US" sz="20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89215" y="3673137"/>
            <a:ext cx="6780014" cy="1167408"/>
          </a:xfrm>
          <a:prstGeom prst="roundRect">
            <a:avLst>
              <a:gd name="adj" fmla="val 4080"/>
            </a:avLst>
          </a:prstGeom>
          <a:solidFill>
            <a:srgbClr val="CCFFFF"/>
          </a:solidFill>
          <a:ln w="7620">
            <a:solidFill>
              <a:srgbClr val="B2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10183" y="3794104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00EDE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3766" y="3887687"/>
            <a:ext cx="152995" cy="152995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04DC3624-4690-4D33-2E3B-D987F7903981}"/>
              </a:ext>
            </a:extLst>
          </p:cNvPr>
          <p:cNvGrpSpPr/>
          <p:nvPr/>
        </p:nvGrpSpPr>
        <p:grpSpPr>
          <a:xfrm>
            <a:off x="510183" y="4247613"/>
            <a:ext cx="6538079" cy="471964"/>
            <a:chOff x="517803" y="3820358"/>
            <a:chExt cx="6538079" cy="471964"/>
          </a:xfrm>
        </p:grpSpPr>
        <p:sp>
          <p:nvSpPr>
            <p:cNvPr id="15" name="Text 12"/>
            <p:cNvSpPr/>
            <p:nvPr/>
          </p:nvSpPr>
          <p:spPr>
            <a:xfrm>
              <a:off x="517803" y="3820358"/>
              <a:ext cx="1417558" cy="1771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ts val="135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Medium" pitchFamily="34" charset="0"/>
                  <a:ea typeface="Montserrat Medium" pitchFamily="34" charset="-122"/>
                  <a:cs typeface="Montserrat Medium" pitchFamily="34" charset="-120"/>
                </a:rPr>
                <a:t>Tier 1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ext 13"/>
            <p:cNvSpPr/>
            <p:nvPr/>
          </p:nvSpPr>
          <p:spPr>
            <a:xfrm>
              <a:off x="517803" y="4110871"/>
              <a:ext cx="6538079" cy="1814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 Models (High Risk)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" name="Shape 14"/>
          <p:cNvSpPr/>
          <p:nvPr/>
        </p:nvSpPr>
        <p:spPr>
          <a:xfrm>
            <a:off x="389215" y="4953892"/>
            <a:ext cx="6780014" cy="1167408"/>
          </a:xfrm>
          <a:prstGeom prst="roundRect">
            <a:avLst>
              <a:gd name="adj" fmla="val 4080"/>
            </a:avLst>
          </a:prstGeom>
          <a:solidFill>
            <a:srgbClr val="CCFFFF"/>
          </a:solidFill>
          <a:ln w="7620">
            <a:solidFill>
              <a:srgbClr val="B2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10183" y="5074860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00EDE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880" y="5150701"/>
            <a:ext cx="152995" cy="152995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C3E31C7C-A61E-8951-9876-73BEA0E56BC0}"/>
              </a:ext>
            </a:extLst>
          </p:cNvPr>
          <p:cNvGrpSpPr/>
          <p:nvPr/>
        </p:nvGrpSpPr>
        <p:grpSpPr>
          <a:xfrm>
            <a:off x="510183" y="5528369"/>
            <a:ext cx="6538079" cy="471963"/>
            <a:chOff x="517803" y="5101114"/>
            <a:chExt cx="6538079" cy="471963"/>
          </a:xfrm>
        </p:grpSpPr>
        <p:sp>
          <p:nvSpPr>
            <p:cNvPr id="20" name="Text 16"/>
            <p:cNvSpPr/>
            <p:nvPr/>
          </p:nvSpPr>
          <p:spPr>
            <a:xfrm>
              <a:off x="517803" y="5101114"/>
              <a:ext cx="1417558" cy="1771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ts val="135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Medium" pitchFamily="34" charset="0"/>
                  <a:ea typeface="Montserrat Medium" pitchFamily="34" charset="-122"/>
                  <a:cs typeface="Montserrat Medium" pitchFamily="34" charset="-120"/>
                </a:rPr>
                <a:t>Tier 2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Text 17"/>
            <p:cNvSpPr/>
            <p:nvPr/>
          </p:nvSpPr>
          <p:spPr>
            <a:xfrm>
              <a:off x="517803" y="5391626"/>
              <a:ext cx="6538079" cy="1814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8 Models (Medium Risk)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2" name="Shape 18"/>
          <p:cNvSpPr/>
          <p:nvPr/>
        </p:nvSpPr>
        <p:spPr>
          <a:xfrm>
            <a:off x="389215" y="6244798"/>
            <a:ext cx="6780014" cy="1167408"/>
          </a:xfrm>
          <a:prstGeom prst="roundRect">
            <a:avLst>
              <a:gd name="adj" fmla="val 4080"/>
            </a:avLst>
          </a:prstGeom>
          <a:solidFill>
            <a:srgbClr val="CCFFFF"/>
          </a:solidFill>
          <a:ln w="7620">
            <a:solidFill>
              <a:srgbClr val="B2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510183" y="6365765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00EDE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2879" y="6455539"/>
            <a:ext cx="152995" cy="152995"/>
          </a:xfrm>
          <a:prstGeom prst="rect">
            <a:avLst/>
          </a:prstGeom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3EECAD78-82E1-9F8C-92FF-9BAEA46B2BE3}"/>
              </a:ext>
            </a:extLst>
          </p:cNvPr>
          <p:cNvGrpSpPr/>
          <p:nvPr/>
        </p:nvGrpSpPr>
        <p:grpSpPr>
          <a:xfrm>
            <a:off x="510183" y="6819274"/>
            <a:ext cx="6538079" cy="471964"/>
            <a:chOff x="517803" y="6381869"/>
            <a:chExt cx="6538079" cy="471964"/>
          </a:xfrm>
        </p:grpSpPr>
        <p:sp>
          <p:nvSpPr>
            <p:cNvPr id="25" name="Text 20"/>
            <p:cNvSpPr/>
            <p:nvPr/>
          </p:nvSpPr>
          <p:spPr>
            <a:xfrm>
              <a:off x="517803" y="6381869"/>
              <a:ext cx="1417558" cy="1771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ts val="135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Medium" pitchFamily="34" charset="0"/>
                  <a:ea typeface="Montserrat Medium" pitchFamily="34" charset="-122"/>
                  <a:cs typeface="Montserrat Medium" pitchFamily="34" charset="-120"/>
                </a:rPr>
                <a:t>Tier 3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Text 21"/>
            <p:cNvSpPr/>
            <p:nvPr/>
          </p:nvSpPr>
          <p:spPr>
            <a:xfrm>
              <a:off x="517803" y="6672382"/>
              <a:ext cx="6538079" cy="1814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4 Models (Low Risk)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7" name="Text 22"/>
          <p:cNvSpPr/>
          <p:nvPr/>
        </p:nvSpPr>
        <p:spPr>
          <a:xfrm>
            <a:off x="7461171" y="613814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Priority Model List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7461171" y="918495"/>
            <a:ext cx="6780014" cy="729139"/>
          </a:xfrm>
          <a:prstGeom prst="roundRect">
            <a:avLst>
              <a:gd name="adj" fmla="val 10033"/>
            </a:avLst>
          </a:prstGeom>
          <a:solidFill>
            <a:srgbClr val="F5F5F5"/>
          </a:solidFill>
          <a:ln w="15240">
            <a:solidFill>
              <a:srgbClr val="B2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7445931" y="918495"/>
            <a:ext cx="60960" cy="729139"/>
          </a:xfrm>
          <a:prstGeom prst="roundRect">
            <a:avLst>
              <a:gd name="adj" fmla="val 78139"/>
            </a:avLst>
          </a:prstGeom>
          <a:solidFill>
            <a:srgbClr val="00EDE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60B3E87-28A3-7C24-3CC9-244F68E493B9}"/>
              </a:ext>
            </a:extLst>
          </p:cNvPr>
          <p:cNvGrpSpPr/>
          <p:nvPr/>
        </p:nvGrpSpPr>
        <p:grpSpPr>
          <a:xfrm>
            <a:off x="7635478" y="1047083"/>
            <a:ext cx="6477119" cy="471963"/>
            <a:chOff x="7635478" y="1382792"/>
            <a:chExt cx="6477119" cy="471963"/>
          </a:xfrm>
        </p:grpSpPr>
        <p:sp>
          <p:nvSpPr>
            <p:cNvPr id="30" name="Text 25"/>
            <p:cNvSpPr/>
            <p:nvPr/>
          </p:nvSpPr>
          <p:spPr>
            <a:xfrm>
              <a:off x="7635478" y="1382792"/>
              <a:ext cx="2692718" cy="1771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ts val="135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Medium" pitchFamily="34" charset="0"/>
                  <a:ea typeface="Montserrat Medium" pitchFamily="34" charset="-122"/>
                  <a:cs typeface="Montserrat Medium" pitchFamily="34" charset="-120"/>
                </a:rPr>
                <a:t>Einstein Contact Models (RSSC &amp; OCI)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Text 26"/>
            <p:cNvSpPr/>
            <p:nvPr/>
          </p:nvSpPr>
          <p:spPr>
            <a:xfrm>
              <a:off x="7635478" y="1673304"/>
              <a:ext cx="6477119" cy="1814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Status: </a:t>
              </a: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In Progress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2" name="Shape 27"/>
          <p:cNvSpPr/>
          <p:nvPr/>
        </p:nvSpPr>
        <p:spPr>
          <a:xfrm>
            <a:off x="7461171" y="1760982"/>
            <a:ext cx="6780014" cy="434340"/>
          </a:xfrm>
          <a:prstGeom prst="roundRect">
            <a:avLst>
              <a:gd name="adj" fmla="val 16842"/>
            </a:avLst>
          </a:prstGeom>
          <a:solidFill>
            <a:srgbClr val="F5F5F5"/>
          </a:solidFill>
          <a:ln w="15240">
            <a:solidFill>
              <a:srgbClr val="B2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28"/>
          <p:cNvSpPr/>
          <p:nvPr/>
        </p:nvSpPr>
        <p:spPr>
          <a:xfrm>
            <a:off x="7445931" y="1760982"/>
            <a:ext cx="60960" cy="434340"/>
          </a:xfrm>
          <a:prstGeom prst="roundRect">
            <a:avLst>
              <a:gd name="adj" fmla="val 78139"/>
            </a:avLst>
          </a:prstGeom>
          <a:solidFill>
            <a:srgbClr val="00EDE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7635478" y="188956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Prospect Sales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0"/>
          <p:cNvSpPr/>
          <p:nvPr/>
        </p:nvSpPr>
        <p:spPr>
          <a:xfrm>
            <a:off x="7461171" y="2308669"/>
            <a:ext cx="6780014" cy="434340"/>
          </a:xfrm>
          <a:prstGeom prst="roundRect">
            <a:avLst>
              <a:gd name="adj" fmla="val 16842"/>
            </a:avLst>
          </a:prstGeom>
          <a:solidFill>
            <a:srgbClr val="F5F5F5"/>
          </a:solidFill>
          <a:ln w="15240">
            <a:solidFill>
              <a:srgbClr val="B2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1"/>
          <p:cNvSpPr/>
          <p:nvPr/>
        </p:nvSpPr>
        <p:spPr>
          <a:xfrm>
            <a:off x="7445931" y="2308669"/>
            <a:ext cx="60960" cy="434340"/>
          </a:xfrm>
          <a:prstGeom prst="roundRect">
            <a:avLst>
              <a:gd name="adj" fmla="val 78139"/>
            </a:avLst>
          </a:prstGeom>
          <a:solidFill>
            <a:srgbClr val="00EDE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7635478" y="2437257"/>
            <a:ext cx="1711762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Guest Upsell Propensity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3"/>
          <p:cNvSpPr/>
          <p:nvPr/>
        </p:nvSpPr>
        <p:spPr>
          <a:xfrm>
            <a:off x="7461171" y="2856357"/>
            <a:ext cx="6780014" cy="434340"/>
          </a:xfrm>
          <a:prstGeom prst="roundRect">
            <a:avLst>
              <a:gd name="adj" fmla="val 16842"/>
            </a:avLst>
          </a:prstGeom>
          <a:solidFill>
            <a:srgbClr val="F5F5F5"/>
          </a:solidFill>
          <a:ln w="15240">
            <a:solidFill>
              <a:srgbClr val="B2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4"/>
          <p:cNvSpPr/>
          <p:nvPr/>
        </p:nvSpPr>
        <p:spPr>
          <a:xfrm>
            <a:off x="7445931" y="2856357"/>
            <a:ext cx="60960" cy="434340"/>
          </a:xfrm>
          <a:prstGeom prst="roundRect">
            <a:avLst>
              <a:gd name="adj" fmla="val 78139"/>
            </a:avLst>
          </a:prstGeom>
          <a:solidFill>
            <a:srgbClr val="00EDE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5"/>
          <p:cNvSpPr/>
          <p:nvPr/>
        </p:nvSpPr>
        <p:spPr>
          <a:xfrm>
            <a:off x="7635478" y="2984944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Revenue Forecast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6"/>
          <p:cNvSpPr/>
          <p:nvPr/>
        </p:nvSpPr>
        <p:spPr>
          <a:xfrm>
            <a:off x="7461171" y="3404044"/>
            <a:ext cx="6780014" cy="434340"/>
          </a:xfrm>
          <a:prstGeom prst="roundRect">
            <a:avLst>
              <a:gd name="adj" fmla="val 16842"/>
            </a:avLst>
          </a:prstGeom>
          <a:solidFill>
            <a:srgbClr val="F5F5F5"/>
          </a:solidFill>
          <a:ln w="15240">
            <a:solidFill>
              <a:srgbClr val="B2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37"/>
          <p:cNvSpPr/>
          <p:nvPr/>
        </p:nvSpPr>
        <p:spPr>
          <a:xfrm>
            <a:off x="7445931" y="3404044"/>
            <a:ext cx="60960" cy="434340"/>
          </a:xfrm>
          <a:prstGeom prst="roundRect">
            <a:avLst>
              <a:gd name="adj" fmla="val 78139"/>
            </a:avLst>
          </a:prstGeom>
          <a:solidFill>
            <a:srgbClr val="00EDE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38"/>
          <p:cNvSpPr/>
          <p:nvPr/>
        </p:nvSpPr>
        <p:spPr>
          <a:xfrm>
            <a:off x="7635478" y="3532632"/>
            <a:ext cx="1702713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Cancellation Propensity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39"/>
          <p:cNvSpPr/>
          <p:nvPr/>
        </p:nvSpPr>
        <p:spPr>
          <a:xfrm>
            <a:off x="7461171" y="4022591"/>
            <a:ext cx="6780014" cy="21788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0"/>
          <p:cNvSpPr/>
          <p:nvPr/>
        </p:nvSpPr>
        <p:spPr>
          <a:xfrm>
            <a:off x="7461171" y="417187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Migration Status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1"/>
          <p:cNvSpPr/>
          <p:nvPr/>
        </p:nvSpPr>
        <p:spPr>
          <a:xfrm>
            <a:off x="7546181" y="4476559"/>
            <a:ext cx="15240" cy="3461742"/>
          </a:xfrm>
          <a:prstGeom prst="roundRect">
            <a:avLst>
              <a:gd name="adj" fmla="val 312558"/>
            </a:avLst>
          </a:prstGeom>
          <a:solidFill>
            <a:srgbClr val="B2E5E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2"/>
          <p:cNvSpPr/>
          <p:nvPr/>
        </p:nvSpPr>
        <p:spPr>
          <a:xfrm>
            <a:off x="7530941" y="4596455"/>
            <a:ext cx="226814" cy="15240"/>
          </a:xfrm>
          <a:prstGeom prst="roundRect">
            <a:avLst>
              <a:gd name="adj" fmla="val 312558"/>
            </a:avLst>
          </a:prstGeom>
          <a:solidFill>
            <a:srgbClr val="B2E5E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3"/>
          <p:cNvSpPr/>
          <p:nvPr/>
        </p:nvSpPr>
        <p:spPr>
          <a:xfrm>
            <a:off x="7503676" y="4561570"/>
            <a:ext cx="85011" cy="85011"/>
          </a:xfrm>
          <a:prstGeom prst="roundRect">
            <a:avLst>
              <a:gd name="adj" fmla="val 537813"/>
            </a:avLst>
          </a:prstGeom>
          <a:solidFill>
            <a:srgbClr val="00EDE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65C4669-5B6C-844D-647A-67198DAC1931}"/>
              </a:ext>
            </a:extLst>
          </p:cNvPr>
          <p:cNvGrpSpPr/>
          <p:nvPr/>
        </p:nvGrpSpPr>
        <p:grpSpPr>
          <a:xfrm>
            <a:off x="7999809" y="4515493"/>
            <a:ext cx="6241375" cy="390303"/>
            <a:chOff x="7999809" y="4851202"/>
            <a:chExt cx="6241375" cy="390303"/>
          </a:xfrm>
        </p:grpSpPr>
        <p:sp>
          <p:nvSpPr>
            <p:cNvPr id="49" name="Text 44"/>
            <p:cNvSpPr/>
            <p:nvPr/>
          </p:nvSpPr>
          <p:spPr>
            <a:xfrm>
              <a:off x="7999809" y="4851202"/>
              <a:ext cx="1417558" cy="1771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ts val="135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Medium" pitchFamily="34" charset="0"/>
                  <a:ea typeface="Montserrat Medium" pitchFamily="34" charset="-122"/>
                  <a:cs typeface="Montserrat Medium" pitchFamily="34" charset="-120"/>
                </a:rPr>
                <a:t>Discovery</a:t>
              </a:r>
              <a:endParaRPr kumimoji="0" 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Text 45"/>
            <p:cNvSpPr/>
            <p:nvPr/>
          </p:nvSpPr>
          <p:spPr>
            <a:xfrm>
              <a:off x="7999809" y="5060054"/>
              <a:ext cx="6241375" cy="1814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Completed: inventory and scope finalized.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1" name="Shape 46"/>
          <p:cNvSpPr/>
          <p:nvPr/>
        </p:nvSpPr>
        <p:spPr>
          <a:xfrm>
            <a:off x="7530941" y="5334166"/>
            <a:ext cx="226814" cy="15240"/>
          </a:xfrm>
          <a:prstGeom prst="roundRect">
            <a:avLst>
              <a:gd name="adj" fmla="val 312558"/>
            </a:avLst>
          </a:prstGeom>
          <a:solidFill>
            <a:srgbClr val="B2E5E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47"/>
          <p:cNvSpPr/>
          <p:nvPr/>
        </p:nvSpPr>
        <p:spPr>
          <a:xfrm>
            <a:off x="7503676" y="5299281"/>
            <a:ext cx="85011" cy="85011"/>
          </a:xfrm>
          <a:prstGeom prst="roundRect">
            <a:avLst>
              <a:gd name="adj" fmla="val 537813"/>
            </a:avLst>
          </a:prstGeom>
          <a:solidFill>
            <a:srgbClr val="00EDE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D98A864-9512-AD09-A85C-D8576547B699}"/>
              </a:ext>
            </a:extLst>
          </p:cNvPr>
          <p:cNvGrpSpPr/>
          <p:nvPr/>
        </p:nvGrpSpPr>
        <p:grpSpPr>
          <a:xfrm>
            <a:off x="7999809" y="5253204"/>
            <a:ext cx="6241375" cy="376356"/>
            <a:chOff x="7999809" y="5588913"/>
            <a:chExt cx="6241375" cy="376356"/>
          </a:xfrm>
        </p:grpSpPr>
        <p:sp>
          <p:nvSpPr>
            <p:cNvPr id="53" name="Text 48"/>
            <p:cNvSpPr/>
            <p:nvPr/>
          </p:nvSpPr>
          <p:spPr>
            <a:xfrm>
              <a:off x="7999809" y="5588913"/>
              <a:ext cx="1693783" cy="1771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ts val="135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Medium" pitchFamily="34" charset="0"/>
                  <a:ea typeface="Montserrat Medium" pitchFamily="34" charset="-122"/>
                  <a:cs typeface="Montserrat Medium" pitchFamily="34" charset="-120"/>
                </a:rPr>
                <a:t>R-to-Python translation</a:t>
              </a: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Text 49"/>
            <p:cNvSpPr/>
            <p:nvPr/>
          </p:nvSpPr>
          <p:spPr>
            <a:xfrm>
              <a:off x="7999809" y="5783818"/>
              <a:ext cx="6241375" cy="1814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Completed for Einstein models.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5" name="Shape 50"/>
          <p:cNvSpPr/>
          <p:nvPr/>
        </p:nvSpPr>
        <p:spPr>
          <a:xfrm>
            <a:off x="7530941" y="6071878"/>
            <a:ext cx="226814" cy="15240"/>
          </a:xfrm>
          <a:prstGeom prst="roundRect">
            <a:avLst>
              <a:gd name="adj" fmla="val 312558"/>
            </a:avLst>
          </a:prstGeom>
          <a:solidFill>
            <a:srgbClr val="B2E5E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1"/>
          <p:cNvSpPr/>
          <p:nvPr/>
        </p:nvSpPr>
        <p:spPr>
          <a:xfrm>
            <a:off x="7503676" y="6036992"/>
            <a:ext cx="85011" cy="85011"/>
          </a:xfrm>
          <a:prstGeom prst="roundRect">
            <a:avLst>
              <a:gd name="adj" fmla="val 537813"/>
            </a:avLst>
          </a:prstGeom>
          <a:solidFill>
            <a:srgbClr val="00EDE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F52C70-F0B0-707B-4F83-2B026D4D5612}"/>
              </a:ext>
            </a:extLst>
          </p:cNvPr>
          <p:cNvGrpSpPr/>
          <p:nvPr/>
        </p:nvGrpSpPr>
        <p:grpSpPr>
          <a:xfrm>
            <a:off x="7999809" y="5990915"/>
            <a:ext cx="6241376" cy="385092"/>
            <a:chOff x="7999809" y="6326624"/>
            <a:chExt cx="6241376" cy="385092"/>
          </a:xfrm>
        </p:grpSpPr>
        <p:sp>
          <p:nvSpPr>
            <p:cNvPr id="57" name="Text 52"/>
            <p:cNvSpPr/>
            <p:nvPr/>
          </p:nvSpPr>
          <p:spPr>
            <a:xfrm>
              <a:off x="7999809" y="6326624"/>
              <a:ext cx="1768673" cy="1771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ts val="135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Medium" pitchFamily="34" charset="0"/>
                  <a:ea typeface="Montserrat Medium" pitchFamily="34" charset="-122"/>
                  <a:cs typeface="Montserrat Medium" pitchFamily="34" charset="-120"/>
                </a:rPr>
                <a:t>Business logic validation</a:t>
              </a: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Text 53"/>
            <p:cNvSpPr/>
            <p:nvPr/>
          </p:nvSpPr>
          <p:spPr>
            <a:xfrm>
              <a:off x="7999810" y="6530265"/>
              <a:ext cx="6241375" cy="1814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Upcoming: business logic and outputs verified.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9" name="Shape 54"/>
          <p:cNvSpPr/>
          <p:nvPr/>
        </p:nvSpPr>
        <p:spPr>
          <a:xfrm>
            <a:off x="7530941" y="6809589"/>
            <a:ext cx="226814" cy="15240"/>
          </a:xfrm>
          <a:prstGeom prst="roundRect">
            <a:avLst>
              <a:gd name="adj" fmla="val 312558"/>
            </a:avLst>
          </a:prstGeom>
          <a:solidFill>
            <a:srgbClr val="B2E5E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55"/>
          <p:cNvSpPr/>
          <p:nvPr/>
        </p:nvSpPr>
        <p:spPr>
          <a:xfrm>
            <a:off x="7503676" y="6774704"/>
            <a:ext cx="85011" cy="85011"/>
          </a:xfrm>
          <a:prstGeom prst="roundRect">
            <a:avLst>
              <a:gd name="adj" fmla="val 537813"/>
            </a:avLst>
          </a:prstGeom>
          <a:solidFill>
            <a:srgbClr val="00EDE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6"/>
          <p:cNvSpPr/>
          <p:nvPr/>
        </p:nvSpPr>
        <p:spPr>
          <a:xfrm>
            <a:off x="7999809" y="6728626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Feature alignment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57"/>
          <p:cNvSpPr/>
          <p:nvPr/>
        </p:nvSpPr>
        <p:spPr>
          <a:xfrm>
            <a:off x="7999809" y="6928412"/>
            <a:ext cx="6241375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progress: align features and interfaces with platform.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Shape 58"/>
          <p:cNvSpPr/>
          <p:nvPr/>
        </p:nvSpPr>
        <p:spPr>
          <a:xfrm>
            <a:off x="7530941" y="7547300"/>
            <a:ext cx="226814" cy="15240"/>
          </a:xfrm>
          <a:prstGeom prst="roundRect">
            <a:avLst>
              <a:gd name="adj" fmla="val 312558"/>
            </a:avLst>
          </a:prstGeom>
          <a:solidFill>
            <a:srgbClr val="B2E5E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Shape 59"/>
          <p:cNvSpPr/>
          <p:nvPr/>
        </p:nvSpPr>
        <p:spPr>
          <a:xfrm>
            <a:off x="7503676" y="7512415"/>
            <a:ext cx="85011" cy="85011"/>
          </a:xfrm>
          <a:prstGeom prst="roundRect">
            <a:avLst>
              <a:gd name="adj" fmla="val 537813"/>
            </a:avLst>
          </a:prstGeom>
          <a:solidFill>
            <a:srgbClr val="00EDE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60"/>
          <p:cNvSpPr/>
          <p:nvPr/>
        </p:nvSpPr>
        <p:spPr>
          <a:xfrm>
            <a:off x="7999809" y="746633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Deployment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61"/>
          <p:cNvSpPr/>
          <p:nvPr/>
        </p:nvSpPr>
        <p:spPr>
          <a:xfrm>
            <a:off x="7999809" y="7636382"/>
            <a:ext cx="6241375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Upcoming: rollout to OCI environments and monitor.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5037" y="616089"/>
            <a:ext cx="76309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50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Month-Ahead Project Plan</a:t>
            </a:r>
            <a:endParaRPr lang="en-US" sz="3500"/>
          </a:p>
        </p:txBody>
      </p:sp>
      <p:sp>
        <p:nvSpPr>
          <p:cNvPr id="3" name="Shape 1"/>
          <p:cNvSpPr/>
          <p:nvPr/>
        </p:nvSpPr>
        <p:spPr>
          <a:xfrm>
            <a:off x="7299960" y="2018467"/>
            <a:ext cx="30480" cy="5355074"/>
          </a:xfrm>
          <a:prstGeom prst="roundRect">
            <a:avLst>
              <a:gd name="adj" fmla="val 312558"/>
            </a:avLst>
          </a:prstGeom>
          <a:solidFill>
            <a:srgbClr val="B2E5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10087" y="2258378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2E5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060049" y="201846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FFFF"/>
          </a:solidFill>
          <a:ln w="7620">
            <a:solidFill>
              <a:srgbClr val="B2E5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45119" y="206097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</a:t>
            </a:r>
            <a:endParaRPr lang="en-US" sz="2650"/>
          </a:p>
        </p:txBody>
      </p:sp>
      <p:sp>
        <p:nvSpPr>
          <p:cNvPr id="7" name="Text 5"/>
          <p:cNvSpPr/>
          <p:nvPr/>
        </p:nvSpPr>
        <p:spPr>
          <a:xfrm>
            <a:off x="3345894" y="20963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Week 1–2</a:t>
            </a:r>
            <a:endParaRPr lang="en-US" sz="22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8E9954E-DE3E-1834-6146-500A4D922A27}"/>
              </a:ext>
            </a:extLst>
          </p:cNvPr>
          <p:cNvGrpSpPr/>
          <p:nvPr/>
        </p:nvGrpSpPr>
        <p:grpSpPr>
          <a:xfrm>
            <a:off x="793790" y="2586752"/>
            <a:ext cx="5387340" cy="1973104"/>
            <a:chOff x="793790" y="2586752"/>
            <a:chExt cx="5387340" cy="1973104"/>
          </a:xfrm>
        </p:grpSpPr>
        <p:sp>
          <p:nvSpPr>
            <p:cNvPr id="8" name="Text 6"/>
            <p:cNvSpPr/>
            <p:nvPr/>
          </p:nvSpPr>
          <p:spPr>
            <a:xfrm>
              <a:off x="793790" y="2586752"/>
              <a:ext cx="5387340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2850"/>
                </a:lnSpc>
                <a:buSzPct val="100000"/>
                <a:buChar char="•"/>
              </a:pPr>
              <a:r>
                <a:rPr lang="en-US" sz="1750">
                  <a:solidFill>
                    <a:srgbClr val="00000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Finalize CI/CD pipelines for training and scoring</a:t>
              </a:r>
              <a:endParaRPr lang="en-US" sz="1750"/>
            </a:p>
          </p:txBody>
        </p:sp>
        <p:sp>
          <p:nvSpPr>
            <p:cNvPr id="9" name="Text 7"/>
            <p:cNvSpPr/>
            <p:nvPr/>
          </p:nvSpPr>
          <p:spPr>
            <a:xfrm>
              <a:off x="793790" y="3391853"/>
              <a:ext cx="5387340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850"/>
                </a:lnSpc>
                <a:buSzPct val="100000"/>
                <a:buChar char="•"/>
              </a:pPr>
              <a:r>
                <a:rPr lang="en-US" sz="1750">
                  <a:solidFill>
                    <a:srgbClr val="00000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Set up initial feature store tables</a:t>
              </a:r>
              <a:endParaRPr lang="en-US" sz="1750"/>
            </a:p>
          </p:txBody>
        </p:sp>
        <p:sp>
          <p:nvSpPr>
            <p:cNvPr id="10" name="Text 8"/>
            <p:cNvSpPr/>
            <p:nvPr/>
          </p:nvSpPr>
          <p:spPr>
            <a:xfrm>
              <a:off x="793790" y="3834051"/>
              <a:ext cx="5387340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2850"/>
                </a:lnSpc>
                <a:buSzPct val="100000"/>
                <a:buChar char="•"/>
              </a:pPr>
              <a:r>
                <a:rPr lang="en-US" sz="1750">
                  <a:solidFill>
                    <a:srgbClr val="00000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Refactor two R models to Snowpark-compatible versions</a:t>
              </a:r>
              <a:endParaRPr lang="en-US" sz="1750"/>
            </a:p>
          </p:txBody>
        </p:sp>
      </p:grpSp>
      <p:sp>
        <p:nvSpPr>
          <p:cNvPr id="11" name="Shape 9"/>
          <p:cNvSpPr/>
          <p:nvPr/>
        </p:nvSpPr>
        <p:spPr>
          <a:xfrm>
            <a:off x="7539871" y="3619262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2E5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060049" y="337935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FFFF"/>
          </a:solidFill>
          <a:ln w="7620">
            <a:solidFill>
              <a:srgbClr val="B2E5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145119" y="342185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2</a:t>
            </a:r>
            <a:endParaRPr lang="en-US" sz="2650"/>
          </a:p>
        </p:txBody>
      </p:sp>
      <p:sp>
        <p:nvSpPr>
          <p:cNvPr id="14" name="Text 12"/>
          <p:cNvSpPr/>
          <p:nvPr/>
        </p:nvSpPr>
        <p:spPr>
          <a:xfrm>
            <a:off x="8449270" y="34572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Week 3–4</a:t>
            </a:r>
            <a:endParaRPr lang="en-US" sz="2200"/>
          </a:p>
        </p:txBody>
      </p:sp>
      <p:sp>
        <p:nvSpPr>
          <p:cNvPr id="18" name="Shape 16"/>
          <p:cNvSpPr/>
          <p:nvPr/>
        </p:nvSpPr>
        <p:spPr>
          <a:xfrm>
            <a:off x="6410087" y="5253395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2E5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060049" y="501348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FFFF"/>
          </a:solidFill>
          <a:ln w="7620">
            <a:solidFill>
              <a:srgbClr val="B2E5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145119" y="505598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3</a:t>
            </a:r>
            <a:endParaRPr lang="en-US" sz="2650"/>
          </a:p>
        </p:txBody>
      </p:sp>
      <p:sp>
        <p:nvSpPr>
          <p:cNvPr id="21" name="Text 19"/>
          <p:cNvSpPr/>
          <p:nvPr/>
        </p:nvSpPr>
        <p:spPr>
          <a:xfrm>
            <a:off x="3345894" y="50913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Week 5–6</a:t>
            </a:r>
            <a:endParaRPr lang="en-US" sz="22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BC51EA0-3D02-A410-0FB5-4821C160613D}"/>
              </a:ext>
            </a:extLst>
          </p:cNvPr>
          <p:cNvGrpSpPr/>
          <p:nvPr/>
        </p:nvGrpSpPr>
        <p:grpSpPr>
          <a:xfrm>
            <a:off x="793790" y="3947636"/>
            <a:ext cx="13042820" cy="2878184"/>
            <a:chOff x="793790" y="3947636"/>
            <a:chExt cx="13042820" cy="2878184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9C7D2F0-1DC0-9405-4BDE-813D4026D907}"/>
                </a:ext>
              </a:extLst>
            </p:cNvPr>
            <p:cNvGrpSpPr/>
            <p:nvPr/>
          </p:nvGrpSpPr>
          <p:grpSpPr>
            <a:xfrm>
              <a:off x="8449270" y="3947636"/>
              <a:ext cx="5387340" cy="1973104"/>
              <a:chOff x="8449270" y="3947636"/>
              <a:chExt cx="5387340" cy="1973104"/>
            </a:xfrm>
          </p:grpSpPr>
          <p:sp>
            <p:nvSpPr>
              <p:cNvPr id="15" name="Text 13"/>
              <p:cNvSpPr/>
              <p:nvPr/>
            </p:nvSpPr>
            <p:spPr>
              <a:xfrm>
                <a:off x="8449270" y="3947636"/>
                <a:ext cx="5387340" cy="36290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342900" indent="-342900" algn="l">
                  <a:lnSpc>
                    <a:spcPts val="2850"/>
                  </a:lnSpc>
                  <a:buSzPct val="100000"/>
                  <a:buChar char="•"/>
                </a:pPr>
                <a:r>
                  <a:rPr lang="en-US" sz="1750">
                    <a:solidFill>
                      <a:srgbClr val="000000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Automate model training workflows</a:t>
                </a:r>
                <a:endParaRPr lang="en-US" sz="1750"/>
              </a:p>
            </p:txBody>
          </p:sp>
          <p:sp>
            <p:nvSpPr>
              <p:cNvPr id="16" name="Text 14"/>
              <p:cNvSpPr/>
              <p:nvPr/>
            </p:nvSpPr>
            <p:spPr>
              <a:xfrm>
                <a:off x="8449270" y="4389834"/>
                <a:ext cx="5387340" cy="725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342900" indent="-342900" algn="l">
                  <a:lnSpc>
                    <a:spcPts val="2850"/>
                  </a:lnSpc>
                  <a:buSzPct val="100000"/>
                  <a:buChar char="•"/>
                </a:pPr>
                <a:r>
                  <a:rPr lang="en-US" sz="1750">
                    <a:solidFill>
                      <a:srgbClr val="000000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Implement monitoring dashboards (performance + drift)</a:t>
                </a:r>
                <a:endParaRPr lang="en-US" sz="1750"/>
              </a:p>
            </p:txBody>
          </p:sp>
          <p:sp>
            <p:nvSpPr>
              <p:cNvPr id="17" name="Text 15"/>
              <p:cNvSpPr/>
              <p:nvPr/>
            </p:nvSpPr>
            <p:spPr>
              <a:xfrm>
                <a:off x="8449270" y="5194935"/>
                <a:ext cx="5387340" cy="725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342900" indent="-342900" algn="l">
                  <a:lnSpc>
                    <a:spcPts val="2850"/>
                  </a:lnSpc>
                  <a:buSzPct val="100000"/>
                  <a:buChar char="•"/>
                </a:pPr>
                <a:r>
                  <a:rPr lang="en-US" sz="1750">
                    <a:solidFill>
                      <a:srgbClr val="000000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Complete validation pack for first migrated model</a:t>
                </a:r>
                <a:endParaRPr lang="en-US" sz="1750"/>
              </a:p>
            </p:txBody>
          </p:sp>
        </p:grpSp>
        <p:sp>
          <p:nvSpPr>
            <p:cNvPr id="22" name="Text 20"/>
            <p:cNvSpPr/>
            <p:nvPr/>
          </p:nvSpPr>
          <p:spPr>
            <a:xfrm>
              <a:off x="793790" y="5581769"/>
              <a:ext cx="5387340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850"/>
                </a:lnSpc>
                <a:buSzPct val="100000"/>
                <a:buChar char="•"/>
              </a:pPr>
              <a:r>
                <a:rPr lang="en-US" sz="1750">
                  <a:solidFill>
                    <a:srgbClr val="00000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Move migrated models into staging</a:t>
              </a:r>
              <a:endParaRPr lang="en-US" sz="1750"/>
            </a:p>
          </p:txBody>
        </p:sp>
        <p:sp>
          <p:nvSpPr>
            <p:cNvPr id="23" name="Text 21"/>
            <p:cNvSpPr/>
            <p:nvPr/>
          </p:nvSpPr>
          <p:spPr>
            <a:xfrm>
              <a:off x="793790" y="6023967"/>
              <a:ext cx="5387340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2850"/>
                </a:lnSpc>
                <a:buSzPct val="100000"/>
                <a:buChar char="•"/>
              </a:pPr>
              <a:r>
                <a:rPr lang="en-US" sz="1750">
                  <a:solidFill>
                    <a:srgbClr val="00000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System stabilization and performance tuning</a:t>
              </a:r>
              <a:endParaRPr lang="en-US" sz="1750"/>
            </a:p>
          </p:txBody>
        </p:sp>
        <p:sp>
          <p:nvSpPr>
            <p:cNvPr id="24" name="Text 22"/>
            <p:cNvSpPr/>
            <p:nvPr/>
          </p:nvSpPr>
          <p:spPr>
            <a:xfrm>
              <a:off x="793790" y="6462917"/>
              <a:ext cx="5387340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850"/>
                </a:lnSpc>
                <a:buSzPct val="100000"/>
                <a:buChar char="•"/>
              </a:pPr>
              <a:r>
                <a:rPr lang="en-US" sz="1750">
                  <a:solidFill>
                    <a:srgbClr val="00000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Finalize Golden Process v1 documentation</a:t>
              </a:r>
              <a:endParaRPr lang="en-US" sz="175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0788" y="464225"/>
            <a:ext cx="5864423" cy="52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Golden Process Framework</a:t>
            </a:r>
            <a:endParaRPr lang="en-US" sz="330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88" y="1244918"/>
            <a:ext cx="844034" cy="163056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03534" y="1369059"/>
            <a:ext cx="2110026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Intake</a:t>
            </a:r>
            <a:endParaRPr lang="en-US" sz="200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9694639-2C66-A1CB-8361-BF4D3741029B}"/>
              </a:ext>
            </a:extLst>
          </p:cNvPr>
          <p:cNvGrpSpPr/>
          <p:nvPr/>
        </p:nvGrpSpPr>
        <p:grpSpPr>
          <a:xfrm>
            <a:off x="1603534" y="1733986"/>
            <a:ext cx="6949678" cy="928211"/>
            <a:chOff x="1603534" y="1778556"/>
            <a:chExt cx="6949678" cy="928211"/>
          </a:xfrm>
        </p:grpSpPr>
        <p:sp>
          <p:nvSpPr>
            <p:cNvPr id="6" name="Text 2"/>
            <p:cNvSpPr/>
            <p:nvPr/>
          </p:nvSpPr>
          <p:spPr>
            <a:xfrm>
              <a:off x="1603534" y="1778556"/>
              <a:ext cx="6949678" cy="27003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100"/>
                </a:lnSpc>
                <a:buSzPct val="100000"/>
                <a:buChar char="•"/>
              </a:pPr>
              <a:r>
                <a:rPr lang="en-US" sz="1500">
                  <a:solidFill>
                    <a:srgbClr val="00000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Structured request intake</a:t>
              </a:r>
              <a:endParaRPr lang="en-US" sz="1500"/>
            </a:p>
          </p:txBody>
        </p:sp>
        <p:sp>
          <p:nvSpPr>
            <p:cNvPr id="7" name="Text 3"/>
            <p:cNvSpPr/>
            <p:nvPr/>
          </p:nvSpPr>
          <p:spPr>
            <a:xfrm>
              <a:off x="1603534" y="2107644"/>
              <a:ext cx="6949678" cy="27003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100"/>
                </a:lnSpc>
                <a:buSzPct val="100000"/>
                <a:buChar char="•"/>
              </a:pPr>
              <a:r>
                <a:rPr lang="en-US" sz="1500">
                  <a:solidFill>
                    <a:srgbClr val="00000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Clear success metrics</a:t>
              </a:r>
              <a:endParaRPr lang="en-US" sz="1500"/>
            </a:p>
          </p:txBody>
        </p:sp>
        <p:sp>
          <p:nvSpPr>
            <p:cNvPr id="8" name="Text 4"/>
            <p:cNvSpPr/>
            <p:nvPr/>
          </p:nvSpPr>
          <p:spPr>
            <a:xfrm>
              <a:off x="1603534" y="2436733"/>
              <a:ext cx="6949678" cy="27003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100"/>
                </a:lnSpc>
                <a:buSzPct val="100000"/>
                <a:buChar char="•"/>
              </a:pPr>
              <a:r>
                <a:rPr lang="en-US" sz="1500">
                  <a:solidFill>
                    <a:srgbClr val="00000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Model risk classification</a:t>
              </a:r>
              <a:endParaRPr lang="en-US" sz="1500"/>
            </a:p>
          </p:txBody>
        </p:sp>
      </p:grp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88" y="2875478"/>
            <a:ext cx="844034" cy="16305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03534" y="3044190"/>
            <a:ext cx="2110026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Development</a:t>
            </a:r>
            <a:endParaRPr lang="en-US" sz="20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54CEE4E-4CB4-ED65-65B4-EC59EB986C53}"/>
              </a:ext>
            </a:extLst>
          </p:cNvPr>
          <p:cNvGrpSpPr/>
          <p:nvPr/>
        </p:nvGrpSpPr>
        <p:grpSpPr>
          <a:xfrm>
            <a:off x="1603534" y="3409117"/>
            <a:ext cx="6949678" cy="928211"/>
            <a:chOff x="1603534" y="3409117"/>
            <a:chExt cx="6949678" cy="928211"/>
          </a:xfrm>
        </p:grpSpPr>
        <p:sp>
          <p:nvSpPr>
            <p:cNvPr id="11" name="Text 6"/>
            <p:cNvSpPr/>
            <p:nvPr/>
          </p:nvSpPr>
          <p:spPr>
            <a:xfrm>
              <a:off x="1603534" y="3409117"/>
              <a:ext cx="6949678" cy="27003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100"/>
                </a:lnSpc>
                <a:buSzPct val="100000"/>
                <a:buChar char="•"/>
              </a:pPr>
              <a:r>
                <a:rPr lang="en-US" sz="1500">
                  <a:solidFill>
                    <a:srgbClr val="00000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Refactoring R models into Snowpark Python</a:t>
              </a:r>
              <a:endParaRPr lang="en-US" sz="1500"/>
            </a:p>
          </p:txBody>
        </p:sp>
        <p:sp>
          <p:nvSpPr>
            <p:cNvPr id="12" name="Text 7"/>
            <p:cNvSpPr/>
            <p:nvPr/>
          </p:nvSpPr>
          <p:spPr>
            <a:xfrm>
              <a:off x="1603534" y="3738205"/>
              <a:ext cx="6949678" cy="27003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100"/>
                </a:lnSpc>
                <a:buSzPct val="100000"/>
                <a:buChar char="•"/>
              </a:pPr>
              <a:r>
                <a:rPr lang="en-US" sz="1500">
                  <a:solidFill>
                    <a:srgbClr val="00000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Integrating features into the feature store</a:t>
              </a:r>
              <a:endParaRPr lang="en-US" sz="1500"/>
            </a:p>
          </p:txBody>
        </p:sp>
        <p:sp>
          <p:nvSpPr>
            <p:cNvPr id="13" name="Text 8"/>
            <p:cNvSpPr/>
            <p:nvPr/>
          </p:nvSpPr>
          <p:spPr>
            <a:xfrm>
              <a:off x="1603534" y="4067294"/>
              <a:ext cx="6949678" cy="27003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100"/>
                </a:lnSpc>
                <a:buSzPct val="100000"/>
                <a:buChar char="•"/>
              </a:pPr>
              <a:r>
                <a:rPr lang="en-US" sz="1500">
                  <a:solidFill>
                    <a:srgbClr val="00000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Version-controlled workflows</a:t>
              </a:r>
              <a:endParaRPr lang="en-US" sz="1500"/>
            </a:p>
          </p:txBody>
        </p:sp>
      </p:grp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788" y="4506039"/>
            <a:ext cx="844034" cy="163056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03534" y="4674751"/>
            <a:ext cx="2110026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Testing</a:t>
            </a:r>
            <a:endParaRPr lang="en-US" sz="20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4342869-2DDA-7D9C-585A-150BFD3F31B3}"/>
              </a:ext>
            </a:extLst>
          </p:cNvPr>
          <p:cNvGrpSpPr/>
          <p:nvPr/>
        </p:nvGrpSpPr>
        <p:grpSpPr>
          <a:xfrm>
            <a:off x="1603534" y="5039678"/>
            <a:ext cx="6949678" cy="928211"/>
            <a:chOff x="1603534" y="5039678"/>
            <a:chExt cx="6949678" cy="928211"/>
          </a:xfrm>
        </p:grpSpPr>
        <p:sp>
          <p:nvSpPr>
            <p:cNvPr id="16" name="Text 10"/>
            <p:cNvSpPr/>
            <p:nvPr/>
          </p:nvSpPr>
          <p:spPr>
            <a:xfrm>
              <a:off x="1603534" y="5039678"/>
              <a:ext cx="6949678" cy="27003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100"/>
                </a:lnSpc>
                <a:buSzPct val="100000"/>
                <a:buChar char="•"/>
              </a:pPr>
              <a:r>
                <a:rPr lang="en-US" sz="1500">
                  <a:solidFill>
                    <a:srgbClr val="00000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Statistical validation</a:t>
              </a:r>
              <a:endParaRPr lang="en-US" sz="1500"/>
            </a:p>
          </p:txBody>
        </p:sp>
        <p:sp>
          <p:nvSpPr>
            <p:cNvPr id="17" name="Text 11"/>
            <p:cNvSpPr/>
            <p:nvPr/>
          </p:nvSpPr>
          <p:spPr>
            <a:xfrm>
              <a:off x="1603534" y="5368766"/>
              <a:ext cx="6949678" cy="27003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100"/>
                </a:lnSpc>
                <a:buSzPct val="100000"/>
                <a:buChar char="•"/>
              </a:pPr>
              <a:r>
                <a:rPr lang="en-US" sz="1500">
                  <a:solidFill>
                    <a:srgbClr val="00000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Drift analysis</a:t>
              </a:r>
              <a:endParaRPr lang="en-US" sz="1500"/>
            </a:p>
          </p:txBody>
        </p:sp>
        <p:sp>
          <p:nvSpPr>
            <p:cNvPr id="18" name="Text 12"/>
            <p:cNvSpPr/>
            <p:nvPr/>
          </p:nvSpPr>
          <p:spPr>
            <a:xfrm>
              <a:off x="1603534" y="5697855"/>
              <a:ext cx="6949678" cy="27003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100"/>
                </a:lnSpc>
                <a:buSzPct val="100000"/>
                <a:buChar char="•"/>
              </a:pPr>
              <a:r>
                <a:rPr lang="en-US" sz="1500">
                  <a:solidFill>
                    <a:srgbClr val="00000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Model card creation</a:t>
              </a:r>
              <a:endParaRPr lang="en-US" sz="1500"/>
            </a:p>
          </p:txBody>
        </p:sp>
      </p:grp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788" y="6136600"/>
            <a:ext cx="844034" cy="163056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603534" y="6305312"/>
            <a:ext cx="2110026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Deployment</a:t>
            </a:r>
            <a:endParaRPr lang="en-US" sz="20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CCC123C-2A2F-AE0C-0DAB-950BD4E1A7D0}"/>
              </a:ext>
            </a:extLst>
          </p:cNvPr>
          <p:cNvGrpSpPr/>
          <p:nvPr/>
        </p:nvGrpSpPr>
        <p:grpSpPr>
          <a:xfrm>
            <a:off x="1603534" y="6670238"/>
            <a:ext cx="6949678" cy="928212"/>
            <a:chOff x="1603534" y="6670238"/>
            <a:chExt cx="6949678" cy="928212"/>
          </a:xfrm>
        </p:grpSpPr>
        <p:sp>
          <p:nvSpPr>
            <p:cNvPr id="21" name="Text 14"/>
            <p:cNvSpPr/>
            <p:nvPr/>
          </p:nvSpPr>
          <p:spPr>
            <a:xfrm>
              <a:off x="1603534" y="6670238"/>
              <a:ext cx="6949678" cy="27003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100"/>
                </a:lnSpc>
                <a:buSzPct val="100000"/>
                <a:buChar char="•"/>
              </a:pPr>
              <a:r>
                <a:rPr lang="en-US" sz="1500">
                  <a:solidFill>
                    <a:srgbClr val="00000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CI-driven promotion</a:t>
              </a:r>
              <a:endParaRPr lang="en-US" sz="1500"/>
            </a:p>
          </p:txBody>
        </p:sp>
        <p:sp>
          <p:nvSpPr>
            <p:cNvPr id="22" name="Text 15"/>
            <p:cNvSpPr/>
            <p:nvPr/>
          </p:nvSpPr>
          <p:spPr>
            <a:xfrm>
              <a:off x="1603534" y="6999327"/>
              <a:ext cx="6949678" cy="27003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100"/>
                </a:lnSpc>
                <a:buSzPct val="100000"/>
                <a:buChar char="•"/>
              </a:pPr>
              <a:r>
                <a:rPr lang="en-US" sz="1500">
                  <a:solidFill>
                    <a:srgbClr val="00000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Rollback strategy implemented</a:t>
              </a:r>
              <a:endParaRPr lang="en-US" sz="1500"/>
            </a:p>
          </p:txBody>
        </p:sp>
        <p:sp>
          <p:nvSpPr>
            <p:cNvPr id="23" name="Text 16"/>
            <p:cNvSpPr/>
            <p:nvPr/>
          </p:nvSpPr>
          <p:spPr>
            <a:xfrm>
              <a:off x="1603534" y="7328416"/>
              <a:ext cx="6949678" cy="27003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100"/>
                </a:lnSpc>
                <a:buSzPct val="100000"/>
                <a:buChar char="•"/>
              </a:pPr>
              <a:r>
                <a:rPr lang="en-US" sz="1500">
                  <a:solidFill>
                    <a:srgbClr val="00000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Model registry tagging and lineage tracking</a:t>
              </a:r>
              <a:endParaRPr lang="en-US" sz="1500"/>
            </a:p>
          </p:txBody>
        </p:sp>
      </p:grpSp>
      <p:pic>
        <p:nvPicPr>
          <p:cNvPr id="29" name="Graphic 28">
            <a:extLst>
              <a:ext uri="{FF2B5EF4-FFF2-40B4-BE49-F238E27FC236}">
                <a16:creationId xmlns:a16="http://schemas.microsoft.com/office/drawing/2014/main" id="{367C823F-F513-F6CA-F0ED-316B318FC3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2935" r="49854" b="2935"/>
          <a:stretch>
            <a:fillRect/>
          </a:stretch>
        </p:blipFill>
        <p:spPr>
          <a:xfrm>
            <a:off x="8465149" y="728008"/>
            <a:ext cx="6165251" cy="6858000"/>
          </a:xfrm>
          <a:custGeom>
            <a:avLst/>
            <a:gdLst>
              <a:gd name="connsiteX0" fmla="*/ 0 w 6165251"/>
              <a:gd name="connsiteY0" fmla="*/ 0 h 6858000"/>
              <a:gd name="connsiteX1" fmla="*/ 6165251 w 6165251"/>
              <a:gd name="connsiteY1" fmla="*/ 0 h 6858000"/>
              <a:gd name="connsiteX2" fmla="*/ 6165251 w 6165251"/>
              <a:gd name="connsiteY2" fmla="*/ 6858000 h 6858000"/>
              <a:gd name="connsiteX3" fmla="*/ 0 w 616525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65251" h="6858000">
                <a:moveTo>
                  <a:pt x="0" y="0"/>
                </a:moveTo>
                <a:lnTo>
                  <a:pt x="6165251" y="0"/>
                </a:lnTo>
                <a:lnTo>
                  <a:pt x="6165251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00544" y="616506"/>
            <a:ext cx="7177207" cy="699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350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Innovation Opportunities</a:t>
            </a:r>
            <a:endParaRPr lang="en-US" sz="350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3669" y="1652111"/>
            <a:ext cx="559713" cy="5597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23179" y="1784985"/>
            <a:ext cx="2799040" cy="349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Feature Store</a:t>
            </a:r>
            <a:endParaRPr lang="en-US" sz="2200"/>
          </a:p>
        </p:txBody>
      </p:sp>
      <p:sp>
        <p:nvSpPr>
          <p:cNvPr id="6" name="Text 2"/>
          <p:cNvSpPr/>
          <p:nvPr/>
        </p:nvSpPr>
        <p:spPr>
          <a:xfrm>
            <a:off x="1623179" y="2269093"/>
            <a:ext cx="6737152" cy="358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Centralizing feature logic to improve reuse and auditing</a:t>
            </a:r>
            <a:endParaRPr lang="en-US" sz="175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3669" y="3075146"/>
            <a:ext cx="559713" cy="5597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23179" y="3208020"/>
            <a:ext cx="4142423" cy="349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Snowpark Container Services</a:t>
            </a:r>
            <a:endParaRPr lang="en-US" sz="2200"/>
          </a:p>
        </p:txBody>
      </p:sp>
      <p:sp>
        <p:nvSpPr>
          <p:cNvPr id="9" name="Text 4"/>
          <p:cNvSpPr/>
          <p:nvPr/>
        </p:nvSpPr>
        <p:spPr>
          <a:xfrm>
            <a:off x="1623179" y="3692128"/>
            <a:ext cx="6737152" cy="716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 for custom R logic and hybrid runtimes during transition</a:t>
            </a:r>
            <a:endParaRPr lang="en-US" sz="175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3669" y="4856440"/>
            <a:ext cx="559713" cy="5597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23179" y="4989314"/>
            <a:ext cx="2799040" cy="349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Dynamic Tables</a:t>
            </a:r>
            <a:endParaRPr lang="en-US" sz="2200"/>
          </a:p>
        </p:txBody>
      </p:sp>
      <p:sp>
        <p:nvSpPr>
          <p:cNvPr id="12" name="Text 6"/>
          <p:cNvSpPr/>
          <p:nvPr/>
        </p:nvSpPr>
        <p:spPr>
          <a:xfrm>
            <a:off x="1623179" y="5473422"/>
            <a:ext cx="6737152" cy="358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data refresh and retraining triggers</a:t>
            </a:r>
            <a:endParaRPr lang="en-US" sz="175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3669" y="6279475"/>
            <a:ext cx="559713" cy="55971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623179" y="6412349"/>
            <a:ext cx="2799040" cy="349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Cortex AI</a:t>
            </a:r>
            <a:endParaRPr lang="en-US" sz="2200"/>
          </a:p>
        </p:txBody>
      </p:sp>
      <p:sp>
        <p:nvSpPr>
          <p:cNvPr id="15" name="Text 8"/>
          <p:cNvSpPr/>
          <p:nvPr/>
        </p:nvSpPr>
        <p:spPr>
          <a:xfrm>
            <a:off x="1623179" y="6896457"/>
            <a:ext cx="6737152" cy="716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LLM-powered applications for guest personalization and content analysis</a:t>
            </a:r>
            <a:endParaRPr lang="en-US" sz="1750"/>
          </a:p>
        </p:txBody>
      </p:sp>
      <p:pic>
        <p:nvPicPr>
          <p:cNvPr id="138" name="Picture 137">
            <a:extLst>
              <a:ext uri="{FF2B5EF4-FFF2-40B4-BE49-F238E27FC236}">
                <a16:creationId xmlns:a16="http://schemas.microsoft.com/office/drawing/2014/main" id="{3576D028-E5AE-D40A-1AD1-86A7090D7375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7593" t="1041" r="19194" b="-1041"/>
          <a:stretch>
            <a:fillRect/>
          </a:stretch>
        </p:blipFill>
        <p:spPr>
          <a:xfrm>
            <a:off x="5765602" y="588993"/>
            <a:ext cx="8506739" cy="6454477"/>
          </a:xfrm>
          <a:prstGeom prst="rect">
            <a:avLst/>
          </a:prstGeom>
        </p:spPr>
      </p:pic>
      <p:sp>
        <p:nvSpPr>
          <p:cNvPr id="139" name="Rectangle 138">
            <a:extLst>
              <a:ext uri="{FF2B5EF4-FFF2-40B4-BE49-F238E27FC236}">
                <a16:creationId xmlns:a16="http://schemas.microsoft.com/office/drawing/2014/main" id="{E4D95434-154D-986C-B8B0-1AEDD4A19E26}"/>
              </a:ext>
            </a:extLst>
          </p:cNvPr>
          <p:cNvSpPr/>
          <p:nvPr/>
        </p:nvSpPr>
        <p:spPr>
          <a:xfrm>
            <a:off x="11822067" y="6469644"/>
            <a:ext cx="2187146" cy="506627"/>
          </a:xfrm>
          <a:prstGeom prst="rect">
            <a:avLst/>
          </a:prstGeom>
          <a:solidFill>
            <a:srgbClr val="A2F3F3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P Telegraf"/>
              <a:ea typeface="+mn-ea"/>
              <a:cs typeface="+mn-cs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65A6ABEA-5E62-638F-34BA-D3B42A406607}"/>
              </a:ext>
            </a:extLst>
          </p:cNvPr>
          <p:cNvSpPr txBox="1"/>
          <p:nvPr/>
        </p:nvSpPr>
        <p:spPr>
          <a:xfrm>
            <a:off x="11580772" y="6486247"/>
            <a:ext cx="2691569" cy="286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GB" sz="1400" b="1">
                <a:solidFill>
                  <a:srgbClr val="314550"/>
                </a:solidFill>
                <a:latin typeface="Montserrat" pitchFamily="2" charset="77"/>
              </a:rPr>
              <a:t>Innovation</a:t>
            </a:r>
          </a:p>
        </p:txBody>
      </p:sp>
      <p:sp>
        <p:nvSpPr>
          <p:cNvPr id="141" name="Hexagon 140">
            <a:extLst>
              <a:ext uri="{FF2B5EF4-FFF2-40B4-BE49-F238E27FC236}">
                <a16:creationId xmlns:a16="http://schemas.microsoft.com/office/drawing/2014/main" id="{708A0746-746A-E591-601D-F704B49DCEDA}"/>
              </a:ext>
            </a:extLst>
          </p:cNvPr>
          <p:cNvSpPr/>
          <p:nvPr/>
        </p:nvSpPr>
        <p:spPr>
          <a:xfrm>
            <a:off x="8180853" y="5299871"/>
            <a:ext cx="1018232" cy="870857"/>
          </a:xfrm>
          <a:prstGeom prst="hexagon">
            <a:avLst/>
          </a:prstGeom>
          <a:solidFill>
            <a:srgbClr val="053057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8AA57E08-EFFF-CF2B-558E-843FA7092AF3}"/>
              </a:ext>
            </a:extLst>
          </p:cNvPr>
          <p:cNvSpPr txBox="1"/>
          <p:nvPr/>
        </p:nvSpPr>
        <p:spPr>
          <a:xfrm>
            <a:off x="8144203" y="5604493"/>
            <a:ext cx="10915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100">
                <a:solidFill>
                  <a:srgbClr val="FFFFFF"/>
                </a:solidFill>
                <a:latin typeface="Montserrat" pitchFamily="2" charset="77"/>
              </a:rPr>
              <a:t>Feature Store</a:t>
            </a:r>
          </a:p>
        </p:txBody>
      </p:sp>
      <p:sp>
        <p:nvSpPr>
          <p:cNvPr id="143" name="Hexagon 142">
            <a:extLst>
              <a:ext uri="{FF2B5EF4-FFF2-40B4-BE49-F238E27FC236}">
                <a16:creationId xmlns:a16="http://schemas.microsoft.com/office/drawing/2014/main" id="{7F4E515A-0B13-5E43-A8B9-E9E62070678B}"/>
              </a:ext>
            </a:extLst>
          </p:cNvPr>
          <p:cNvSpPr/>
          <p:nvPr/>
        </p:nvSpPr>
        <p:spPr>
          <a:xfrm>
            <a:off x="9055280" y="4825117"/>
            <a:ext cx="1018232" cy="870857"/>
          </a:xfrm>
          <a:prstGeom prst="hexagon">
            <a:avLst/>
          </a:prstGeom>
          <a:solidFill>
            <a:srgbClr val="053057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144" name="Hexagon 143">
            <a:extLst>
              <a:ext uri="{FF2B5EF4-FFF2-40B4-BE49-F238E27FC236}">
                <a16:creationId xmlns:a16="http://schemas.microsoft.com/office/drawing/2014/main" id="{E392ADA9-F7B7-540B-C896-9EF533D80C78}"/>
              </a:ext>
            </a:extLst>
          </p:cNvPr>
          <p:cNvSpPr/>
          <p:nvPr/>
        </p:nvSpPr>
        <p:spPr>
          <a:xfrm>
            <a:off x="9893056" y="4370781"/>
            <a:ext cx="1018232" cy="870857"/>
          </a:xfrm>
          <a:prstGeom prst="hexagon">
            <a:avLst/>
          </a:prstGeom>
          <a:solidFill>
            <a:srgbClr val="053057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145" name="Hexagon 144">
            <a:extLst>
              <a:ext uri="{FF2B5EF4-FFF2-40B4-BE49-F238E27FC236}">
                <a16:creationId xmlns:a16="http://schemas.microsoft.com/office/drawing/2014/main" id="{091754B8-E693-5F91-0E7F-DFCB98D5358E}"/>
              </a:ext>
            </a:extLst>
          </p:cNvPr>
          <p:cNvSpPr/>
          <p:nvPr/>
        </p:nvSpPr>
        <p:spPr>
          <a:xfrm>
            <a:off x="10745879" y="3867303"/>
            <a:ext cx="1018232" cy="870857"/>
          </a:xfrm>
          <a:prstGeom prst="hexagon">
            <a:avLst/>
          </a:prstGeom>
          <a:solidFill>
            <a:srgbClr val="053057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C805999B-59B3-BC0C-D921-0ABE6E5CB87C}"/>
              </a:ext>
            </a:extLst>
          </p:cNvPr>
          <p:cNvSpPr txBox="1"/>
          <p:nvPr/>
        </p:nvSpPr>
        <p:spPr>
          <a:xfrm>
            <a:off x="10709229" y="4087287"/>
            <a:ext cx="109153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100">
                <a:solidFill>
                  <a:srgbClr val="FFFFFF"/>
                </a:solidFill>
                <a:latin typeface="Montserrat" pitchFamily="2" charset="77"/>
              </a:rPr>
              <a:t>Snowpark Container Services</a:t>
            </a:r>
          </a:p>
        </p:txBody>
      </p:sp>
      <p:sp>
        <p:nvSpPr>
          <p:cNvPr id="147" name="Hexagon 146">
            <a:extLst>
              <a:ext uri="{FF2B5EF4-FFF2-40B4-BE49-F238E27FC236}">
                <a16:creationId xmlns:a16="http://schemas.microsoft.com/office/drawing/2014/main" id="{4EBBC3C9-6790-94AB-CB73-13B09443A2B7}"/>
              </a:ext>
            </a:extLst>
          </p:cNvPr>
          <p:cNvSpPr/>
          <p:nvPr/>
        </p:nvSpPr>
        <p:spPr>
          <a:xfrm>
            <a:off x="9893056" y="2378812"/>
            <a:ext cx="1018232" cy="870857"/>
          </a:xfrm>
          <a:prstGeom prst="hexagon">
            <a:avLst/>
          </a:prstGeom>
          <a:solidFill>
            <a:srgbClr val="053057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148" name="Hexagon 147">
            <a:extLst>
              <a:ext uri="{FF2B5EF4-FFF2-40B4-BE49-F238E27FC236}">
                <a16:creationId xmlns:a16="http://schemas.microsoft.com/office/drawing/2014/main" id="{257FD46B-3BA7-7138-189C-1A1605247F20}"/>
              </a:ext>
            </a:extLst>
          </p:cNvPr>
          <p:cNvSpPr/>
          <p:nvPr/>
        </p:nvSpPr>
        <p:spPr>
          <a:xfrm>
            <a:off x="11578040" y="2448862"/>
            <a:ext cx="1018232" cy="870857"/>
          </a:xfrm>
          <a:prstGeom prst="hexagon">
            <a:avLst/>
          </a:prstGeom>
          <a:solidFill>
            <a:srgbClr val="053057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704B622-8B53-3368-971D-1CE67B3F581F}"/>
              </a:ext>
            </a:extLst>
          </p:cNvPr>
          <p:cNvSpPr txBox="1"/>
          <p:nvPr/>
        </p:nvSpPr>
        <p:spPr>
          <a:xfrm>
            <a:off x="9819753" y="2595099"/>
            <a:ext cx="10915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100">
                <a:solidFill>
                  <a:srgbClr val="FFFFFF"/>
                </a:solidFill>
                <a:latin typeface="Montserrat" pitchFamily="2" charset="77"/>
              </a:rPr>
              <a:t>Dynamic Tables</a:t>
            </a:r>
          </a:p>
        </p:txBody>
      </p:sp>
      <p:sp>
        <p:nvSpPr>
          <p:cNvPr id="151" name="Hexagon 150">
            <a:extLst>
              <a:ext uri="{FF2B5EF4-FFF2-40B4-BE49-F238E27FC236}">
                <a16:creationId xmlns:a16="http://schemas.microsoft.com/office/drawing/2014/main" id="{C98B2B25-AA75-0119-3C00-27BC7917E875}"/>
              </a:ext>
            </a:extLst>
          </p:cNvPr>
          <p:cNvSpPr/>
          <p:nvPr/>
        </p:nvSpPr>
        <p:spPr>
          <a:xfrm>
            <a:off x="14156085" y="4825117"/>
            <a:ext cx="1018232" cy="870857"/>
          </a:xfrm>
          <a:prstGeom prst="hexagon">
            <a:avLst/>
          </a:prstGeom>
          <a:solidFill>
            <a:srgbClr val="053057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DC2982C-D9E8-E1F9-7660-716A34F5D598}"/>
              </a:ext>
            </a:extLst>
          </p:cNvPr>
          <p:cNvSpPr/>
          <p:nvPr/>
        </p:nvSpPr>
        <p:spPr>
          <a:xfrm>
            <a:off x="5578017" y="5866090"/>
            <a:ext cx="3438347" cy="540306"/>
          </a:xfrm>
          <a:prstGeom prst="rect">
            <a:avLst/>
          </a:prstGeom>
          <a:solidFill>
            <a:srgbClr val="053057"/>
          </a:solidFill>
          <a:ln w="19050" cap="flat" cmpd="sng" algn="ctr">
            <a:solidFill>
              <a:srgbClr val="053057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22988B-EA9B-95B2-E01B-F70D486CE0CA}"/>
              </a:ext>
            </a:extLst>
          </p:cNvPr>
          <p:cNvSpPr/>
          <p:nvPr/>
        </p:nvSpPr>
        <p:spPr>
          <a:xfrm>
            <a:off x="10056138" y="5866090"/>
            <a:ext cx="3438347" cy="540306"/>
          </a:xfrm>
          <a:prstGeom prst="rect">
            <a:avLst/>
          </a:prstGeom>
          <a:solidFill>
            <a:srgbClr val="053057"/>
          </a:solidFill>
          <a:ln w="19050" cap="flat" cmpd="sng" algn="ctr">
            <a:solidFill>
              <a:srgbClr val="053057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B3FBA7-EE76-3713-E9FB-F724E166377C}"/>
              </a:ext>
            </a:extLst>
          </p:cNvPr>
          <p:cNvSpPr/>
          <p:nvPr/>
        </p:nvSpPr>
        <p:spPr>
          <a:xfrm>
            <a:off x="1242790" y="5851711"/>
            <a:ext cx="3132001" cy="540306"/>
          </a:xfrm>
          <a:prstGeom prst="rect">
            <a:avLst/>
          </a:prstGeom>
          <a:solidFill>
            <a:srgbClr val="053057"/>
          </a:solidFill>
          <a:ln w="19050" cap="flat" cmpd="sng" algn="ctr">
            <a:solidFill>
              <a:srgbClr val="053057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" name="Text 0"/>
          <p:cNvSpPr/>
          <p:nvPr/>
        </p:nvSpPr>
        <p:spPr>
          <a:xfrm>
            <a:off x="686912" y="58862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50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How Are We Doing</a:t>
            </a:r>
            <a:endParaRPr lang="en-US" sz="3500"/>
          </a:p>
        </p:txBody>
      </p:sp>
      <p:sp>
        <p:nvSpPr>
          <p:cNvPr id="3" name="Text 1"/>
          <p:cNvSpPr/>
          <p:nvPr/>
        </p:nvSpPr>
        <p:spPr>
          <a:xfrm>
            <a:off x="1478042" y="3686651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88%</a:t>
            </a:r>
            <a:endParaRPr lang="en-US" sz="445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268974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595479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b="1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On-time</a:t>
            </a:r>
            <a:r>
              <a:rPr lang="en-US" sz="2200" b="1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delivery</a:t>
            </a:r>
            <a:endParaRPr lang="en-US" sz="2200" b="1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645378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Slight delays due to environment access approvals</a:t>
            </a:r>
            <a:endParaRPr lang="en-US" sz="1750"/>
          </a:p>
        </p:txBody>
      </p:sp>
      <p:sp>
        <p:nvSpPr>
          <p:cNvPr id="7" name="Text 4"/>
          <p:cNvSpPr/>
          <p:nvPr/>
        </p:nvSpPr>
        <p:spPr>
          <a:xfrm>
            <a:off x="5920145" y="3686651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90%</a:t>
            </a:r>
            <a:endParaRPr lang="en-US" sz="445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268974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5893" y="598104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b="1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Stakeholder satisfaction</a:t>
            </a:r>
            <a:endParaRPr lang="en-US" sz="2000" b="1">
              <a:solidFill>
                <a:schemeClr val="bg1"/>
              </a:solidFill>
            </a:endParaRPr>
          </a:p>
        </p:txBody>
      </p:sp>
      <p:sp>
        <p:nvSpPr>
          <p:cNvPr id="10" name="Text 6"/>
          <p:cNvSpPr/>
          <p:nvPr/>
        </p:nvSpPr>
        <p:spPr>
          <a:xfrm>
            <a:off x="5235893" y="645378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 cross-team alignment and responsiveness</a:t>
            </a:r>
            <a:endParaRPr lang="en-US" sz="1750"/>
          </a:p>
        </p:txBody>
      </p:sp>
      <p:sp>
        <p:nvSpPr>
          <p:cNvPr id="11" name="Text 7"/>
          <p:cNvSpPr/>
          <p:nvPr/>
        </p:nvSpPr>
        <p:spPr>
          <a:xfrm>
            <a:off x="10362248" y="3686651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94%</a:t>
            </a:r>
            <a:endParaRPr lang="en-US" sz="445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268974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77995" y="595479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b="1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Quality metrics</a:t>
            </a:r>
            <a:endParaRPr lang="en-US" sz="2000" b="1">
              <a:solidFill>
                <a:schemeClr val="bg1"/>
              </a:solidFill>
            </a:endParaRPr>
          </a:p>
        </p:txBody>
      </p:sp>
      <p:sp>
        <p:nvSpPr>
          <p:cNvPr id="14" name="Text 9"/>
          <p:cNvSpPr/>
          <p:nvPr/>
        </p:nvSpPr>
        <p:spPr>
          <a:xfrm>
            <a:off x="9677995" y="645378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completed components meeting standards</a:t>
            </a:r>
            <a:endParaRPr lang="en-US" sz="17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790" y="70639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50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Next Steps</a:t>
            </a:r>
            <a:endParaRPr lang="en-US" sz="3500"/>
          </a:p>
        </p:txBody>
      </p:sp>
      <p:sp>
        <p:nvSpPr>
          <p:cNvPr id="3" name="Shape 1"/>
          <p:cNvSpPr/>
          <p:nvPr/>
        </p:nvSpPr>
        <p:spPr>
          <a:xfrm>
            <a:off x="793790" y="2594683"/>
            <a:ext cx="6407944" cy="1187172"/>
          </a:xfrm>
          <a:prstGeom prst="roundRect">
            <a:avLst>
              <a:gd name="adj" fmla="val 12324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93790" y="2564203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00ED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540" y="225452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0EDE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1614" y="2458595"/>
            <a:ext cx="272177" cy="2721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084" y="3161659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 sequencing of priority model migrations</a:t>
            </a:r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428548" y="2594683"/>
            <a:ext cx="6408063" cy="1187172"/>
          </a:xfrm>
          <a:prstGeom prst="roundRect">
            <a:avLst>
              <a:gd name="adj" fmla="val 12324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428548" y="2564203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00ED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0292298" y="225452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0EDE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96371" y="2458595"/>
            <a:ext cx="272177" cy="27217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85842" y="3161659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Finalize RBAC roles and permissions</a:t>
            </a:r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793790" y="4348831"/>
            <a:ext cx="6407944" cy="1550075"/>
          </a:xfrm>
          <a:prstGeom prst="roundRect">
            <a:avLst>
              <a:gd name="adj" fmla="val 9439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793790" y="4318351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00ED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3657540" y="400866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0EDE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61614" y="4212743"/>
            <a:ext cx="272177" cy="27217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084" y="4915807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Approve CI/CD environment changes</a:t>
            </a:r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7428548" y="4348831"/>
            <a:ext cx="6408063" cy="1550075"/>
          </a:xfrm>
          <a:prstGeom prst="roundRect">
            <a:avLst>
              <a:gd name="adj" fmla="val 9439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7428548" y="4318351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00ED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10292298" y="400866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0EDE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6371" y="4212743"/>
            <a:ext cx="272177" cy="27217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85842" y="4915807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Schedule feature store deep-dive with DS and DE teams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9B16FDF-9F6D-29DD-0CB2-3A66D47199CC}"/>
              </a:ext>
            </a:extLst>
          </p:cNvPr>
          <p:cNvSpPr/>
          <p:nvPr/>
        </p:nvSpPr>
        <p:spPr>
          <a:xfrm rot="5400000">
            <a:off x="8039391" y="1032416"/>
            <a:ext cx="8383715" cy="6318883"/>
          </a:xfrm>
          <a:prstGeom prst="rect">
            <a:avLst/>
          </a:prstGeom>
          <a:solidFill>
            <a:srgbClr val="053057"/>
          </a:solidFill>
          <a:ln w="19050" cap="flat" cmpd="sng" algn="ctr">
            <a:solidFill>
              <a:srgbClr val="053057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" name="Text 0"/>
          <p:cNvSpPr/>
          <p:nvPr/>
        </p:nvSpPr>
        <p:spPr>
          <a:xfrm>
            <a:off x="793790" y="241792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Open Discussion</a:t>
            </a:r>
            <a:endParaRPr lang="en-US" sz="4450"/>
          </a:p>
        </p:txBody>
      </p:sp>
      <p:sp>
        <p:nvSpPr>
          <p:cNvPr id="4" name="Shape 1"/>
          <p:cNvSpPr/>
          <p:nvPr/>
        </p:nvSpPr>
        <p:spPr>
          <a:xfrm>
            <a:off x="793790" y="3466862"/>
            <a:ext cx="3664744" cy="1240393"/>
          </a:xfrm>
          <a:prstGeom prst="roundRect">
            <a:avLst>
              <a:gd name="adj" fmla="val 7680"/>
            </a:avLst>
          </a:prstGeom>
          <a:solidFill>
            <a:srgbClr val="F5F5F5"/>
          </a:solidFill>
          <a:ln w="30480">
            <a:solidFill>
              <a:srgbClr val="B2E5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051084" y="3724156"/>
            <a:ext cx="31501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What's working well?</a:t>
            </a:r>
            <a:endParaRPr lang="en-US" sz="1750"/>
          </a:p>
        </p:txBody>
      </p:sp>
      <p:sp>
        <p:nvSpPr>
          <p:cNvPr id="6" name="Shape 3"/>
          <p:cNvSpPr/>
          <p:nvPr/>
        </p:nvSpPr>
        <p:spPr>
          <a:xfrm>
            <a:off x="4685348" y="3466862"/>
            <a:ext cx="3664863" cy="1240393"/>
          </a:xfrm>
          <a:prstGeom prst="roundRect">
            <a:avLst>
              <a:gd name="adj" fmla="val 7680"/>
            </a:avLst>
          </a:prstGeom>
          <a:solidFill>
            <a:srgbClr val="F5F5F5"/>
          </a:solidFill>
          <a:ln w="30480">
            <a:solidFill>
              <a:srgbClr val="B2E5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942642" y="3724156"/>
            <a:ext cx="31502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should we deepen focus?</a:t>
            </a:r>
            <a:endParaRPr lang="en-US" sz="1750"/>
          </a:p>
        </p:txBody>
      </p:sp>
      <p:sp>
        <p:nvSpPr>
          <p:cNvPr id="8" name="Shape 5"/>
          <p:cNvSpPr/>
          <p:nvPr/>
        </p:nvSpPr>
        <p:spPr>
          <a:xfrm>
            <a:off x="793790" y="4934069"/>
            <a:ext cx="7556421" cy="877491"/>
          </a:xfrm>
          <a:prstGeom prst="roundRect">
            <a:avLst>
              <a:gd name="adj" fmla="val 10857"/>
            </a:avLst>
          </a:prstGeom>
          <a:solidFill>
            <a:srgbClr val="F5F5F5"/>
          </a:solidFill>
          <a:ln w="30480">
            <a:solidFill>
              <a:srgbClr val="B2E5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051084" y="5191363"/>
            <a:ext cx="704183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Any blockers requiring SteerCo support?</a:t>
            </a:r>
            <a:endParaRPr lang="en-US" sz="175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E4DF1EA-B37B-5933-B274-6A346174A109}"/>
              </a:ext>
            </a:extLst>
          </p:cNvPr>
          <p:cNvGrpSpPr/>
          <p:nvPr/>
        </p:nvGrpSpPr>
        <p:grpSpPr>
          <a:xfrm>
            <a:off x="9823860" y="1502337"/>
            <a:ext cx="4806540" cy="4806540"/>
            <a:chOff x="543854" y="1522330"/>
            <a:chExt cx="4583958" cy="458395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DF7D17D-F027-7FA2-75F7-401B662B3E91}"/>
                </a:ext>
              </a:extLst>
            </p:cNvPr>
            <p:cNvSpPr/>
            <p:nvPr/>
          </p:nvSpPr>
          <p:spPr>
            <a:xfrm>
              <a:off x="543854" y="1522330"/>
              <a:ext cx="4583958" cy="4583958"/>
            </a:xfrm>
            <a:prstGeom prst="ellipse">
              <a:avLst/>
            </a:prstGeom>
            <a:solidFill>
              <a:schemeClr val="accent5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r>
                <a:rPr lang="en-US">
                  <a:solidFill>
                    <a:srgbClr val="FFFFFF"/>
                  </a:solidFill>
                  <a:latin typeface="Montserrat"/>
                </a:rPr>
                <a:t>©</a:t>
              </a:r>
            </a:p>
          </p:txBody>
        </p:sp>
        <p:pic>
          <p:nvPicPr>
            <p:cNvPr id="12" name="Picture 11" descr="People shaking hands">
              <a:extLst>
                <a:ext uri="{FF2B5EF4-FFF2-40B4-BE49-F238E27FC236}">
                  <a16:creationId xmlns:a16="http://schemas.microsoft.com/office/drawing/2014/main" id="{C0D7F1A3-E707-0CC7-C2A2-3AC765BB9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8210" t="4256" r="18962" b="3581"/>
            <a:stretch>
              <a:fillRect/>
            </a:stretch>
          </p:blipFill>
          <p:spPr>
            <a:xfrm>
              <a:off x="1003439" y="2022160"/>
              <a:ext cx="3664789" cy="3584299"/>
            </a:xfrm>
            <a:prstGeom prst="ellipse">
              <a:avLst/>
            </a:prstGeom>
            <a:ln w="127000">
              <a:solidFill>
                <a:schemeClr val="tx1"/>
              </a:solidFill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Custom 1">
      <a:dk1>
        <a:srgbClr val="000000"/>
      </a:dk1>
      <a:lt1>
        <a:srgbClr val="FFFFFF"/>
      </a:lt1>
      <a:dk2>
        <a:srgbClr val="053057"/>
      </a:dk2>
      <a:lt2>
        <a:srgbClr val="F4F3F0"/>
      </a:lt2>
      <a:accent1>
        <a:srgbClr val="053057"/>
      </a:accent1>
      <a:accent2>
        <a:srgbClr val="00EDED"/>
      </a:accent2>
      <a:accent3>
        <a:srgbClr val="A2F3F3"/>
      </a:accent3>
      <a:accent4>
        <a:srgbClr val="314550"/>
      </a:accent4>
      <a:accent5>
        <a:srgbClr val="1A1A1A"/>
      </a:accent5>
      <a:accent6>
        <a:srgbClr val="0B0D0E"/>
      </a:accent6>
      <a:hlink>
        <a:srgbClr val="007676"/>
      </a:hlink>
      <a:folHlink>
        <a:srgbClr val="00ECEC"/>
      </a:folHlink>
    </a:clrScheme>
    <a:fontScheme name="Montserrat">
      <a:majorFont>
        <a:latin typeface="Montserrat Medium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lend Toolkit_Last Updated 4-10-25" id="{FE9D1E84-034A-824E-AF4C-94FE109F40A0}" vid="{B6A4D12C-EAA4-CE4B-A43E-A2AFAA6EB76F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680</Words>
  <Application>Microsoft Office PowerPoint</Application>
  <PresentationFormat>Custom</PresentationFormat>
  <Paragraphs>172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Montserrat</vt:lpstr>
      <vt:lpstr>Montserrat Light</vt:lpstr>
      <vt:lpstr>Montserrat Medium</vt:lpstr>
      <vt:lpstr>PP Telegraf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Key Observations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Piyush Bhatt</cp:lastModifiedBy>
  <cp:revision>1</cp:revision>
  <dcterms:created xsi:type="dcterms:W3CDTF">2025-11-19T09:10:57Z</dcterms:created>
  <dcterms:modified xsi:type="dcterms:W3CDTF">2025-11-19T14:34:59Z</dcterms:modified>
</cp:coreProperties>
</file>